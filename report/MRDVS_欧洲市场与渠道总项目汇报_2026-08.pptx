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4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embeddedFontLst>
    <p:embeddedFont>
      <p:font typeface="Ubuntu" panose="020B0504030602030204" pitchFamily="34" charset="0"/>
      <p:regular r:id="rId23"/>
      <p:bold r:id="rId24"/>
      <p:italic r:id="rId25"/>
      <p:boldItalic r:id="rId26"/>
    </p:embeddedFont>
    <p:embeddedFont>
      <p:font typeface="Ubuntu Light" panose="020B0304030602030204" pitchFamily="34" charset="0"/>
      <p:regular r:id="rId27"/>
      <p:italic r:id="rId28"/>
    </p:embeddedFont>
    <p:embeddedFont>
      <p:font typeface="Ubuntu Medium" panose="020B0604030602030204" pitchFamily="34" charset="0"/>
      <p:regular r:id="rId29"/>
      <p:italic r:id="rId30"/>
    </p:embeddedFont>
    <p:embeddedFont>
      <p:font typeface="Verdana" panose="020B0604030504040204" pitchFamily="34" charset="0"/>
      <p:regular r:id="rId31"/>
      <p:bold r:id="rId32"/>
      <p:italic r:id="rId33"/>
      <p:boldItalic r:id="rId3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子龙 陈" userId="30ca00ca4b55e9ea" providerId="LiveId" clId="{34D9C550-AF47-4F5F-9DD8-7655E8ED4713}"/>
    <pc:docChg chg="modSld">
      <pc:chgData name="子龙 陈" userId="30ca00ca4b55e9ea" providerId="LiveId" clId="{34D9C550-AF47-4F5F-9DD8-7655E8ED4713}" dt="2026-08-18T06:43:30.188" v="0" actId="1076"/>
      <pc:docMkLst>
        <pc:docMk/>
      </pc:docMkLst>
      <pc:sldChg chg="modSp mod">
        <pc:chgData name="子龙 陈" userId="30ca00ca4b55e9ea" providerId="LiveId" clId="{34D9C550-AF47-4F5F-9DD8-7655E8ED4713}" dt="2026-08-18T06:43:30.188" v="0" actId="1076"/>
        <pc:sldMkLst>
          <pc:docMk/>
          <pc:sldMk cId="1338321651" sldId="256"/>
        </pc:sldMkLst>
        <pc:picChg chg="mod">
          <ac:chgData name="子龙 陈" userId="30ca00ca4b55e9ea" providerId="LiveId" clId="{34D9C550-AF47-4F5F-9DD8-7655E8ED4713}" dt="2026-08-18T06:43:30.188" v="0" actId="1076"/>
          <ac:picMkLst>
            <pc:docMk/>
            <pc:sldMk cId="1338321651" sldId="256"/>
            <ac:picMk id="7" creationId="{00000000-0000-0000-0000-000000000000}"/>
          </ac:picMkLst>
        </pc:picChg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652523933918841E-2"/>
          <c:y val="0.11959946595460615"/>
          <c:w val="0.91869495213216235"/>
          <c:h val="0.8073652008452214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19050">
              <a:solidFill>
                <a:schemeClr val="lt1"/>
              </a:solidFill>
            </a:ln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2EB-4ED1-A56F-06D10BC1D15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2EB-4ED1-A56F-06D10BC1D15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2EB-4ED1-A56F-06D10BC1D15B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32EB-4ED1-A56F-06D10BC1D15B}"/>
              </c:ext>
            </c:extLst>
          </c:dPt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97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德国</c:v>
              </c:pt>
              <c:pt idx="1">
                <c:v>英国</c:v>
              </c:pt>
              <c:pt idx="2">
                <c:v>法国</c:v>
              </c:pt>
              <c:pt idx="3">
                <c:v>意大利</c:v>
              </c:pt>
            </c:strLit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77.8</c:v>
                </c:pt>
                <c:pt idx="2">
                  <c:v>72</c:v>
                </c:pt>
                <c:pt idx="3">
                  <c:v>68.8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chemeClr val="lt1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8-32EB-4ED1-A56F-06D10BC1D15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-5"/>
        <c:axId val="195660160"/>
        <c:axId val="195653920"/>
      </c:barChart>
      <c:catAx>
        <c:axId val="195660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mpd="sng">
            <a:solidFill>
              <a:srgbClr val="595959"/>
            </a:solidFill>
          </a:ln>
        </c:spPr>
        <c:txPr>
          <a:bodyPr rot="-60000000" spcFirstLastPara="1" vert="horz" wrap="square" anchor="ctr" anchorCtr="1"/>
          <a:lstStyle/>
          <a:p>
            <a:pPr>
              <a:defRPr sz="1197" b="0" i="0" u="none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  <a:endParaRPr lang="zh-CN"/>
          </a:p>
        </c:txPr>
        <c:crossAx val="195653920"/>
        <c:crosses val="autoZero"/>
        <c:auto val="1"/>
        <c:lblAlgn val="ctr"/>
        <c:lblOffset val="100"/>
        <c:noMultiLvlLbl val="1"/>
      </c:catAx>
      <c:valAx>
        <c:axId val="195653920"/>
        <c:scaling>
          <c:orientation val="minMax"/>
          <c:max val="11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crossAx val="195660160"/>
        <c:crosses val="autoZero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652523933918841E-2"/>
          <c:y val="0.11959946595460615"/>
          <c:w val="0.91869495213216235"/>
          <c:h val="0.8073652008452214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19050">
              <a:solidFill>
                <a:schemeClr val="lt1"/>
              </a:solidFill>
            </a:ln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D1B-4315-89F2-44DD69ADB73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ED1B-4315-89F2-44DD69ADB73E}"/>
              </c:ext>
            </c:extLst>
          </c:dPt>
          <c:dPt>
            <c:idx val="2"/>
            <c:invertIfNegative val="0"/>
            <c:bubble3D val="0"/>
            <c:spPr>
              <a:solidFill>
                <a:srgbClr val="FF9C29"/>
              </a:solidFill>
              <a:ln w="19050">
                <a:solidFill>
                  <a:schemeClr val="lt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ED1B-4315-89F2-44DD69ADB73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ED1B-4315-89F2-44DD69ADB73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ED1B-4315-89F2-44DD69ADB73E}"/>
              </c:ext>
            </c:extLst>
          </c:dPt>
          <c:dPt>
            <c:idx val="5"/>
            <c:invertIfNegative val="0"/>
            <c:bubble3D val="0"/>
            <c:spPr>
              <a:solidFill>
                <a:srgbClr val="173340"/>
              </a:solidFill>
              <a:ln w="19050">
                <a:solidFill>
                  <a:schemeClr val="lt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ED1B-4315-89F2-44DD69ADB73E}"/>
              </c:ext>
            </c:extLst>
          </c:dPt>
          <c:dPt>
            <c:idx val="6"/>
            <c:invertIfNegative val="0"/>
            <c:bubble3D val="0"/>
            <c:spPr>
              <a:solidFill>
                <a:srgbClr val="00B2A2"/>
              </a:solidFill>
              <a:ln w="19050">
                <a:solidFill>
                  <a:schemeClr val="lt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D-ED1B-4315-89F2-44DD69ADB73E}"/>
              </c:ext>
            </c:extLst>
          </c:dPt>
          <c:dPt>
            <c:idx val="7"/>
            <c:invertIfNegative val="0"/>
            <c:bubble3D val="0"/>
            <c:spPr>
              <a:solidFill>
                <a:srgbClr val="176036"/>
              </a:solidFill>
              <a:ln w="19050">
                <a:solidFill>
                  <a:schemeClr val="lt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F-ED1B-4315-89F2-44DD69ADB73E}"/>
              </c:ext>
            </c:extLst>
          </c:dPt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97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德国</c:v>
              </c:pt>
              <c:pt idx="1">
                <c:v>英国</c:v>
              </c:pt>
              <c:pt idx="2">
                <c:v>法国</c:v>
              </c:pt>
              <c:pt idx="3">
                <c:v>意大利</c:v>
              </c:pt>
              <c:pt idx="4">
                <c:v>西班牙</c:v>
              </c:pt>
            </c:strLit>
          </c:cat>
          <c:val>
            <c:numRef>
              <c:f>Sheet1!$B$2:$B$9</c:f>
              <c:numCache>
                <c:formatCode>General</c:formatCode>
                <c:ptCount val="5"/>
                <c:pt idx="0">
                  <c:v>4684</c:v>
                </c:pt>
                <c:pt idx="1">
                  <c:v>3695</c:v>
                </c:pt>
                <c:pt idx="2">
                  <c:v>3161</c:v>
                </c:pt>
                <c:pt idx="3">
                  <c:v>2383</c:v>
                </c:pt>
                <c:pt idx="4">
                  <c:v>1725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chemeClr val="lt1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10-ED1B-4315-89F2-44DD69ADB7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95660160"/>
        <c:axId val="195653920"/>
      </c:barChart>
      <c:catAx>
        <c:axId val="195660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mpd="sng">
            <a:solidFill>
              <a:srgbClr val="595959"/>
            </a:solidFill>
          </a:ln>
        </c:spPr>
        <c:txPr>
          <a:bodyPr rot="-60000000" spcFirstLastPara="1" vert="horz" wrap="square" anchor="ctr" anchorCtr="1"/>
          <a:lstStyle/>
          <a:p>
            <a:pPr>
              <a:defRPr sz="1197" b="0" i="0" u="none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  <a:endParaRPr lang="zh-CN"/>
          </a:p>
        </c:txPr>
        <c:crossAx val="195653920"/>
        <c:crosses val="autoZero"/>
        <c:auto val="1"/>
        <c:lblAlgn val="ctr"/>
        <c:lblOffset val="100"/>
        <c:noMultiLvlLbl val="1"/>
      </c:catAx>
      <c:valAx>
        <c:axId val="195653920"/>
        <c:scaling>
          <c:orientation val="minMax"/>
          <c:max val="500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crossAx val="195660160"/>
        <c:crosses val="autoZero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652523933918841E-2"/>
          <c:y val="0.11959946595460615"/>
          <c:w val="0.91869495213216235"/>
          <c:h val="0.8073652008452214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6"/>
            </a:solidFill>
            <a:ln w="19050">
              <a:solidFill>
                <a:schemeClr val="lt1"/>
              </a:solidFill>
            </a:ln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615-4804-B9B0-6C77039BF92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615-4804-B9B0-6C77039BF92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615-4804-B9B0-6C77039BF92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615-4804-B9B0-6C77039BF925}"/>
              </c:ext>
            </c:extLst>
          </c:dPt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97" b="0" i="0" u="none">
                    <a:solidFill>
                      <a:schemeClr val="tx1"/>
                    </a:solidFill>
                    <a:latin typeface="Ubuntu"/>
                    <a:ea typeface="Ubuntu"/>
                    <a:cs typeface="Ubuntu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德国</c:v>
              </c:pt>
              <c:pt idx="1">
                <c:v>瑞典</c:v>
              </c:pt>
              <c:pt idx="2">
                <c:v>丹麦</c:v>
              </c:pt>
              <c:pt idx="3">
                <c:v>瑞士</c:v>
              </c:pt>
            </c:strLit>
          </c:cat>
          <c:val>
            <c:numRef>
              <c:f>Sheet1!$B$2:$B$5</c:f>
              <c:numCache>
                <c:formatCode>General</c:formatCode>
                <c:ptCount val="4"/>
                <c:pt idx="0">
                  <c:v>429</c:v>
                </c:pt>
                <c:pt idx="1">
                  <c:v>347</c:v>
                </c:pt>
                <c:pt idx="2">
                  <c:v>306</c:v>
                </c:pt>
                <c:pt idx="3">
                  <c:v>302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chemeClr val="lt1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8-4615-4804-B9B0-6C77039BF92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-5"/>
        <c:axId val="195660160"/>
        <c:axId val="195653920"/>
      </c:barChart>
      <c:catAx>
        <c:axId val="195660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mpd="sng">
            <a:solidFill>
              <a:srgbClr val="595959"/>
            </a:solidFill>
          </a:ln>
        </c:spPr>
        <c:txPr>
          <a:bodyPr rot="-60000000" spcFirstLastPara="1" vert="horz" wrap="square" anchor="ctr" anchorCtr="1"/>
          <a:lstStyle/>
          <a:p>
            <a:pPr>
              <a:defRPr sz="1197" b="0" i="0" u="none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  <a:endParaRPr lang="zh-CN"/>
          </a:p>
        </c:txPr>
        <c:crossAx val="195653920"/>
        <c:crosses val="autoZero"/>
        <c:auto val="1"/>
        <c:lblAlgn val="ctr"/>
        <c:lblOffset val="100"/>
        <c:noMultiLvlLbl val="1"/>
      </c:catAx>
      <c:valAx>
        <c:axId val="195653920"/>
        <c:scaling>
          <c:orientation val="minMax"/>
          <c:max val="50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crossAx val="195660160"/>
        <c:crosses val="autoZero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58000"/>
                </a:schemeClr>
              </a:solidFill>
              <a:ln w="19050">
                <a:solidFill>
                  <a:schemeClr val="lt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96B3-4873-868E-12E264C9A5F3}"/>
              </c:ext>
            </c:extLst>
          </c:dPt>
          <c:dPt>
            <c:idx val="1"/>
            <c:bubble3D val="0"/>
            <c:spPr>
              <a:solidFill>
                <a:schemeClr val="accent1">
                  <a:shade val="86000"/>
                </a:schemeClr>
              </a:solidFill>
              <a:ln w="19050">
                <a:solidFill>
                  <a:schemeClr val="lt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96B3-4873-868E-12E264C9A5F3}"/>
              </c:ext>
            </c:extLst>
          </c:dPt>
          <c:dPt>
            <c:idx val="2"/>
            <c:bubble3D val="0"/>
            <c:spPr>
              <a:solidFill>
                <a:schemeClr val="accent1">
                  <a:tint val="86000"/>
                </a:schemeClr>
              </a:solidFill>
              <a:ln w="19050">
                <a:solidFill>
                  <a:schemeClr val="lt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96B3-4873-868E-12E264C9A5F3}"/>
              </c:ext>
            </c:extLst>
          </c:dPt>
          <c:dPt>
            <c:idx val="3"/>
            <c:bubble3D val="0"/>
            <c:spPr>
              <a:solidFill>
                <a:schemeClr val="accent1">
                  <a:tint val="58000"/>
                </a:schemeClr>
              </a:solidFill>
              <a:ln w="19050">
                <a:solidFill>
                  <a:schemeClr val="lt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96B3-4873-868E-12E264C9A5F3}"/>
              </c:ext>
            </c:extLst>
          </c:dPt>
          <c:cat>
            <c:strRef>
              <c:f>Sheet1!$A$2:$A$5</c:f>
              <c:strCache>
                <c:ptCount val="2"/>
                <c:pt idx="0">
                  <c:v>直接3D视觉</c:v>
                </c:pt>
                <c:pt idx="1">
                  <c:v>邻近/生态竞品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2"/>
                <c:pt idx="0">
                  <c:v>12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6B3-4873-868E-12E264C9A5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3439-4AA5-BBD6-4FF95112009B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3439-4AA5-BBD6-4FF95112009B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3439-4AA5-BBD6-4FF95112009B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3439-4AA5-BBD6-4FF95112009B}"/>
              </c:ext>
            </c:extLst>
          </c:dPt>
          <c:cat>
            <c:strLit>
              <c:ptCount val="2"/>
              <c:pt idx="0">
                <c:v>中国厂商</c:v>
              </c:pt>
              <c:pt idx="1">
                <c:v>海外厂商</c:v>
              </c:pt>
            </c:strLit>
          </c:cat>
          <c:val>
            <c:numRef>
              <c:f>Sheet1!$B$2:$B$5</c:f>
              <c:numCache>
                <c:formatCode>General</c:formatCode>
                <c:ptCount val="2"/>
                <c:pt idx="0">
                  <c:v>3</c:v>
                </c:pt>
                <c:pt idx="1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439-4AA5-BBD6-4FF9511200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1033-4286-BB82-DCC2B225A92C}"/>
              </c:ext>
            </c:extLst>
          </c:dPt>
          <c:dPt>
            <c:idx val="1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1033-4286-BB82-DCC2B225A92C}"/>
              </c:ext>
            </c:extLst>
          </c:dPt>
          <c:dPt>
            <c:idx val="2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1033-4286-BB82-DCC2B225A92C}"/>
              </c:ext>
            </c:extLst>
          </c:dPt>
          <c:dPt>
            <c:idx val="3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1033-4286-BB82-DCC2B225A92C}"/>
              </c:ext>
            </c:extLst>
          </c:dPt>
          <c:cat>
            <c:strLit>
              <c:ptCount val="2"/>
              <c:pt idx="0">
                <c:v>威胁≥4.5</c:v>
              </c:pt>
              <c:pt idx="1">
                <c:v>其他</c:v>
              </c:pt>
            </c:strLit>
          </c:cat>
          <c:val>
            <c:numRef>
              <c:f>Sheet1!$B$2:$B$5</c:f>
              <c:numCache>
                <c:formatCode>General</c:formatCode>
                <c:ptCount val="2"/>
                <c:pt idx="0">
                  <c:v>6</c:v>
                </c:pt>
                <c:pt idx="1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033-4286-BB82-DCC2B225A9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570-4DD7-BB4F-B971CA2109C3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C570-4DD7-BB4F-B971CA2109C3}"/>
              </c:ext>
            </c:extLst>
          </c:dPt>
          <c:cat>
            <c:strLit>
              <c:ptCount val="2"/>
              <c:pt idx="0">
                <c:v>威胁分</c:v>
              </c:pt>
              <c:pt idx="1">
                <c:v>余量</c:v>
              </c:pt>
            </c:strLit>
          </c:cat>
          <c:val>
            <c:numRef>
              <c:f>Tabelle1!$B$2:$B$5</c:f>
              <c:numCache>
                <c:formatCode>General</c:formatCode>
                <c:ptCount val="2"/>
                <c:pt idx="0">
                  <c:v>98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570-4DD7-BB4F-B971CA2109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zero"/>
    <c:showDLblsOverMax val="1"/>
  </c:char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spPr>
            <a:solidFill>
              <a:schemeClr val="bg1">
                <a:lumMod val="65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A37-46ED-95ED-7F29A0AEA45E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A37-46ED-95ED-7F29A0AEA45E}"/>
              </c:ext>
            </c:extLst>
          </c:dPt>
          <c:cat>
            <c:strLit>
              <c:ptCount val="2"/>
              <c:pt idx="0">
                <c:v>威胁分</c:v>
              </c:pt>
              <c:pt idx="1">
                <c:v>余量</c:v>
              </c:pt>
            </c:strLit>
          </c:cat>
          <c:val>
            <c:numRef>
              <c:f>Tabelle1!$B$2:$B$5</c:f>
              <c:numCache>
                <c:formatCode>General</c:formatCode>
                <c:ptCount val="2"/>
                <c:pt idx="0">
                  <c:v>96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A37-46ED-95ED-7F29A0AEA4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zero"/>
    <c:showDLblsOverMax val="1"/>
  </c:char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1-712A-44EE-BFF1-3008C21519F9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</c:spPr>
            <c:extLst>
              <c:ext xmlns:c16="http://schemas.microsoft.com/office/drawing/2014/chart" uri="{C3380CC4-5D6E-409C-BE32-E72D297353CC}">
                <c16:uniqueId val="{00000003-712A-44EE-BFF1-3008C21519F9}"/>
              </c:ext>
            </c:extLst>
          </c:dPt>
          <c:cat>
            <c:strLit>
              <c:ptCount val="2"/>
              <c:pt idx="0">
                <c:v>威胁分</c:v>
              </c:pt>
              <c:pt idx="1">
                <c:v>余量</c:v>
              </c:pt>
            </c:strLit>
          </c:cat>
          <c:val>
            <c:numRef>
              <c:f>Tabelle1!$B$2:$B$5</c:f>
              <c:numCache>
                <c:formatCode>General</c:formatCode>
                <c:ptCount val="2"/>
                <c:pt idx="0">
                  <c:v>96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12A-44EE-BFF1-3008C21519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zero"/>
    <c:showDLblsOverMax val="1"/>
  </c:char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spPr>
            <a:solidFill>
              <a:srgbClr val="32A860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E9C-43F4-B450-38B1288772E2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E9C-43F4-B450-38B1288772E2}"/>
              </c:ext>
            </c:extLst>
          </c:dPt>
          <c:cat>
            <c:strLit>
              <c:ptCount val="2"/>
              <c:pt idx="0">
                <c:v>威胁分</c:v>
              </c:pt>
              <c:pt idx="1">
                <c:v>余量</c:v>
              </c:pt>
            </c:strLit>
          </c:cat>
          <c:val>
            <c:numRef>
              <c:f>Tabelle1!$B$2:$B$5</c:f>
              <c:numCache>
                <c:formatCode>General</c:formatCode>
                <c:ptCount val="2"/>
                <c:pt idx="0">
                  <c:v>94</c:v>
                </c:pt>
                <c:pt idx="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E9C-43F4-B450-38B1288772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zero"/>
    <c:showDLblsOverMax val="1"/>
  </c:char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99591210971510991"/>
          <c:h val="0.99591178914990386"/>
        </c:manualLayout>
      </c:layout>
      <c:doughnutChart>
        <c:varyColors val="1"/>
        <c:ser>
          <c:idx val="0"/>
          <c:order val="0"/>
          <c:spPr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bg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0A6A-47A2-8984-98AFAFF0C786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3-0A6A-47A2-8984-98AFAFF0C786}"/>
              </c:ext>
            </c:extLst>
          </c:dPt>
          <c:cat>
            <c:strLit>
              <c:ptCount val="2"/>
              <c:pt idx="0">
                <c:v>已核验</c:v>
              </c:pt>
              <c:pt idx="1">
                <c:v>待核验</c:v>
              </c:pt>
            </c:strLit>
          </c:cat>
          <c:val>
            <c:numRef>
              <c:f>Tabelle1!$B$2:$B$3</c:f>
              <c:numCache>
                <c:formatCode>General</c:formatCode>
                <c:ptCount val="2"/>
                <c:pt idx="0">
                  <c:v>83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A6A-47A2-8984-98AFAFF0C7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99591210971510991"/>
          <c:h val="0.99591178914990386"/>
        </c:manualLayout>
      </c:layout>
      <c:doughnut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1-AD97-4925-B62E-56891EAF2851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19050">
                <a:noFill/>
              </a:ln>
            </c:spPr>
            <c:extLst>
              <c:ext xmlns:c16="http://schemas.microsoft.com/office/drawing/2014/chart" uri="{C3380CC4-5D6E-409C-BE32-E72D297353CC}">
                <c16:uniqueId val="{00000003-AD97-4925-B62E-56891EAF2851}"/>
              </c:ext>
            </c:extLst>
          </c:dPt>
          <c:cat>
            <c:strLit>
              <c:ptCount val="2"/>
              <c:pt idx="0">
                <c:v>已激活</c:v>
              </c:pt>
              <c:pt idx="1">
                <c:v>未激活</c:v>
              </c:pt>
            </c:strLit>
          </c:cat>
          <c:val>
            <c:numRef>
              <c:f>Tabelle1!$B$2:$B$3</c:f>
              <c:numCache>
                <c:formatCode>General</c:formatCode>
                <c:ptCount val="2"/>
                <c:pt idx="0">
                  <c:v>0</c:v>
                </c:pt>
                <c:pt idx="1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D97-4925-B62E-56891EAF28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MRDVS工作台.xlsx，00_项目驾驶舱、01_国家优先级、02_竞品全景、07_行动计划（访问：2026-08-18）</a:t>
            </a:r>
          </a:p>
          <a:p>
            <a:r>
              <a:t>- https://naizui3.github.io/mrdvs-europe-market/index.html（访问：2026-08-18）</a:t>
            </a:r>
          </a:p>
          <a:p>
            <a:r>
              <a:t>- Capgemini presentation template supplied by the user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用户提供的原始任务拆解：欧洲市场、竞品/渠道、重点国家客户与KP挖掘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MRDVS工作台.xlsx，00_项目驾驶舱、04_国家渠道概览、05_客户与KP线索、07_行动计划（访问：2026-08-18）</a:t>
            </a:r>
          </a:p>
          <a:p>
            <a:r>
              <a:t>- 德国深度附件：MRDVS_德国市场竞品渠道客户分析附件.xlsx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用户提供的原始任务拆解</a:t>
            </a:r>
          </a:p>
          <a:p>
            <a:r>
              <a:t>- MRDVS工作台.xlsx，09_字典与参数：国家—竞品—产品线—渠道—KP关系口径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MRDVS工作台.xlsx，00_项目驾驶舱、04_国家渠道概览（访问：2026-08-18）</a:t>
            </a:r>
          </a:p>
          <a:p>
            <a:r>
              <a:t>- MRDVS_欧洲各国详细渠道附件包（16国）</a:t>
            </a:r>
          </a:p>
          <a:p>
            <a:r>
              <a:t>- https://naizui3.github.io/mrdvs-europe-market/index.html（访问：2026-08-18）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MRDVS工作台.xlsx，01_国家优先级、08_来源与证据、09_字典与参数</a:t>
            </a:r>
          </a:p>
          <a:p>
            <a:r>
              <a:t>- https://data.worldbank.org/indicator/NY.GDP.MKTP.CD</a:t>
            </a:r>
          </a:p>
          <a:p>
            <a:r>
              <a:t>- https://ifr.org/ifr-press-releases/news/global-robot-density-in-factories-doubled-in-seven-years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https://www.lanxincn.com/mrdvs.html（访问：2026-08-18）</a:t>
            </a:r>
          </a:p>
          <a:p>
            <a:r>
              <a:t>- 迈尔微视产品合辑.pdf，S10 Ultra、V2 Pro产品页</a:t>
            </a:r>
          </a:p>
          <a:p>
            <a:r>
              <a:t>- MRDVS工作台.xlsx，06_产品对标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MRDVS工作台.xlsx，00_项目驾驶舱、02_竞品全景、04_国家渠道概览</a:t>
            </a:r>
          </a:p>
          <a:p>
            <a:r>
              <a:t>- MRDVS_德国市场竞品渠道客户分析附件.xlsx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MRDVS工作台.xlsx，01_国家优先级</a:t>
            </a:r>
          </a:p>
          <a:p>
            <a:r>
              <a:t>- 重点国家的判断为本项目评分模型输出，不代表公开机构排名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MRDVS工作台.xlsx，03_渠道分类、09_字典与参数</a:t>
            </a:r>
          </a:p>
          <a:p>
            <a:r>
              <a:t>- 16国渠道附件中的渠道类型与竞品关系字段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MRDVS工作台.xlsx，01_国家优先级、08_来源与证据</a:t>
            </a:r>
          </a:p>
          <a:p>
            <a:r>
              <a:t>- World Bank GDP 2024；IFR World Robotics 2025 / robot density 2023 summaries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MRDVS工作台.xlsx，02_竞品全景（22家厂商，访问：2026-08-18）</a:t>
            </a:r>
          </a:p>
          <a:p>
            <a:r>
              <a:t>- 官网网页当前展示18行竞品；本页采用更新后的工作台口径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MRDVS工作台.xlsx，02_竞品全景、06_产品对标</a:t>
            </a:r>
          </a:p>
          <a:p>
            <a:r>
              <a:t>- https://www.sick.com/ ; https://www.mech-mind.com/ ; https://www.orbbec.com/ ; https://www.ifm.com/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MRDVS工作台.xlsx，00_项目驾驶舱、05_客户与KP线索</a:t>
            </a:r>
          </a:p>
          <a:p>
            <a:r>
              <a:t>- 16国附件汇总：首轮53条评分渠道中44条已核验；德国深挖127条KP记录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MRDVS工作台.xlsx，03_渠道分类</a:t>
            </a:r>
          </a:p>
          <a:p>
            <a:r>
              <a:t>- 德国及15国渠道附件中的渠道角色、竞品代理与覆盖范围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MRDVS工作台.xlsx，09_字典与参数：渠道与KP阶段定义</a:t>
            </a:r>
          </a:p>
          <a:p>
            <a:r>
              <a:t>- https://commission.europa.eu/law/law-topic/data-protection/data-protection-eu_en（公开职业联系信息仍需合规处理）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MRDVS工作台.xlsx，07_行动计划（计划日期：2026-08-07至2026-10-30）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MRDVS工作台.xlsx，07_行动计划</a:t>
            </a:r>
          </a:p>
          <a:p>
            <a:r>
              <a:t>- 90天路线图为现有行动项的管理层聚合视图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MRDVS工作台.xlsx，07_行动计划</a:t>
            </a:r>
          </a:p>
          <a:p>
            <a:r>
              <a:t>- 回复率、技术会议和PoC数量为项目建议门槛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MRDVS工作台.xlsx，00_项目驾驶舱、07_行动计划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70ACFCFC-1DDE-342C-6F6C-421985D8A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460790"/>
            <a:ext cx="11090275" cy="246221"/>
          </a:xfrm>
          <a:prstGeom prst="rect">
            <a:avLst/>
          </a:prstGeom>
        </p:spPr>
        <p:txBody>
          <a:bodyPr wrap="square" lIns="18000" tIns="0" rIns="0" anchor="b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/>
                <a:ea typeface="Ubuntu Light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BA5DDAC5-BAB8-79F8-0B48-89767D2C0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4697327"/>
            <a:ext cx="11090276" cy="747897"/>
          </a:xfrm>
        </p:spPr>
        <p:txBody>
          <a:bodyPr wrap="square" lIns="0" tIns="0" rIns="0" bIns="0" anchor="b">
            <a:noAutofit/>
          </a:bodyPr>
          <a:lstStyle>
            <a:lvl1pPr algn="l">
              <a:lnSpc>
                <a:spcPct val="90000"/>
              </a:lnSpc>
              <a:buNone/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BAB5440-AAF9-D636-D963-1CF51D4EEE32}"/>
              </a:ext>
            </a:extLst>
          </p:cNvPr>
          <p:cNvSpPr>
            <a:spLocks noGrp="1"/>
          </p:cNvSpPr>
          <p:nvPr/>
        </p:nvSpPr>
        <p:spPr>
          <a:xfrm>
            <a:off x="443568" y="6026765"/>
            <a:ext cx="1520058" cy="415392"/>
          </a:xfrm>
          <a:custGeom>
            <a:avLst/>
            <a:gdLst>
              <a:gd name="connsiteX0" fmla="*/ 3092291 w 3171825"/>
              <a:gd name="connsiteY0" fmla="*/ 287179 h 866775"/>
              <a:gd name="connsiteX1" fmla="*/ 3059907 w 3171825"/>
              <a:gd name="connsiteY1" fmla="*/ 211931 h 866775"/>
              <a:gd name="connsiteX2" fmla="*/ 3027521 w 3171825"/>
              <a:gd name="connsiteY2" fmla="*/ 218599 h 866775"/>
              <a:gd name="connsiteX3" fmla="*/ 2960846 w 3171825"/>
              <a:gd name="connsiteY3" fmla="*/ 507206 h 866775"/>
              <a:gd name="connsiteX4" fmla="*/ 2816066 w 3171825"/>
              <a:gd name="connsiteY4" fmla="*/ 178594 h 866775"/>
              <a:gd name="connsiteX5" fmla="*/ 2679859 w 3171825"/>
              <a:gd name="connsiteY5" fmla="*/ 440531 h 866775"/>
              <a:gd name="connsiteX6" fmla="*/ 2670334 w 3171825"/>
              <a:gd name="connsiteY6" fmla="*/ 319564 h 866775"/>
              <a:gd name="connsiteX7" fmla="*/ 2677001 w 3171825"/>
              <a:gd name="connsiteY7" fmla="*/ 254794 h 866775"/>
              <a:gd name="connsiteX8" fmla="*/ 2611279 w 3171825"/>
              <a:gd name="connsiteY8" fmla="*/ 209074 h 866775"/>
              <a:gd name="connsiteX9" fmla="*/ 2533174 w 3171825"/>
              <a:gd name="connsiteY9" fmla="*/ 510064 h 866775"/>
              <a:gd name="connsiteX10" fmla="*/ 2470309 w 3171825"/>
              <a:gd name="connsiteY10" fmla="*/ 292894 h 866775"/>
              <a:gd name="connsiteX11" fmla="*/ 2405539 w 3171825"/>
              <a:gd name="connsiteY11" fmla="*/ 208121 h 866775"/>
              <a:gd name="connsiteX12" fmla="*/ 2325529 w 3171825"/>
              <a:gd name="connsiteY12" fmla="*/ 494824 h 866775"/>
              <a:gd name="connsiteX13" fmla="*/ 2206466 w 3171825"/>
              <a:gd name="connsiteY13" fmla="*/ 211931 h 866775"/>
              <a:gd name="connsiteX14" fmla="*/ 2087404 w 3171825"/>
              <a:gd name="connsiteY14" fmla="*/ 479584 h 866775"/>
              <a:gd name="connsiteX15" fmla="*/ 1983581 w 3171825"/>
              <a:gd name="connsiteY15" fmla="*/ 178594 h 866775"/>
              <a:gd name="connsiteX16" fmla="*/ 1877854 w 3171825"/>
              <a:gd name="connsiteY16" fmla="*/ 391954 h 866775"/>
              <a:gd name="connsiteX17" fmla="*/ 1867376 w 3171825"/>
              <a:gd name="connsiteY17" fmla="*/ 390049 h 866775"/>
              <a:gd name="connsiteX18" fmla="*/ 1866424 w 3171825"/>
              <a:gd name="connsiteY18" fmla="*/ 327184 h 866775"/>
              <a:gd name="connsiteX19" fmla="*/ 1807369 w 3171825"/>
              <a:gd name="connsiteY19" fmla="*/ 202406 h 866775"/>
              <a:gd name="connsiteX20" fmla="*/ 1654969 w 3171825"/>
              <a:gd name="connsiteY20" fmla="*/ 512921 h 866775"/>
              <a:gd name="connsiteX21" fmla="*/ 1592104 w 3171825"/>
              <a:gd name="connsiteY21" fmla="*/ 483394 h 866775"/>
              <a:gd name="connsiteX22" fmla="*/ 1719739 w 3171825"/>
              <a:gd name="connsiteY22" fmla="*/ 306229 h 866775"/>
              <a:gd name="connsiteX23" fmla="*/ 1619726 w 3171825"/>
              <a:gd name="connsiteY23" fmla="*/ 202406 h 866775"/>
              <a:gd name="connsiteX24" fmla="*/ 1483519 w 3171825"/>
              <a:gd name="connsiteY24" fmla="*/ 369094 h 866775"/>
              <a:gd name="connsiteX25" fmla="*/ 1503521 w 3171825"/>
              <a:gd name="connsiteY25" fmla="*/ 473869 h 866775"/>
              <a:gd name="connsiteX26" fmla="*/ 1418749 w 3171825"/>
              <a:gd name="connsiteY26" fmla="*/ 512921 h 866775"/>
              <a:gd name="connsiteX27" fmla="*/ 1400651 w 3171825"/>
              <a:gd name="connsiteY27" fmla="*/ 274796 h 866775"/>
              <a:gd name="connsiteX28" fmla="*/ 1336834 w 3171825"/>
              <a:gd name="connsiteY28" fmla="*/ 326231 h 866775"/>
              <a:gd name="connsiteX29" fmla="*/ 1262539 w 3171825"/>
              <a:gd name="connsiteY29" fmla="*/ 479584 h 866775"/>
              <a:gd name="connsiteX30" fmla="*/ 1223486 w 3171825"/>
              <a:gd name="connsiteY30" fmla="*/ 421481 h 866775"/>
              <a:gd name="connsiteX31" fmla="*/ 1402556 w 3171825"/>
              <a:gd name="connsiteY31" fmla="*/ 250031 h 866775"/>
              <a:gd name="connsiteX32" fmla="*/ 1343501 w 3171825"/>
              <a:gd name="connsiteY32" fmla="*/ 192881 h 866775"/>
              <a:gd name="connsiteX33" fmla="*/ 1181576 w 3171825"/>
              <a:gd name="connsiteY33" fmla="*/ 290989 h 866775"/>
              <a:gd name="connsiteX34" fmla="*/ 1086326 w 3171825"/>
              <a:gd name="connsiteY34" fmla="*/ 385286 h 866775"/>
              <a:gd name="connsiteX35" fmla="*/ 1088231 w 3171825"/>
              <a:gd name="connsiteY35" fmla="*/ 358616 h 866775"/>
              <a:gd name="connsiteX36" fmla="*/ 974884 w 3171825"/>
              <a:gd name="connsiteY36" fmla="*/ 204311 h 866775"/>
              <a:gd name="connsiteX37" fmla="*/ 883444 w 3171825"/>
              <a:gd name="connsiteY37" fmla="*/ 273844 h 866775"/>
              <a:gd name="connsiteX38" fmla="*/ 846296 w 3171825"/>
              <a:gd name="connsiteY38" fmla="*/ 213836 h 866775"/>
              <a:gd name="connsiteX39" fmla="*/ 805339 w 3171825"/>
              <a:gd name="connsiteY39" fmla="*/ 224314 h 866775"/>
              <a:gd name="connsiteX40" fmla="*/ 814864 w 3171825"/>
              <a:gd name="connsiteY40" fmla="*/ 334804 h 866775"/>
              <a:gd name="connsiteX41" fmla="*/ 742474 w 3171825"/>
              <a:gd name="connsiteY41" fmla="*/ 520541 h 866775"/>
              <a:gd name="connsiteX42" fmla="*/ 691991 w 3171825"/>
              <a:gd name="connsiteY42" fmla="*/ 309086 h 866775"/>
              <a:gd name="connsiteX43" fmla="*/ 671989 w 3171825"/>
              <a:gd name="connsiteY43" fmla="*/ 305276 h 866775"/>
              <a:gd name="connsiteX44" fmla="*/ 621506 w 3171825"/>
              <a:gd name="connsiteY44" fmla="*/ 399574 h 866775"/>
              <a:gd name="connsiteX45" fmla="*/ 539591 w 3171825"/>
              <a:gd name="connsiteY45" fmla="*/ 512921 h 866775"/>
              <a:gd name="connsiteX46" fmla="*/ 495776 w 3171825"/>
              <a:gd name="connsiteY46" fmla="*/ 443389 h 866775"/>
              <a:gd name="connsiteX47" fmla="*/ 685324 w 3171825"/>
              <a:gd name="connsiteY47" fmla="*/ 278606 h 866775"/>
              <a:gd name="connsiteX48" fmla="*/ 627221 w 3171825"/>
              <a:gd name="connsiteY48" fmla="*/ 214789 h 866775"/>
              <a:gd name="connsiteX49" fmla="*/ 437674 w 3171825"/>
              <a:gd name="connsiteY49" fmla="*/ 355759 h 866775"/>
              <a:gd name="connsiteX50" fmla="*/ 237649 w 3171825"/>
              <a:gd name="connsiteY50" fmla="*/ 529114 h 866775"/>
              <a:gd name="connsiteX51" fmla="*/ 97631 w 3171825"/>
              <a:gd name="connsiteY51" fmla="*/ 313849 h 866775"/>
              <a:gd name="connsiteX52" fmla="*/ 261461 w 3171825"/>
              <a:gd name="connsiteY52" fmla="*/ 69056 h 866775"/>
              <a:gd name="connsiteX53" fmla="*/ 329089 w 3171825"/>
              <a:gd name="connsiteY53" fmla="*/ 181451 h 866775"/>
              <a:gd name="connsiteX54" fmla="*/ 410051 w 3171825"/>
              <a:gd name="connsiteY54" fmla="*/ 121444 h 866775"/>
              <a:gd name="connsiteX55" fmla="*/ 265271 w 3171825"/>
              <a:gd name="connsiteY55" fmla="*/ 7144 h 866775"/>
              <a:gd name="connsiteX56" fmla="*/ 7144 w 3171825"/>
              <a:gd name="connsiteY56" fmla="*/ 324326 h 866775"/>
              <a:gd name="connsiteX57" fmla="*/ 220504 w 3171825"/>
              <a:gd name="connsiteY57" fmla="*/ 601504 h 866775"/>
              <a:gd name="connsiteX58" fmla="*/ 425291 w 3171825"/>
              <a:gd name="connsiteY58" fmla="*/ 472916 h 866775"/>
              <a:gd name="connsiteX59" fmla="*/ 525304 w 3171825"/>
              <a:gd name="connsiteY59" fmla="*/ 576739 h 866775"/>
              <a:gd name="connsiteX60" fmla="*/ 646271 w 3171825"/>
              <a:gd name="connsiteY60" fmla="*/ 485299 h 866775"/>
              <a:gd name="connsiteX61" fmla="*/ 734854 w 3171825"/>
              <a:gd name="connsiteY61" fmla="*/ 576739 h 866775"/>
              <a:gd name="connsiteX62" fmla="*/ 812959 w 3171825"/>
              <a:gd name="connsiteY62" fmla="*/ 532924 h 866775"/>
              <a:gd name="connsiteX63" fmla="*/ 904399 w 3171825"/>
              <a:gd name="connsiteY63" fmla="*/ 810101 h 866775"/>
              <a:gd name="connsiteX64" fmla="*/ 882491 w 3171825"/>
              <a:gd name="connsiteY64" fmla="*/ 577691 h 866775"/>
              <a:gd name="connsiteX65" fmla="*/ 969169 w 3171825"/>
              <a:gd name="connsiteY65" fmla="*/ 267176 h 866775"/>
              <a:gd name="connsiteX66" fmla="*/ 1015841 w 3171825"/>
              <a:gd name="connsiteY66" fmla="*/ 359569 h 866775"/>
              <a:gd name="connsiteX67" fmla="*/ 1007269 w 3171825"/>
              <a:gd name="connsiteY67" fmla="*/ 440531 h 866775"/>
              <a:gd name="connsiteX68" fmla="*/ 900589 w 3171825"/>
              <a:gd name="connsiteY68" fmla="*/ 545306 h 866775"/>
              <a:gd name="connsiteX69" fmla="*/ 941546 w 3171825"/>
              <a:gd name="connsiteY69" fmla="*/ 577691 h 866775"/>
              <a:gd name="connsiteX70" fmla="*/ 1072039 w 3171825"/>
              <a:gd name="connsiteY70" fmla="*/ 449104 h 866775"/>
              <a:gd name="connsiteX71" fmla="*/ 1150144 w 3171825"/>
              <a:gd name="connsiteY71" fmla="*/ 390049 h 866775"/>
              <a:gd name="connsiteX72" fmla="*/ 1149191 w 3171825"/>
              <a:gd name="connsiteY72" fmla="*/ 415766 h 866775"/>
              <a:gd name="connsiteX73" fmla="*/ 1244441 w 3171825"/>
              <a:gd name="connsiteY73" fmla="*/ 550069 h 866775"/>
              <a:gd name="connsiteX74" fmla="*/ 1349216 w 3171825"/>
              <a:gd name="connsiteY74" fmla="*/ 469106 h 866775"/>
              <a:gd name="connsiteX75" fmla="*/ 1352074 w 3171825"/>
              <a:gd name="connsiteY75" fmla="*/ 547211 h 866775"/>
              <a:gd name="connsiteX76" fmla="*/ 1155859 w 3171825"/>
              <a:gd name="connsiteY76" fmla="*/ 754856 h 866775"/>
              <a:gd name="connsiteX77" fmla="*/ 1259681 w 3171825"/>
              <a:gd name="connsiteY77" fmla="*/ 864394 h 866775"/>
              <a:gd name="connsiteX78" fmla="*/ 1419701 w 3171825"/>
              <a:gd name="connsiteY78" fmla="*/ 569119 h 866775"/>
              <a:gd name="connsiteX79" fmla="*/ 1529239 w 3171825"/>
              <a:gd name="connsiteY79" fmla="*/ 518636 h 866775"/>
              <a:gd name="connsiteX80" fmla="*/ 1640681 w 3171825"/>
              <a:gd name="connsiteY80" fmla="*/ 576739 h 866775"/>
              <a:gd name="connsiteX81" fmla="*/ 1813084 w 3171825"/>
              <a:gd name="connsiteY81" fmla="*/ 459581 h 866775"/>
              <a:gd name="connsiteX82" fmla="*/ 1868329 w 3171825"/>
              <a:gd name="connsiteY82" fmla="*/ 576739 h 866775"/>
              <a:gd name="connsiteX83" fmla="*/ 1980724 w 3171825"/>
              <a:gd name="connsiteY83" fmla="*/ 273844 h 866775"/>
              <a:gd name="connsiteX84" fmla="*/ 2074069 w 3171825"/>
              <a:gd name="connsiteY84" fmla="*/ 601504 h 866775"/>
              <a:gd name="connsiteX85" fmla="*/ 2198846 w 3171825"/>
              <a:gd name="connsiteY85" fmla="*/ 312896 h 866775"/>
              <a:gd name="connsiteX86" fmla="*/ 2307432 w 3171825"/>
              <a:gd name="connsiteY86" fmla="*/ 576739 h 866775"/>
              <a:gd name="connsiteX87" fmla="*/ 2412207 w 3171825"/>
              <a:gd name="connsiteY87" fmla="*/ 428149 h 866775"/>
              <a:gd name="connsiteX88" fmla="*/ 2521744 w 3171825"/>
              <a:gd name="connsiteY88" fmla="*/ 576739 h 866775"/>
              <a:gd name="connsiteX89" fmla="*/ 2618899 w 3171825"/>
              <a:gd name="connsiteY89" fmla="*/ 486251 h 866775"/>
              <a:gd name="connsiteX90" fmla="*/ 2670334 w 3171825"/>
              <a:gd name="connsiteY90" fmla="*/ 576739 h 866775"/>
              <a:gd name="connsiteX91" fmla="*/ 2803684 w 3171825"/>
              <a:gd name="connsiteY91" fmla="*/ 274796 h 866775"/>
              <a:gd name="connsiteX92" fmla="*/ 2947511 w 3171825"/>
              <a:gd name="connsiteY92" fmla="*/ 576739 h 866775"/>
              <a:gd name="connsiteX93" fmla="*/ 3040857 w 3171825"/>
              <a:gd name="connsiteY93" fmla="*/ 474821 h 866775"/>
              <a:gd name="connsiteX94" fmla="*/ 3121819 w 3171825"/>
              <a:gd name="connsiteY94" fmla="*/ 576739 h 866775"/>
              <a:gd name="connsiteX95" fmla="*/ 3169444 w 3171825"/>
              <a:gd name="connsiteY95" fmla="*/ 550069 h 866775"/>
              <a:gd name="connsiteX96" fmla="*/ 3092291 w 3171825"/>
              <a:gd name="connsiteY96" fmla="*/ 287179 h 866775"/>
              <a:gd name="connsiteX97" fmla="*/ 1267301 w 3171825"/>
              <a:gd name="connsiteY97" fmla="*/ 806291 h 866775"/>
              <a:gd name="connsiteX98" fmla="*/ 1226344 w 3171825"/>
              <a:gd name="connsiteY98" fmla="*/ 751999 h 866775"/>
              <a:gd name="connsiteX99" fmla="*/ 1353026 w 3171825"/>
              <a:gd name="connsiteY99" fmla="*/ 597694 h 866775"/>
              <a:gd name="connsiteX100" fmla="*/ 1267301 w 3171825"/>
              <a:gd name="connsiteY100" fmla="*/ 806291 h 866775"/>
              <a:gd name="connsiteX101" fmla="*/ 1614964 w 3171825"/>
              <a:gd name="connsiteY101" fmla="*/ 257651 h 866775"/>
              <a:gd name="connsiteX102" fmla="*/ 1653064 w 3171825"/>
              <a:gd name="connsiteY102" fmla="*/ 315754 h 866775"/>
              <a:gd name="connsiteX103" fmla="*/ 1569244 w 3171825"/>
              <a:gd name="connsiteY103" fmla="*/ 438626 h 866775"/>
              <a:gd name="connsiteX104" fmla="*/ 1614964 w 3171825"/>
              <a:gd name="connsiteY104" fmla="*/ 257651 h 866775"/>
            </a:gdLst>
            <a:ahLst/>
            <a:cxnLst/>
            <a:rect l="l" t="t" r="r" b="b"/>
            <a:pathLst>
              <a:path w="3171825" h="866775">
                <a:moveTo>
                  <a:pt x="3092291" y="287179"/>
                </a:moveTo>
                <a:cubicBezTo>
                  <a:pt x="3092291" y="241459"/>
                  <a:pt x="3089434" y="211931"/>
                  <a:pt x="3059907" y="211931"/>
                </a:cubicBezTo>
                <a:cubicBezTo>
                  <a:pt x="3046571" y="211931"/>
                  <a:pt x="3039904" y="214789"/>
                  <a:pt x="3027521" y="218599"/>
                </a:cubicBezTo>
                <a:cubicBezTo>
                  <a:pt x="3037999" y="371951"/>
                  <a:pt x="3003709" y="507206"/>
                  <a:pt x="2960846" y="507206"/>
                </a:cubicBezTo>
                <a:cubicBezTo>
                  <a:pt x="2905601" y="507206"/>
                  <a:pt x="2933224" y="178594"/>
                  <a:pt x="2816066" y="178594"/>
                </a:cubicBezTo>
                <a:cubicBezTo>
                  <a:pt x="2707482" y="178594"/>
                  <a:pt x="2692241" y="440531"/>
                  <a:pt x="2679859" y="440531"/>
                </a:cubicBezTo>
                <a:cubicBezTo>
                  <a:pt x="2671286" y="440531"/>
                  <a:pt x="2670334" y="371951"/>
                  <a:pt x="2670334" y="319564"/>
                </a:cubicBezTo>
                <a:cubicBezTo>
                  <a:pt x="2675096" y="294799"/>
                  <a:pt x="2677001" y="271939"/>
                  <a:pt x="2677001" y="254794"/>
                </a:cubicBezTo>
                <a:cubicBezTo>
                  <a:pt x="2677001" y="230029"/>
                  <a:pt x="2667476" y="188119"/>
                  <a:pt x="2611279" y="209074"/>
                </a:cubicBezTo>
                <a:cubicBezTo>
                  <a:pt x="2613184" y="396716"/>
                  <a:pt x="2576036" y="510064"/>
                  <a:pt x="2533174" y="510064"/>
                </a:cubicBezTo>
                <a:cubicBezTo>
                  <a:pt x="2471261" y="510064"/>
                  <a:pt x="2470309" y="340519"/>
                  <a:pt x="2470309" y="292894"/>
                </a:cubicBezTo>
                <a:cubicBezTo>
                  <a:pt x="2470309" y="247174"/>
                  <a:pt x="2473166" y="186214"/>
                  <a:pt x="2405539" y="208121"/>
                </a:cubicBezTo>
                <a:cubicBezTo>
                  <a:pt x="2395061" y="371951"/>
                  <a:pt x="2352199" y="494824"/>
                  <a:pt x="2325529" y="494824"/>
                </a:cubicBezTo>
                <a:cubicBezTo>
                  <a:pt x="2285524" y="494824"/>
                  <a:pt x="2293144" y="211931"/>
                  <a:pt x="2206466" y="211931"/>
                </a:cubicBezTo>
                <a:cubicBezTo>
                  <a:pt x="2128361" y="211931"/>
                  <a:pt x="2103596" y="479584"/>
                  <a:pt x="2087404" y="479584"/>
                </a:cubicBezTo>
                <a:cubicBezTo>
                  <a:pt x="2057876" y="479584"/>
                  <a:pt x="2096929" y="178594"/>
                  <a:pt x="1983581" y="178594"/>
                </a:cubicBezTo>
                <a:cubicBezTo>
                  <a:pt x="1924526" y="178594"/>
                  <a:pt x="1900714" y="279559"/>
                  <a:pt x="1877854" y="391954"/>
                </a:cubicBezTo>
                <a:cubicBezTo>
                  <a:pt x="1873091" y="413861"/>
                  <a:pt x="1868329" y="414814"/>
                  <a:pt x="1867376" y="390049"/>
                </a:cubicBezTo>
                <a:cubicBezTo>
                  <a:pt x="1866424" y="370046"/>
                  <a:pt x="1866424" y="347186"/>
                  <a:pt x="1866424" y="327184"/>
                </a:cubicBezTo>
                <a:cubicBezTo>
                  <a:pt x="1894999" y="213836"/>
                  <a:pt x="1859756" y="171926"/>
                  <a:pt x="1807369" y="202406"/>
                </a:cubicBezTo>
                <a:cubicBezTo>
                  <a:pt x="1824514" y="411004"/>
                  <a:pt x="1728311" y="512921"/>
                  <a:pt x="1654969" y="512921"/>
                </a:cubicBezTo>
                <a:cubicBezTo>
                  <a:pt x="1628299" y="512921"/>
                  <a:pt x="1607344" y="501491"/>
                  <a:pt x="1592104" y="483394"/>
                </a:cubicBezTo>
                <a:cubicBezTo>
                  <a:pt x="1680686" y="429101"/>
                  <a:pt x="1719739" y="367189"/>
                  <a:pt x="1719739" y="306229"/>
                </a:cubicBezTo>
                <a:cubicBezTo>
                  <a:pt x="1719739" y="240506"/>
                  <a:pt x="1681639" y="202406"/>
                  <a:pt x="1619726" y="202406"/>
                </a:cubicBezTo>
                <a:cubicBezTo>
                  <a:pt x="1532096" y="202406"/>
                  <a:pt x="1483519" y="292894"/>
                  <a:pt x="1483519" y="369094"/>
                </a:cubicBezTo>
                <a:cubicBezTo>
                  <a:pt x="1483519" y="410051"/>
                  <a:pt x="1491139" y="445294"/>
                  <a:pt x="1503521" y="473869"/>
                </a:cubicBezTo>
                <a:cubicBezTo>
                  <a:pt x="1473041" y="488156"/>
                  <a:pt x="1445419" y="500539"/>
                  <a:pt x="1418749" y="512921"/>
                </a:cubicBezTo>
                <a:cubicBezTo>
                  <a:pt x="1416844" y="433864"/>
                  <a:pt x="1407319" y="350996"/>
                  <a:pt x="1400651" y="274796"/>
                </a:cubicBezTo>
                <a:cubicBezTo>
                  <a:pt x="1353979" y="262414"/>
                  <a:pt x="1340644" y="284321"/>
                  <a:pt x="1336834" y="326231"/>
                </a:cubicBezTo>
                <a:cubicBezTo>
                  <a:pt x="1328261" y="420529"/>
                  <a:pt x="1293971" y="479584"/>
                  <a:pt x="1262539" y="479584"/>
                </a:cubicBezTo>
                <a:cubicBezTo>
                  <a:pt x="1239679" y="479584"/>
                  <a:pt x="1225391" y="451009"/>
                  <a:pt x="1223486" y="421481"/>
                </a:cubicBezTo>
                <a:cubicBezTo>
                  <a:pt x="1214914" y="270034"/>
                  <a:pt x="1337786" y="228124"/>
                  <a:pt x="1402556" y="250031"/>
                </a:cubicBezTo>
                <a:cubicBezTo>
                  <a:pt x="1415891" y="216694"/>
                  <a:pt x="1401604" y="192881"/>
                  <a:pt x="1343501" y="192881"/>
                </a:cubicBezTo>
                <a:cubicBezTo>
                  <a:pt x="1273016" y="192881"/>
                  <a:pt x="1220629" y="235744"/>
                  <a:pt x="1181576" y="290989"/>
                </a:cubicBezTo>
                <a:cubicBezTo>
                  <a:pt x="1155859" y="327184"/>
                  <a:pt x="1126331" y="353854"/>
                  <a:pt x="1086326" y="385286"/>
                </a:cubicBezTo>
                <a:cubicBezTo>
                  <a:pt x="1087279" y="375761"/>
                  <a:pt x="1088231" y="367189"/>
                  <a:pt x="1088231" y="358616"/>
                </a:cubicBezTo>
                <a:cubicBezTo>
                  <a:pt x="1088231" y="251936"/>
                  <a:pt x="1030129" y="204311"/>
                  <a:pt x="974884" y="204311"/>
                </a:cubicBezTo>
                <a:cubicBezTo>
                  <a:pt x="929164" y="204311"/>
                  <a:pt x="900589" y="231934"/>
                  <a:pt x="883444" y="273844"/>
                </a:cubicBezTo>
                <a:cubicBezTo>
                  <a:pt x="879634" y="231934"/>
                  <a:pt x="871061" y="213836"/>
                  <a:pt x="846296" y="213836"/>
                </a:cubicBezTo>
                <a:cubicBezTo>
                  <a:pt x="835819" y="213836"/>
                  <a:pt x="821531" y="216694"/>
                  <a:pt x="805339" y="224314"/>
                </a:cubicBezTo>
                <a:cubicBezTo>
                  <a:pt x="812959" y="248126"/>
                  <a:pt x="814864" y="300514"/>
                  <a:pt x="814864" y="334804"/>
                </a:cubicBezTo>
                <a:cubicBezTo>
                  <a:pt x="814864" y="463391"/>
                  <a:pt x="777716" y="520541"/>
                  <a:pt x="742474" y="520541"/>
                </a:cubicBezTo>
                <a:cubicBezTo>
                  <a:pt x="701516" y="520541"/>
                  <a:pt x="695801" y="368141"/>
                  <a:pt x="691991" y="309086"/>
                </a:cubicBezTo>
                <a:cubicBezTo>
                  <a:pt x="687229" y="307181"/>
                  <a:pt x="681514" y="305276"/>
                  <a:pt x="671989" y="305276"/>
                </a:cubicBezTo>
                <a:cubicBezTo>
                  <a:pt x="635794" y="305276"/>
                  <a:pt x="631031" y="354806"/>
                  <a:pt x="621506" y="399574"/>
                </a:cubicBezTo>
                <a:cubicBezTo>
                  <a:pt x="611029" y="450056"/>
                  <a:pt x="582454" y="512921"/>
                  <a:pt x="539591" y="512921"/>
                </a:cubicBezTo>
                <a:cubicBezTo>
                  <a:pt x="513874" y="512921"/>
                  <a:pt x="497681" y="488156"/>
                  <a:pt x="495776" y="443389"/>
                </a:cubicBezTo>
                <a:cubicBezTo>
                  <a:pt x="491966" y="352901"/>
                  <a:pt x="567214" y="245269"/>
                  <a:pt x="685324" y="278606"/>
                </a:cubicBezTo>
                <a:cubicBezTo>
                  <a:pt x="700564" y="242411"/>
                  <a:pt x="676751" y="214789"/>
                  <a:pt x="627221" y="214789"/>
                </a:cubicBezTo>
                <a:cubicBezTo>
                  <a:pt x="540544" y="214789"/>
                  <a:pt x="469106" y="279559"/>
                  <a:pt x="437674" y="355759"/>
                </a:cubicBezTo>
                <a:cubicBezTo>
                  <a:pt x="406241" y="426244"/>
                  <a:pt x="350996" y="529114"/>
                  <a:pt x="237649" y="529114"/>
                </a:cubicBezTo>
                <a:cubicBezTo>
                  <a:pt x="157639" y="529114"/>
                  <a:pt x="97631" y="459581"/>
                  <a:pt x="97631" y="313849"/>
                </a:cubicBezTo>
                <a:cubicBezTo>
                  <a:pt x="97631" y="188119"/>
                  <a:pt x="176689" y="69056"/>
                  <a:pt x="261461" y="69056"/>
                </a:cubicBezTo>
                <a:cubicBezTo>
                  <a:pt x="320516" y="69056"/>
                  <a:pt x="333851" y="127159"/>
                  <a:pt x="329089" y="181451"/>
                </a:cubicBezTo>
                <a:cubicBezTo>
                  <a:pt x="359569" y="206216"/>
                  <a:pt x="410051" y="183356"/>
                  <a:pt x="410051" y="121444"/>
                </a:cubicBezTo>
                <a:cubicBezTo>
                  <a:pt x="410051" y="79534"/>
                  <a:pt x="375761" y="7144"/>
                  <a:pt x="265271" y="7144"/>
                </a:cubicBezTo>
                <a:cubicBezTo>
                  <a:pt x="128111" y="7144"/>
                  <a:pt x="7144" y="144304"/>
                  <a:pt x="7144" y="324326"/>
                </a:cubicBezTo>
                <a:cubicBezTo>
                  <a:pt x="7144" y="498634"/>
                  <a:pt x="95726" y="601504"/>
                  <a:pt x="220504" y="601504"/>
                </a:cubicBezTo>
                <a:cubicBezTo>
                  <a:pt x="299561" y="601504"/>
                  <a:pt x="373856" y="556736"/>
                  <a:pt x="425291" y="472916"/>
                </a:cubicBezTo>
                <a:cubicBezTo>
                  <a:pt x="438626" y="545306"/>
                  <a:pt x="488156" y="576739"/>
                  <a:pt x="525304" y="576739"/>
                </a:cubicBezTo>
                <a:cubicBezTo>
                  <a:pt x="585311" y="576739"/>
                  <a:pt x="624364" y="537686"/>
                  <a:pt x="646271" y="485299"/>
                </a:cubicBezTo>
                <a:cubicBezTo>
                  <a:pt x="659606" y="537686"/>
                  <a:pt x="688181" y="576739"/>
                  <a:pt x="734854" y="576739"/>
                </a:cubicBezTo>
                <a:cubicBezTo>
                  <a:pt x="768191" y="576739"/>
                  <a:pt x="793909" y="559594"/>
                  <a:pt x="812959" y="532924"/>
                </a:cubicBezTo>
                <a:cubicBezTo>
                  <a:pt x="805339" y="716756"/>
                  <a:pt x="795814" y="832961"/>
                  <a:pt x="904399" y="810101"/>
                </a:cubicBezTo>
                <a:cubicBezTo>
                  <a:pt x="887254" y="757714"/>
                  <a:pt x="882491" y="663416"/>
                  <a:pt x="882491" y="577691"/>
                </a:cubicBezTo>
                <a:cubicBezTo>
                  <a:pt x="882491" y="344329"/>
                  <a:pt x="920591" y="267176"/>
                  <a:pt x="969169" y="267176"/>
                </a:cubicBezTo>
                <a:cubicBezTo>
                  <a:pt x="1004411" y="267176"/>
                  <a:pt x="1015841" y="311944"/>
                  <a:pt x="1015841" y="359569"/>
                </a:cubicBezTo>
                <a:cubicBezTo>
                  <a:pt x="1015841" y="385286"/>
                  <a:pt x="1012984" y="413861"/>
                  <a:pt x="1007269" y="440531"/>
                </a:cubicBezTo>
                <a:cubicBezTo>
                  <a:pt x="948214" y="477679"/>
                  <a:pt x="900589" y="507206"/>
                  <a:pt x="900589" y="545306"/>
                </a:cubicBezTo>
                <a:cubicBezTo>
                  <a:pt x="900589" y="574834"/>
                  <a:pt x="922496" y="577691"/>
                  <a:pt x="941546" y="577691"/>
                </a:cubicBezTo>
                <a:cubicBezTo>
                  <a:pt x="987266" y="577691"/>
                  <a:pt x="1041559" y="532924"/>
                  <a:pt x="1072039" y="449104"/>
                </a:cubicBezTo>
                <a:cubicBezTo>
                  <a:pt x="1098709" y="432911"/>
                  <a:pt x="1125379" y="414814"/>
                  <a:pt x="1150144" y="390049"/>
                </a:cubicBezTo>
                <a:cubicBezTo>
                  <a:pt x="1149191" y="398621"/>
                  <a:pt x="1149191" y="407194"/>
                  <a:pt x="1149191" y="415766"/>
                </a:cubicBezTo>
                <a:cubicBezTo>
                  <a:pt x="1149191" y="499586"/>
                  <a:pt x="1185386" y="550069"/>
                  <a:pt x="1244441" y="550069"/>
                </a:cubicBezTo>
                <a:cubicBezTo>
                  <a:pt x="1290161" y="550069"/>
                  <a:pt x="1324451" y="517684"/>
                  <a:pt x="1349216" y="469106"/>
                </a:cubicBezTo>
                <a:cubicBezTo>
                  <a:pt x="1351121" y="496729"/>
                  <a:pt x="1352074" y="523399"/>
                  <a:pt x="1352074" y="547211"/>
                </a:cubicBezTo>
                <a:cubicBezTo>
                  <a:pt x="1258729" y="590074"/>
                  <a:pt x="1155859" y="633889"/>
                  <a:pt x="1155859" y="754856"/>
                </a:cubicBezTo>
                <a:cubicBezTo>
                  <a:pt x="1155859" y="817721"/>
                  <a:pt x="1201579" y="864394"/>
                  <a:pt x="1259681" y="864394"/>
                </a:cubicBezTo>
                <a:cubicBezTo>
                  <a:pt x="1389221" y="864394"/>
                  <a:pt x="1418749" y="728186"/>
                  <a:pt x="1419701" y="569119"/>
                </a:cubicBezTo>
                <a:cubicBezTo>
                  <a:pt x="1461611" y="551021"/>
                  <a:pt x="1493044" y="536734"/>
                  <a:pt x="1529239" y="518636"/>
                </a:cubicBezTo>
                <a:cubicBezTo>
                  <a:pt x="1560671" y="557689"/>
                  <a:pt x="1602581" y="576739"/>
                  <a:pt x="1640681" y="576739"/>
                </a:cubicBezTo>
                <a:cubicBezTo>
                  <a:pt x="1714024" y="576739"/>
                  <a:pt x="1768316" y="537686"/>
                  <a:pt x="1813084" y="459581"/>
                </a:cubicBezTo>
                <a:cubicBezTo>
                  <a:pt x="1820704" y="519589"/>
                  <a:pt x="1835944" y="576739"/>
                  <a:pt x="1868329" y="576739"/>
                </a:cubicBezTo>
                <a:cubicBezTo>
                  <a:pt x="1926431" y="576739"/>
                  <a:pt x="1937861" y="273844"/>
                  <a:pt x="1980724" y="273844"/>
                </a:cubicBezTo>
                <a:cubicBezTo>
                  <a:pt x="2014061" y="273844"/>
                  <a:pt x="1986439" y="601504"/>
                  <a:pt x="2074069" y="601504"/>
                </a:cubicBezTo>
                <a:cubicBezTo>
                  <a:pt x="2148364" y="601504"/>
                  <a:pt x="2162651" y="312896"/>
                  <a:pt x="2198846" y="312896"/>
                </a:cubicBezTo>
                <a:cubicBezTo>
                  <a:pt x="2224564" y="312896"/>
                  <a:pt x="2226469" y="576739"/>
                  <a:pt x="2307432" y="576739"/>
                </a:cubicBezTo>
                <a:cubicBezTo>
                  <a:pt x="2347436" y="576739"/>
                  <a:pt x="2390299" y="529114"/>
                  <a:pt x="2412207" y="428149"/>
                </a:cubicBezTo>
                <a:cubicBezTo>
                  <a:pt x="2422684" y="494824"/>
                  <a:pt x="2456021" y="576739"/>
                  <a:pt x="2521744" y="576739"/>
                </a:cubicBezTo>
                <a:cubicBezTo>
                  <a:pt x="2559844" y="576739"/>
                  <a:pt x="2593182" y="537686"/>
                  <a:pt x="2618899" y="486251"/>
                </a:cubicBezTo>
                <a:cubicBezTo>
                  <a:pt x="2625566" y="539591"/>
                  <a:pt x="2640807" y="576739"/>
                  <a:pt x="2670334" y="576739"/>
                </a:cubicBezTo>
                <a:cubicBezTo>
                  <a:pt x="2746534" y="576739"/>
                  <a:pt x="2743676" y="274796"/>
                  <a:pt x="2803684" y="274796"/>
                </a:cubicBezTo>
                <a:cubicBezTo>
                  <a:pt x="2850357" y="274796"/>
                  <a:pt x="2836069" y="576739"/>
                  <a:pt x="2947511" y="576739"/>
                </a:cubicBezTo>
                <a:cubicBezTo>
                  <a:pt x="3000851" y="576739"/>
                  <a:pt x="3025616" y="531971"/>
                  <a:pt x="3040857" y="474821"/>
                </a:cubicBezTo>
                <a:cubicBezTo>
                  <a:pt x="3061811" y="558641"/>
                  <a:pt x="3094196" y="576739"/>
                  <a:pt x="3121819" y="576739"/>
                </a:cubicBezTo>
                <a:cubicBezTo>
                  <a:pt x="3138964" y="576739"/>
                  <a:pt x="3152299" y="571024"/>
                  <a:pt x="3169444" y="550069"/>
                </a:cubicBezTo>
                <a:cubicBezTo>
                  <a:pt x="3085624" y="511969"/>
                  <a:pt x="3092291" y="375761"/>
                  <a:pt x="3092291" y="287179"/>
                </a:cubicBezTo>
                <a:close/>
                <a:moveTo>
                  <a:pt x="1267301" y="806291"/>
                </a:moveTo>
                <a:cubicBezTo>
                  <a:pt x="1240631" y="806291"/>
                  <a:pt x="1226344" y="780574"/>
                  <a:pt x="1226344" y="751999"/>
                </a:cubicBezTo>
                <a:cubicBezTo>
                  <a:pt x="1226344" y="674846"/>
                  <a:pt x="1283494" y="632936"/>
                  <a:pt x="1353026" y="597694"/>
                </a:cubicBezTo>
                <a:cubicBezTo>
                  <a:pt x="1349216" y="768191"/>
                  <a:pt x="1310164" y="806291"/>
                  <a:pt x="1267301" y="806291"/>
                </a:cubicBezTo>
                <a:close/>
                <a:moveTo>
                  <a:pt x="1614964" y="257651"/>
                </a:moveTo>
                <a:cubicBezTo>
                  <a:pt x="1640681" y="257651"/>
                  <a:pt x="1655921" y="281464"/>
                  <a:pt x="1653064" y="315754"/>
                </a:cubicBezTo>
                <a:cubicBezTo>
                  <a:pt x="1650206" y="355759"/>
                  <a:pt x="1620679" y="402431"/>
                  <a:pt x="1569244" y="438626"/>
                </a:cubicBezTo>
                <a:cubicBezTo>
                  <a:pt x="1543526" y="362426"/>
                  <a:pt x="1563529" y="257651"/>
                  <a:pt x="1614964" y="257651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9CD0850-5040-0CC6-F657-BF2242F63884}"/>
              </a:ext>
            </a:extLst>
          </p:cNvPr>
          <p:cNvSpPr>
            <a:spLocks noGrp="1"/>
          </p:cNvSpPr>
          <p:nvPr/>
        </p:nvSpPr>
        <p:spPr>
          <a:xfrm>
            <a:off x="1588847" y="6047291"/>
            <a:ext cx="45647" cy="50212"/>
          </a:xfrm>
          <a:custGeom>
            <a:avLst/>
            <a:gdLst>
              <a:gd name="connsiteX0" fmla="*/ 51942 w 95250"/>
              <a:gd name="connsiteY0" fmla="*/ 99569 h 104775"/>
              <a:gd name="connsiteX1" fmla="*/ 93853 w 95250"/>
              <a:gd name="connsiteY1" fmla="*/ 51944 h 104775"/>
              <a:gd name="connsiteX2" fmla="*/ 51942 w 95250"/>
              <a:gd name="connsiteY2" fmla="*/ 7176 h 104775"/>
              <a:gd name="connsiteX3" fmla="*/ 7175 w 95250"/>
              <a:gd name="connsiteY3" fmla="*/ 54801 h 104775"/>
              <a:gd name="connsiteX4" fmla="*/ 51942 w 95250"/>
              <a:gd name="connsiteY4" fmla="*/ 99569 h 104775"/>
            </a:gdLst>
            <a:ahLst/>
            <a:cxnLst/>
            <a:rect l="l" t="t" r="r" b="b"/>
            <a:pathLst>
              <a:path w="95250" h="104775">
                <a:moveTo>
                  <a:pt x="51942" y="99569"/>
                </a:moveTo>
                <a:cubicBezTo>
                  <a:pt x="76707" y="98616"/>
                  <a:pt x="93853" y="77661"/>
                  <a:pt x="93853" y="51944"/>
                </a:cubicBezTo>
                <a:cubicBezTo>
                  <a:pt x="93853" y="26226"/>
                  <a:pt x="76707" y="6224"/>
                  <a:pt x="51942" y="7176"/>
                </a:cubicBezTo>
                <a:cubicBezTo>
                  <a:pt x="27178" y="8129"/>
                  <a:pt x="7175" y="29084"/>
                  <a:pt x="7175" y="54801"/>
                </a:cubicBezTo>
                <a:cubicBezTo>
                  <a:pt x="6222" y="80519"/>
                  <a:pt x="27178" y="100521"/>
                  <a:pt x="51942" y="99569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8F4CC8-6692-0A4C-C931-B50A99D5E8D4}"/>
              </a:ext>
            </a:extLst>
          </p:cNvPr>
          <p:cNvSpPr>
            <a:spLocks noGrp="1"/>
          </p:cNvSpPr>
          <p:nvPr/>
        </p:nvSpPr>
        <p:spPr>
          <a:xfrm>
            <a:off x="1886483" y="6055963"/>
            <a:ext cx="45647" cy="45647"/>
          </a:xfrm>
          <a:custGeom>
            <a:avLst/>
            <a:gdLst>
              <a:gd name="connsiteX0" fmla="*/ 48101 w 95250"/>
              <a:gd name="connsiteY0" fmla="*/ 94808 h 95250"/>
              <a:gd name="connsiteX1" fmla="*/ 89059 w 95250"/>
              <a:gd name="connsiteY1" fmla="*/ 49088 h 95250"/>
              <a:gd name="connsiteX2" fmla="*/ 48101 w 95250"/>
              <a:gd name="connsiteY2" fmla="*/ 7178 h 95250"/>
              <a:gd name="connsiteX3" fmla="*/ 7144 w 95250"/>
              <a:gd name="connsiteY3" fmla="*/ 52898 h 95250"/>
              <a:gd name="connsiteX4" fmla="*/ 48101 w 95250"/>
              <a:gd name="connsiteY4" fmla="*/ 94808 h 95250"/>
            </a:gdLst>
            <a:ahLst/>
            <a:cxnLst/>
            <a:rect l="l" t="t" r="r" b="b"/>
            <a:pathLst>
              <a:path w="95250" h="95250">
                <a:moveTo>
                  <a:pt x="48101" y="94808"/>
                </a:moveTo>
                <a:cubicBezTo>
                  <a:pt x="70961" y="93856"/>
                  <a:pt x="89059" y="73853"/>
                  <a:pt x="89059" y="49088"/>
                </a:cubicBezTo>
                <a:cubicBezTo>
                  <a:pt x="89059" y="25275"/>
                  <a:pt x="70961" y="6225"/>
                  <a:pt x="48101" y="7178"/>
                </a:cubicBezTo>
                <a:cubicBezTo>
                  <a:pt x="25241" y="8131"/>
                  <a:pt x="7144" y="28133"/>
                  <a:pt x="7144" y="52898"/>
                </a:cubicBezTo>
                <a:cubicBezTo>
                  <a:pt x="8096" y="76711"/>
                  <a:pt x="26194" y="95761"/>
                  <a:pt x="48101" y="94808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645E874-9471-204B-FEA4-29B6C3830313}"/>
              </a:ext>
            </a:extLst>
          </p:cNvPr>
          <p:cNvSpPr>
            <a:spLocks noGrp="1"/>
          </p:cNvSpPr>
          <p:nvPr/>
        </p:nvSpPr>
        <p:spPr>
          <a:xfrm>
            <a:off x="1981885" y="6021288"/>
            <a:ext cx="324096" cy="278450"/>
          </a:xfrm>
          <a:custGeom>
            <a:avLst/>
            <a:gdLst>
              <a:gd name="connsiteX0" fmla="*/ 553879 w 676275"/>
              <a:gd name="connsiteY0" fmla="*/ 254794 h 581025"/>
              <a:gd name="connsiteX1" fmla="*/ 451009 w 676275"/>
              <a:gd name="connsiteY1" fmla="*/ 342424 h 581025"/>
              <a:gd name="connsiteX2" fmla="*/ 375761 w 676275"/>
              <a:gd name="connsiteY2" fmla="*/ 469106 h 581025"/>
              <a:gd name="connsiteX3" fmla="*/ 273844 w 676275"/>
              <a:gd name="connsiteY3" fmla="*/ 561499 h 581025"/>
              <a:gd name="connsiteX4" fmla="*/ 132874 w 676275"/>
              <a:gd name="connsiteY4" fmla="*/ 569119 h 581025"/>
              <a:gd name="connsiteX5" fmla="*/ 7144 w 676275"/>
              <a:gd name="connsiteY5" fmla="*/ 383381 h 581025"/>
              <a:gd name="connsiteX6" fmla="*/ 371951 w 676275"/>
              <a:gd name="connsiteY6" fmla="*/ 7144 h 581025"/>
              <a:gd name="connsiteX7" fmla="*/ 371951 w 676275"/>
              <a:gd name="connsiteY7" fmla="*/ 7144 h 581025"/>
              <a:gd name="connsiteX8" fmla="*/ 371951 w 676275"/>
              <a:gd name="connsiteY8" fmla="*/ 7144 h 581025"/>
              <a:gd name="connsiteX9" fmla="*/ 388144 w 676275"/>
              <a:gd name="connsiteY9" fmla="*/ 13811 h 581025"/>
              <a:gd name="connsiteX10" fmla="*/ 571024 w 676275"/>
              <a:gd name="connsiteY10" fmla="*/ 127159 h 581025"/>
              <a:gd name="connsiteX11" fmla="*/ 675799 w 676275"/>
              <a:gd name="connsiteY11" fmla="*/ 287179 h 581025"/>
              <a:gd name="connsiteX12" fmla="*/ 553879 w 676275"/>
              <a:gd name="connsiteY12" fmla="*/ 254794 h 581025"/>
            </a:gdLst>
            <a:ahLst/>
            <a:cxnLst/>
            <a:rect l="l" t="t" r="r" b="b"/>
            <a:pathLst>
              <a:path w="676275" h="581025">
                <a:moveTo>
                  <a:pt x="553879" y="254794"/>
                </a:moveTo>
                <a:cubicBezTo>
                  <a:pt x="507206" y="265271"/>
                  <a:pt x="475774" y="304324"/>
                  <a:pt x="451009" y="342424"/>
                </a:cubicBezTo>
                <a:cubicBezTo>
                  <a:pt x="424339" y="383381"/>
                  <a:pt x="403384" y="428149"/>
                  <a:pt x="375761" y="469106"/>
                </a:cubicBezTo>
                <a:cubicBezTo>
                  <a:pt x="349091" y="507206"/>
                  <a:pt x="316706" y="542449"/>
                  <a:pt x="273844" y="561499"/>
                </a:cubicBezTo>
                <a:cubicBezTo>
                  <a:pt x="229076" y="581501"/>
                  <a:pt x="179546" y="584359"/>
                  <a:pt x="132874" y="569119"/>
                </a:cubicBezTo>
                <a:cubicBezTo>
                  <a:pt x="58579" y="538639"/>
                  <a:pt x="7144" y="464344"/>
                  <a:pt x="7144" y="383381"/>
                </a:cubicBezTo>
                <a:cubicBezTo>
                  <a:pt x="7144" y="177641"/>
                  <a:pt x="290036" y="105251"/>
                  <a:pt x="371951" y="7144"/>
                </a:cubicBezTo>
                <a:cubicBezTo>
                  <a:pt x="371951" y="7144"/>
                  <a:pt x="371951" y="7144"/>
                  <a:pt x="371951" y="7144"/>
                </a:cubicBezTo>
                <a:lnTo>
                  <a:pt x="371951" y="7144"/>
                </a:lnTo>
                <a:cubicBezTo>
                  <a:pt x="377666" y="9049"/>
                  <a:pt x="382429" y="11906"/>
                  <a:pt x="388144" y="13811"/>
                </a:cubicBezTo>
                <a:cubicBezTo>
                  <a:pt x="454819" y="41434"/>
                  <a:pt x="517684" y="78581"/>
                  <a:pt x="571024" y="127159"/>
                </a:cubicBezTo>
                <a:cubicBezTo>
                  <a:pt x="620554" y="172879"/>
                  <a:pt x="657701" y="226219"/>
                  <a:pt x="675799" y="287179"/>
                </a:cubicBezTo>
                <a:cubicBezTo>
                  <a:pt x="646271" y="255746"/>
                  <a:pt x="595789" y="244316"/>
                  <a:pt x="553879" y="254794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CD723AF-3402-E7B5-291B-2ABCD137B39E}"/>
              </a:ext>
            </a:extLst>
          </p:cNvPr>
          <p:cNvSpPr>
            <a:spLocks noGrp="1"/>
          </p:cNvSpPr>
          <p:nvPr/>
        </p:nvSpPr>
        <p:spPr>
          <a:xfrm>
            <a:off x="2096461" y="6150398"/>
            <a:ext cx="219107" cy="178025"/>
          </a:xfrm>
          <a:custGeom>
            <a:avLst/>
            <a:gdLst>
              <a:gd name="connsiteX0" fmla="*/ 443389 w 457200"/>
              <a:gd name="connsiteY0" fmla="*/ 151121 h 371475"/>
              <a:gd name="connsiteX1" fmla="*/ 340519 w 457200"/>
              <a:gd name="connsiteY1" fmla="*/ 250181 h 371475"/>
              <a:gd name="connsiteX2" fmla="*/ 193834 w 457200"/>
              <a:gd name="connsiteY2" fmla="*/ 204461 h 371475"/>
              <a:gd name="connsiteX3" fmla="*/ 299561 w 457200"/>
              <a:gd name="connsiteY3" fmla="*/ 298759 h 371475"/>
              <a:gd name="connsiteX4" fmla="*/ 161449 w 457200"/>
              <a:gd name="connsiteY4" fmla="*/ 360671 h 371475"/>
              <a:gd name="connsiteX5" fmla="*/ 79534 w 457200"/>
              <a:gd name="connsiteY5" fmla="*/ 367339 h 371475"/>
              <a:gd name="connsiteX6" fmla="*/ 7144 w 457200"/>
              <a:gd name="connsiteY6" fmla="*/ 348289 h 371475"/>
              <a:gd name="connsiteX7" fmla="*/ 120491 w 457200"/>
              <a:gd name="connsiteY7" fmla="*/ 276851 h 371475"/>
              <a:gd name="connsiteX8" fmla="*/ 188119 w 457200"/>
              <a:gd name="connsiteY8" fmla="*/ 175886 h 371475"/>
              <a:gd name="connsiteX9" fmla="*/ 250031 w 457200"/>
              <a:gd name="connsiteY9" fmla="*/ 64444 h 371475"/>
              <a:gd name="connsiteX10" fmla="*/ 339566 w 457200"/>
              <a:gd name="connsiteY10" fmla="*/ 7294 h 371475"/>
              <a:gd name="connsiteX11" fmla="*/ 438626 w 457200"/>
              <a:gd name="connsiteY11" fmla="*/ 58729 h 371475"/>
              <a:gd name="connsiteX12" fmla="*/ 443389 w 457200"/>
              <a:gd name="connsiteY12" fmla="*/ 151121 h 371475"/>
            </a:gdLst>
            <a:ahLst/>
            <a:cxnLst/>
            <a:rect l="l" t="t" r="r" b="b"/>
            <a:pathLst>
              <a:path w="457200" h="371475">
                <a:moveTo>
                  <a:pt x="443389" y="151121"/>
                </a:moveTo>
                <a:cubicBezTo>
                  <a:pt x="428149" y="198746"/>
                  <a:pt x="389096" y="236846"/>
                  <a:pt x="340519" y="250181"/>
                </a:cubicBezTo>
                <a:cubicBezTo>
                  <a:pt x="285274" y="265421"/>
                  <a:pt x="230029" y="249229"/>
                  <a:pt x="193834" y="204461"/>
                </a:cubicBezTo>
                <a:cubicBezTo>
                  <a:pt x="197644" y="261611"/>
                  <a:pt x="243364" y="299711"/>
                  <a:pt x="299561" y="298759"/>
                </a:cubicBezTo>
                <a:cubicBezTo>
                  <a:pt x="263366" y="334954"/>
                  <a:pt x="210026" y="352099"/>
                  <a:pt x="161449" y="360671"/>
                </a:cubicBezTo>
                <a:cubicBezTo>
                  <a:pt x="134779" y="365434"/>
                  <a:pt x="107156" y="368291"/>
                  <a:pt x="79534" y="367339"/>
                </a:cubicBezTo>
                <a:cubicBezTo>
                  <a:pt x="55721" y="366386"/>
                  <a:pt x="27146" y="363529"/>
                  <a:pt x="7144" y="348289"/>
                </a:cubicBezTo>
                <a:cubicBezTo>
                  <a:pt x="50959" y="334954"/>
                  <a:pt x="90011" y="310189"/>
                  <a:pt x="120491" y="276851"/>
                </a:cubicBezTo>
                <a:cubicBezTo>
                  <a:pt x="148114" y="246371"/>
                  <a:pt x="169069" y="211129"/>
                  <a:pt x="188119" y="175886"/>
                </a:cubicBezTo>
                <a:cubicBezTo>
                  <a:pt x="208121" y="138739"/>
                  <a:pt x="225266" y="98734"/>
                  <a:pt x="250031" y="64444"/>
                </a:cubicBezTo>
                <a:cubicBezTo>
                  <a:pt x="271939" y="33964"/>
                  <a:pt x="300514" y="9199"/>
                  <a:pt x="339566" y="7294"/>
                </a:cubicBezTo>
                <a:cubicBezTo>
                  <a:pt x="379571" y="5389"/>
                  <a:pt x="419576" y="21581"/>
                  <a:pt x="438626" y="58729"/>
                </a:cubicBezTo>
                <a:cubicBezTo>
                  <a:pt x="453866" y="88256"/>
                  <a:pt x="452914" y="120641"/>
                  <a:pt x="443389" y="151121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a">
    <p:bg>
      <p:bgPr>
        <a:gradFill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">
            <a:extLst>
              <a:ext uri="{FF2B5EF4-FFF2-40B4-BE49-F238E27FC236}">
                <a16:creationId xmlns:a16="http://schemas.microsoft.com/office/drawing/2014/main" id="{263427DF-DAE9-5C4C-6A1A-438ED4F52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5457155"/>
            <a:ext cx="11090276" cy="246221"/>
          </a:xfrm>
          <a:prstGeom prst="rect">
            <a:avLst/>
          </a:prstGeom>
        </p:spPr>
        <p:txBody>
          <a:bodyPr wrap="square" lIns="18000" tIns="0" rIns="0" anchor="b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/>
                <a:ea typeface="Ubuntu Light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AAC7C66-F303-132A-295B-65A79300A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4697327"/>
            <a:ext cx="11090276" cy="747897"/>
          </a:xfrm>
        </p:spPr>
        <p:txBody>
          <a:bodyPr wrap="square" lIns="0" tIns="0" rIns="0" bIns="0" anchor="b">
            <a:noAutofit/>
          </a:bodyPr>
          <a:lstStyle>
            <a:lvl1pPr algn="l">
              <a:lnSpc>
                <a:spcPct val="90000"/>
              </a:lnSpc>
              <a:buNone/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12" name="Freeform: Shape 4">
            <a:extLst>
              <a:ext uri="{FF2B5EF4-FFF2-40B4-BE49-F238E27FC236}">
                <a16:creationId xmlns:a16="http://schemas.microsoft.com/office/drawing/2014/main" id="{6500998E-0CA2-4FA3-BF63-EC673ABF21BF}"/>
              </a:ext>
            </a:extLst>
          </p:cNvPr>
          <p:cNvSpPr>
            <a:spLocks noGrp="1"/>
          </p:cNvSpPr>
          <p:nvPr/>
        </p:nvSpPr>
        <p:spPr>
          <a:xfrm>
            <a:off x="443568" y="6026765"/>
            <a:ext cx="1520058" cy="415392"/>
          </a:xfrm>
          <a:custGeom>
            <a:avLst/>
            <a:gdLst>
              <a:gd name="connsiteX0" fmla="*/ 3092291 w 3171825"/>
              <a:gd name="connsiteY0" fmla="*/ 287179 h 866775"/>
              <a:gd name="connsiteX1" fmla="*/ 3059907 w 3171825"/>
              <a:gd name="connsiteY1" fmla="*/ 211931 h 866775"/>
              <a:gd name="connsiteX2" fmla="*/ 3027521 w 3171825"/>
              <a:gd name="connsiteY2" fmla="*/ 218599 h 866775"/>
              <a:gd name="connsiteX3" fmla="*/ 2960846 w 3171825"/>
              <a:gd name="connsiteY3" fmla="*/ 507206 h 866775"/>
              <a:gd name="connsiteX4" fmla="*/ 2816066 w 3171825"/>
              <a:gd name="connsiteY4" fmla="*/ 178594 h 866775"/>
              <a:gd name="connsiteX5" fmla="*/ 2679859 w 3171825"/>
              <a:gd name="connsiteY5" fmla="*/ 440531 h 866775"/>
              <a:gd name="connsiteX6" fmla="*/ 2670334 w 3171825"/>
              <a:gd name="connsiteY6" fmla="*/ 319564 h 866775"/>
              <a:gd name="connsiteX7" fmla="*/ 2677001 w 3171825"/>
              <a:gd name="connsiteY7" fmla="*/ 254794 h 866775"/>
              <a:gd name="connsiteX8" fmla="*/ 2611279 w 3171825"/>
              <a:gd name="connsiteY8" fmla="*/ 209074 h 866775"/>
              <a:gd name="connsiteX9" fmla="*/ 2533174 w 3171825"/>
              <a:gd name="connsiteY9" fmla="*/ 510064 h 866775"/>
              <a:gd name="connsiteX10" fmla="*/ 2470309 w 3171825"/>
              <a:gd name="connsiteY10" fmla="*/ 292894 h 866775"/>
              <a:gd name="connsiteX11" fmla="*/ 2405539 w 3171825"/>
              <a:gd name="connsiteY11" fmla="*/ 208121 h 866775"/>
              <a:gd name="connsiteX12" fmla="*/ 2325529 w 3171825"/>
              <a:gd name="connsiteY12" fmla="*/ 494824 h 866775"/>
              <a:gd name="connsiteX13" fmla="*/ 2206466 w 3171825"/>
              <a:gd name="connsiteY13" fmla="*/ 211931 h 866775"/>
              <a:gd name="connsiteX14" fmla="*/ 2087404 w 3171825"/>
              <a:gd name="connsiteY14" fmla="*/ 479584 h 866775"/>
              <a:gd name="connsiteX15" fmla="*/ 1983581 w 3171825"/>
              <a:gd name="connsiteY15" fmla="*/ 178594 h 866775"/>
              <a:gd name="connsiteX16" fmla="*/ 1877854 w 3171825"/>
              <a:gd name="connsiteY16" fmla="*/ 391954 h 866775"/>
              <a:gd name="connsiteX17" fmla="*/ 1867376 w 3171825"/>
              <a:gd name="connsiteY17" fmla="*/ 390049 h 866775"/>
              <a:gd name="connsiteX18" fmla="*/ 1866424 w 3171825"/>
              <a:gd name="connsiteY18" fmla="*/ 327184 h 866775"/>
              <a:gd name="connsiteX19" fmla="*/ 1807369 w 3171825"/>
              <a:gd name="connsiteY19" fmla="*/ 202406 h 866775"/>
              <a:gd name="connsiteX20" fmla="*/ 1654969 w 3171825"/>
              <a:gd name="connsiteY20" fmla="*/ 512921 h 866775"/>
              <a:gd name="connsiteX21" fmla="*/ 1592104 w 3171825"/>
              <a:gd name="connsiteY21" fmla="*/ 483394 h 866775"/>
              <a:gd name="connsiteX22" fmla="*/ 1719739 w 3171825"/>
              <a:gd name="connsiteY22" fmla="*/ 306229 h 866775"/>
              <a:gd name="connsiteX23" fmla="*/ 1619726 w 3171825"/>
              <a:gd name="connsiteY23" fmla="*/ 202406 h 866775"/>
              <a:gd name="connsiteX24" fmla="*/ 1483519 w 3171825"/>
              <a:gd name="connsiteY24" fmla="*/ 369094 h 866775"/>
              <a:gd name="connsiteX25" fmla="*/ 1503521 w 3171825"/>
              <a:gd name="connsiteY25" fmla="*/ 473869 h 866775"/>
              <a:gd name="connsiteX26" fmla="*/ 1418749 w 3171825"/>
              <a:gd name="connsiteY26" fmla="*/ 512921 h 866775"/>
              <a:gd name="connsiteX27" fmla="*/ 1400651 w 3171825"/>
              <a:gd name="connsiteY27" fmla="*/ 274796 h 866775"/>
              <a:gd name="connsiteX28" fmla="*/ 1336834 w 3171825"/>
              <a:gd name="connsiteY28" fmla="*/ 326231 h 866775"/>
              <a:gd name="connsiteX29" fmla="*/ 1262539 w 3171825"/>
              <a:gd name="connsiteY29" fmla="*/ 479584 h 866775"/>
              <a:gd name="connsiteX30" fmla="*/ 1223486 w 3171825"/>
              <a:gd name="connsiteY30" fmla="*/ 421481 h 866775"/>
              <a:gd name="connsiteX31" fmla="*/ 1402556 w 3171825"/>
              <a:gd name="connsiteY31" fmla="*/ 250031 h 866775"/>
              <a:gd name="connsiteX32" fmla="*/ 1343501 w 3171825"/>
              <a:gd name="connsiteY32" fmla="*/ 192881 h 866775"/>
              <a:gd name="connsiteX33" fmla="*/ 1181576 w 3171825"/>
              <a:gd name="connsiteY33" fmla="*/ 290989 h 866775"/>
              <a:gd name="connsiteX34" fmla="*/ 1086326 w 3171825"/>
              <a:gd name="connsiteY34" fmla="*/ 385286 h 866775"/>
              <a:gd name="connsiteX35" fmla="*/ 1088231 w 3171825"/>
              <a:gd name="connsiteY35" fmla="*/ 358616 h 866775"/>
              <a:gd name="connsiteX36" fmla="*/ 974884 w 3171825"/>
              <a:gd name="connsiteY36" fmla="*/ 204311 h 866775"/>
              <a:gd name="connsiteX37" fmla="*/ 883444 w 3171825"/>
              <a:gd name="connsiteY37" fmla="*/ 273844 h 866775"/>
              <a:gd name="connsiteX38" fmla="*/ 846296 w 3171825"/>
              <a:gd name="connsiteY38" fmla="*/ 213836 h 866775"/>
              <a:gd name="connsiteX39" fmla="*/ 805339 w 3171825"/>
              <a:gd name="connsiteY39" fmla="*/ 224314 h 866775"/>
              <a:gd name="connsiteX40" fmla="*/ 814864 w 3171825"/>
              <a:gd name="connsiteY40" fmla="*/ 334804 h 866775"/>
              <a:gd name="connsiteX41" fmla="*/ 742474 w 3171825"/>
              <a:gd name="connsiteY41" fmla="*/ 520541 h 866775"/>
              <a:gd name="connsiteX42" fmla="*/ 691991 w 3171825"/>
              <a:gd name="connsiteY42" fmla="*/ 309086 h 866775"/>
              <a:gd name="connsiteX43" fmla="*/ 671989 w 3171825"/>
              <a:gd name="connsiteY43" fmla="*/ 305276 h 866775"/>
              <a:gd name="connsiteX44" fmla="*/ 621506 w 3171825"/>
              <a:gd name="connsiteY44" fmla="*/ 399574 h 866775"/>
              <a:gd name="connsiteX45" fmla="*/ 539591 w 3171825"/>
              <a:gd name="connsiteY45" fmla="*/ 512921 h 866775"/>
              <a:gd name="connsiteX46" fmla="*/ 495776 w 3171825"/>
              <a:gd name="connsiteY46" fmla="*/ 443389 h 866775"/>
              <a:gd name="connsiteX47" fmla="*/ 685324 w 3171825"/>
              <a:gd name="connsiteY47" fmla="*/ 278606 h 866775"/>
              <a:gd name="connsiteX48" fmla="*/ 627221 w 3171825"/>
              <a:gd name="connsiteY48" fmla="*/ 214789 h 866775"/>
              <a:gd name="connsiteX49" fmla="*/ 437674 w 3171825"/>
              <a:gd name="connsiteY49" fmla="*/ 355759 h 866775"/>
              <a:gd name="connsiteX50" fmla="*/ 237649 w 3171825"/>
              <a:gd name="connsiteY50" fmla="*/ 529114 h 866775"/>
              <a:gd name="connsiteX51" fmla="*/ 97631 w 3171825"/>
              <a:gd name="connsiteY51" fmla="*/ 313849 h 866775"/>
              <a:gd name="connsiteX52" fmla="*/ 261461 w 3171825"/>
              <a:gd name="connsiteY52" fmla="*/ 69056 h 866775"/>
              <a:gd name="connsiteX53" fmla="*/ 329089 w 3171825"/>
              <a:gd name="connsiteY53" fmla="*/ 181451 h 866775"/>
              <a:gd name="connsiteX54" fmla="*/ 410051 w 3171825"/>
              <a:gd name="connsiteY54" fmla="*/ 121444 h 866775"/>
              <a:gd name="connsiteX55" fmla="*/ 265271 w 3171825"/>
              <a:gd name="connsiteY55" fmla="*/ 7144 h 866775"/>
              <a:gd name="connsiteX56" fmla="*/ 7144 w 3171825"/>
              <a:gd name="connsiteY56" fmla="*/ 324326 h 866775"/>
              <a:gd name="connsiteX57" fmla="*/ 220504 w 3171825"/>
              <a:gd name="connsiteY57" fmla="*/ 601504 h 866775"/>
              <a:gd name="connsiteX58" fmla="*/ 425291 w 3171825"/>
              <a:gd name="connsiteY58" fmla="*/ 472916 h 866775"/>
              <a:gd name="connsiteX59" fmla="*/ 525304 w 3171825"/>
              <a:gd name="connsiteY59" fmla="*/ 576739 h 866775"/>
              <a:gd name="connsiteX60" fmla="*/ 646271 w 3171825"/>
              <a:gd name="connsiteY60" fmla="*/ 485299 h 866775"/>
              <a:gd name="connsiteX61" fmla="*/ 734854 w 3171825"/>
              <a:gd name="connsiteY61" fmla="*/ 576739 h 866775"/>
              <a:gd name="connsiteX62" fmla="*/ 812959 w 3171825"/>
              <a:gd name="connsiteY62" fmla="*/ 532924 h 866775"/>
              <a:gd name="connsiteX63" fmla="*/ 904399 w 3171825"/>
              <a:gd name="connsiteY63" fmla="*/ 810101 h 866775"/>
              <a:gd name="connsiteX64" fmla="*/ 882491 w 3171825"/>
              <a:gd name="connsiteY64" fmla="*/ 577691 h 866775"/>
              <a:gd name="connsiteX65" fmla="*/ 969169 w 3171825"/>
              <a:gd name="connsiteY65" fmla="*/ 267176 h 866775"/>
              <a:gd name="connsiteX66" fmla="*/ 1015841 w 3171825"/>
              <a:gd name="connsiteY66" fmla="*/ 359569 h 866775"/>
              <a:gd name="connsiteX67" fmla="*/ 1007269 w 3171825"/>
              <a:gd name="connsiteY67" fmla="*/ 440531 h 866775"/>
              <a:gd name="connsiteX68" fmla="*/ 900589 w 3171825"/>
              <a:gd name="connsiteY68" fmla="*/ 545306 h 866775"/>
              <a:gd name="connsiteX69" fmla="*/ 941546 w 3171825"/>
              <a:gd name="connsiteY69" fmla="*/ 577691 h 866775"/>
              <a:gd name="connsiteX70" fmla="*/ 1072039 w 3171825"/>
              <a:gd name="connsiteY70" fmla="*/ 449104 h 866775"/>
              <a:gd name="connsiteX71" fmla="*/ 1150144 w 3171825"/>
              <a:gd name="connsiteY71" fmla="*/ 390049 h 866775"/>
              <a:gd name="connsiteX72" fmla="*/ 1149191 w 3171825"/>
              <a:gd name="connsiteY72" fmla="*/ 415766 h 866775"/>
              <a:gd name="connsiteX73" fmla="*/ 1244441 w 3171825"/>
              <a:gd name="connsiteY73" fmla="*/ 550069 h 866775"/>
              <a:gd name="connsiteX74" fmla="*/ 1349216 w 3171825"/>
              <a:gd name="connsiteY74" fmla="*/ 469106 h 866775"/>
              <a:gd name="connsiteX75" fmla="*/ 1352074 w 3171825"/>
              <a:gd name="connsiteY75" fmla="*/ 547211 h 866775"/>
              <a:gd name="connsiteX76" fmla="*/ 1155859 w 3171825"/>
              <a:gd name="connsiteY76" fmla="*/ 754856 h 866775"/>
              <a:gd name="connsiteX77" fmla="*/ 1259681 w 3171825"/>
              <a:gd name="connsiteY77" fmla="*/ 864394 h 866775"/>
              <a:gd name="connsiteX78" fmla="*/ 1419701 w 3171825"/>
              <a:gd name="connsiteY78" fmla="*/ 569119 h 866775"/>
              <a:gd name="connsiteX79" fmla="*/ 1529239 w 3171825"/>
              <a:gd name="connsiteY79" fmla="*/ 518636 h 866775"/>
              <a:gd name="connsiteX80" fmla="*/ 1640681 w 3171825"/>
              <a:gd name="connsiteY80" fmla="*/ 576739 h 866775"/>
              <a:gd name="connsiteX81" fmla="*/ 1813084 w 3171825"/>
              <a:gd name="connsiteY81" fmla="*/ 459581 h 866775"/>
              <a:gd name="connsiteX82" fmla="*/ 1868329 w 3171825"/>
              <a:gd name="connsiteY82" fmla="*/ 576739 h 866775"/>
              <a:gd name="connsiteX83" fmla="*/ 1980724 w 3171825"/>
              <a:gd name="connsiteY83" fmla="*/ 273844 h 866775"/>
              <a:gd name="connsiteX84" fmla="*/ 2074069 w 3171825"/>
              <a:gd name="connsiteY84" fmla="*/ 601504 h 866775"/>
              <a:gd name="connsiteX85" fmla="*/ 2198846 w 3171825"/>
              <a:gd name="connsiteY85" fmla="*/ 312896 h 866775"/>
              <a:gd name="connsiteX86" fmla="*/ 2307432 w 3171825"/>
              <a:gd name="connsiteY86" fmla="*/ 576739 h 866775"/>
              <a:gd name="connsiteX87" fmla="*/ 2412207 w 3171825"/>
              <a:gd name="connsiteY87" fmla="*/ 428149 h 866775"/>
              <a:gd name="connsiteX88" fmla="*/ 2521744 w 3171825"/>
              <a:gd name="connsiteY88" fmla="*/ 576739 h 866775"/>
              <a:gd name="connsiteX89" fmla="*/ 2618899 w 3171825"/>
              <a:gd name="connsiteY89" fmla="*/ 486251 h 866775"/>
              <a:gd name="connsiteX90" fmla="*/ 2670334 w 3171825"/>
              <a:gd name="connsiteY90" fmla="*/ 576739 h 866775"/>
              <a:gd name="connsiteX91" fmla="*/ 2803684 w 3171825"/>
              <a:gd name="connsiteY91" fmla="*/ 274796 h 866775"/>
              <a:gd name="connsiteX92" fmla="*/ 2947511 w 3171825"/>
              <a:gd name="connsiteY92" fmla="*/ 576739 h 866775"/>
              <a:gd name="connsiteX93" fmla="*/ 3040857 w 3171825"/>
              <a:gd name="connsiteY93" fmla="*/ 474821 h 866775"/>
              <a:gd name="connsiteX94" fmla="*/ 3121819 w 3171825"/>
              <a:gd name="connsiteY94" fmla="*/ 576739 h 866775"/>
              <a:gd name="connsiteX95" fmla="*/ 3169444 w 3171825"/>
              <a:gd name="connsiteY95" fmla="*/ 550069 h 866775"/>
              <a:gd name="connsiteX96" fmla="*/ 3092291 w 3171825"/>
              <a:gd name="connsiteY96" fmla="*/ 287179 h 866775"/>
              <a:gd name="connsiteX97" fmla="*/ 1267301 w 3171825"/>
              <a:gd name="connsiteY97" fmla="*/ 806291 h 866775"/>
              <a:gd name="connsiteX98" fmla="*/ 1226344 w 3171825"/>
              <a:gd name="connsiteY98" fmla="*/ 751999 h 866775"/>
              <a:gd name="connsiteX99" fmla="*/ 1353026 w 3171825"/>
              <a:gd name="connsiteY99" fmla="*/ 597694 h 866775"/>
              <a:gd name="connsiteX100" fmla="*/ 1267301 w 3171825"/>
              <a:gd name="connsiteY100" fmla="*/ 806291 h 866775"/>
              <a:gd name="connsiteX101" fmla="*/ 1614964 w 3171825"/>
              <a:gd name="connsiteY101" fmla="*/ 257651 h 866775"/>
              <a:gd name="connsiteX102" fmla="*/ 1653064 w 3171825"/>
              <a:gd name="connsiteY102" fmla="*/ 315754 h 866775"/>
              <a:gd name="connsiteX103" fmla="*/ 1569244 w 3171825"/>
              <a:gd name="connsiteY103" fmla="*/ 438626 h 866775"/>
              <a:gd name="connsiteX104" fmla="*/ 1614964 w 3171825"/>
              <a:gd name="connsiteY104" fmla="*/ 257651 h 866775"/>
            </a:gdLst>
            <a:ahLst/>
            <a:cxnLst/>
            <a:rect l="l" t="t" r="r" b="b"/>
            <a:pathLst>
              <a:path w="3171825" h="866775">
                <a:moveTo>
                  <a:pt x="3092291" y="287179"/>
                </a:moveTo>
                <a:cubicBezTo>
                  <a:pt x="3092291" y="241459"/>
                  <a:pt x="3089434" y="211931"/>
                  <a:pt x="3059907" y="211931"/>
                </a:cubicBezTo>
                <a:cubicBezTo>
                  <a:pt x="3046571" y="211931"/>
                  <a:pt x="3039904" y="214789"/>
                  <a:pt x="3027521" y="218599"/>
                </a:cubicBezTo>
                <a:cubicBezTo>
                  <a:pt x="3037999" y="371951"/>
                  <a:pt x="3003709" y="507206"/>
                  <a:pt x="2960846" y="507206"/>
                </a:cubicBezTo>
                <a:cubicBezTo>
                  <a:pt x="2905601" y="507206"/>
                  <a:pt x="2933224" y="178594"/>
                  <a:pt x="2816066" y="178594"/>
                </a:cubicBezTo>
                <a:cubicBezTo>
                  <a:pt x="2707482" y="178594"/>
                  <a:pt x="2692241" y="440531"/>
                  <a:pt x="2679859" y="440531"/>
                </a:cubicBezTo>
                <a:cubicBezTo>
                  <a:pt x="2671286" y="440531"/>
                  <a:pt x="2670334" y="371951"/>
                  <a:pt x="2670334" y="319564"/>
                </a:cubicBezTo>
                <a:cubicBezTo>
                  <a:pt x="2675096" y="294799"/>
                  <a:pt x="2677001" y="271939"/>
                  <a:pt x="2677001" y="254794"/>
                </a:cubicBezTo>
                <a:cubicBezTo>
                  <a:pt x="2677001" y="230029"/>
                  <a:pt x="2667476" y="188119"/>
                  <a:pt x="2611279" y="209074"/>
                </a:cubicBezTo>
                <a:cubicBezTo>
                  <a:pt x="2613184" y="396716"/>
                  <a:pt x="2576036" y="510064"/>
                  <a:pt x="2533174" y="510064"/>
                </a:cubicBezTo>
                <a:cubicBezTo>
                  <a:pt x="2471261" y="510064"/>
                  <a:pt x="2470309" y="340519"/>
                  <a:pt x="2470309" y="292894"/>
                </a:cubicBezTo>
                <a:cubicBezTo>
                  <a:pt x="2470309" y="247174"/>
                  <a:pt x="2473166" y="186214"/>
                  <a:pt x="2405539" y="208121"/>
                </a:cubicBezTo>
                <a:cubicBezTo>
                  <a:pt x="2395061" y="371951"/>
                  <a:pt x="2352199" y="494824"/>
                  <a:pt x="2325529" y="494824"/>
                </a:cubicBezTo>
                <a:cubicBezTo>
                  <a:pt x="2285524" y="494824"/>
                  <a:pt x="2293144" y="211931"/>
                  <a:pt x="2206466" y="211931"/>
                </a:cubicBezTo>
                <a:cubicBezTo>
                  <a:pt x="2128361" y="211931"/>
                  <a:pt x="2103596" y="479584"/>
                  <a:pt x="2087404" y="479584"/>
                </a:cubicBezTo>
                <a:cubicBezTo>
                  <a:pt x="2057876" y="479584"/>
                  <a:pt x="2096929" y="178594"/>
                  <a:pt x="1983581" y="178594"/>
                </a:cubicBezTo>
                <a:cubicBezTo>
                  <a:pt x="1924526" y="178594"/>
                  <a:pt x="1900714" y="279559"/>
                  <a:pt x="1877854" y="391954"/>
                </a:cubicBezTo>
                <a:cubicBezTo>
                  <a:pt x="1873091" y="413861"/>
                  <a:pt x="1868329" y="414814"/>
                  <a:pt x="1867376" y="390049"/>
                </a:cubicBezTo>
                <a:cubicBezTo>
                  <a:pt x="1866424" y="370046"/>
                  <a:pt x="1866424" y="347186"/>
                  <a:pt x="1866424" y="327184"/>
                </a:cubicBezTo>
                <a:cubicBezTo>
                  <a:pt x="1894999" y="213836"/>
                  <a:pt x="1859756" y="171926"/>
                  <a:pt x="1807369" y="202406"/>
                </a:cubicBezTo>
                <a:cubicBezTo>
                  <a:pt x="1824514" y="411004"/>
                  <a:pt x="1728311" y="512921"/>
                  <a:pt x="1654969" y="512921"/>
                </a:cubicBezTo>
                <a:cubicBezTo>
                  <a:pt x="1628299" y="512921"/>
                  <a:pt x="1607344" y="501491"/>
                  <a:pt x="1592104" y="483394"/>
                </a:cubicBezTo>
                <a:cubicBezTo>
                  <a:pt x="1680686" y="429101"/>
                  <a:pt x="1719739" y="367189"/>
                  <a:pt x="1719739" y="306229"/>
                </a:cubicBezTo>
                <a:cubicBezTo>
                  <a:pt x="1719739" y="240506"/>
                  <a:pt x="1681639" y="202406"/>
                  <a:pt x="1619726" y="202406"/>
                </a:cubicBezTo>
                <a:cubicBezTo>
                  <a:pt x="1532096" y="202406"/>
                  <a:pt x="1483519" y="292894"/>
                  <a:pt x="1483519" y="369094"/>
                </a:cubicBezTo>
                <a:cubicBezTo>
                  <a:pt x="1483519" y="410051"/>
                  <a:pt x="1491139" y="445294"/>
                  <a:pt x="1503521" y="473869"/>
                </a:cubicBezTo>
                <a:cubicBezTo>
                  <a:pt x="1473041" y="488156"/>
                  <a:pt x="1445419" y="500539"/>
                  <a:pt x="1418749" y="512921"/>
                </a:cubicBezTo>
                <a:cubicBezTo>
                  <a:pt x="1416844" y="433864"/>
                  <a:pt x="1407319" y="350996"/>
                  <a:pt x="1400651" y="274796"/>
                </a:cubicBezTo>
                <a:cubicBezTo>
                  <a:pt x="1353979" y="262414"/>
                  <a:pt x="1340644" y="284321"/>
                  <a:pt x="1336834" y="326231"/>
                </a:cubicBezTo>
                <a:cubicBezTo>
                  <a:pt x="1328261" y="420529"/>
                  <a:pt x="1293971" y="479584"/>
                  <a:pt x="1262539" y="479584"/>
                </a:cubicBezTo>
                <a:cubicBezTo>
                  <a:pt x="1239679" y="479584"/>
                  <a:pt x="1225391" y="451009"/>
                  <a:pt x="1223486" y="421481"/>
                </a:cubicBezTo>
                <a:cubicBezTo>
                  <a:pt x="1214914" y="270034"/>
                  <a:pt x="1337786" y="228124"/>
                  <a:pt x="1402556" y="250031"/>
                </a:cubicBezTo>
                <a:cubicBezTo>
                  <a:pt x="1415891" y="216694"/>
                  <a:pt x="1401604" y="192881"/>
                  <a:pt x="1343501" y="192881"/>
                </a:cubicBezTo>
                <a:cubicBezTo>
                  <a:pt x="1273016" y="192881"/>
                  <a:pt x="1220629" y="235744"/>
                  <a:pt x="1181576" y="290989"/>
                </a:cubicBezTo>
                <a:cubicBezTo>
                  <a:pt x="1155859" y="327184"/>
                  <a:pt x="1126331" y="353854"/>
                  <a:pt x="1086326" y="385286"/>
                </a:cubicBezTo>
                <a:cubicBezTo>
                  <a:pt x="1087279" y="375761"/>
                  <a:pt x="1088231" y="367189"/>
                  <a:pt x="1088231" y="358616"/>
                </a:cubicBezTo>
                <a:cubicBezTo>
                  <a:pt x="1088231" y="251936"/>
                  <a:pt x="1030129" y="204311"/>
                  <a:pt x="974884" y="204311"/>
                </a:cubicBezTo>
                <a:cubicBezTo>
                  <a:pt x="929164" y="204311"/>
                  <a:pt x="900589" y="231934"/>
                  <a:pt x="883444" y="273844"/>
                </a:cubicBezTo>
                <a:cubicBezTo>
                  <a:pt x="879634" y="231934"/>
                  <a:pt x="871061" y="213836"/>
                  <a:pt x="846296" y="213836"/>
                </a:cubicBezTo>
                <a:cubicBezTo>
                  <a:pt x="835819" y="213836"/>
                  <a:pt x="821531" y="216694"/>
                  <a:pt x="805339" y="224314"/>
                </a:cubicBezTo>
                <a:cubicBezTo>
                  <a:pt x="812959" y="248126"/>
                  <a:pt x="814864" y="300514"/>
                  <a:pt x="814864" y="334804"/>
                </a:cubicBezTo>
                <a:cubicBezTo>
                  <a:pt x="814864" y="463391"/>
                  <a:pt x="777716" y="520541"/>
                  <a:pt x="742474" y="520541"/>
                </a:cubicBezTo>
                <a:cubicBezTo>
                  <a:pt x="701516" y="520541"/>
                  <a:pt x="695801" y="368141"/>
                  <a:pt x="691991" y="309086"/>
                </a:cubicBezTo>
                <a:cubicBezTo>
                  <a:pt x="687229" y="307181"/>
                  <a:pt x="681514" y="305276"/>
                  <a:pt x="671989" y="305276"/>
                </a:cubicBezTo>
                <a:cubicBezTo>
                  <a:pt x="635794" y="305276"/>
                  <a:pt x="631031" y="354806"/>
                  <a:pt x="621506" y="399574"/>
                </a:cubicBezTo>
                <a:cubicBezTo>
                  <a:pt x="611029" y="450056"/>
                  <a:pt x="582454" y="512921"/>
                  <a:pt x="539591" y="512921"/>
                </a:cubicBezTo>
                <a:cubicBezTo>
                  <a:pt x="513874" y="512921"/>
                  <a:pt x="497681" y="488156"/>
                  <a:pt x="495776" y="443389"/>
                </a:cubicBezTo>
                <a:cubicBezTo>
                  <a:pt x="491966" y="352901"/>
                  <a:pt x="567214" y="245269"/>
                  <a:pt x="685324" y="278606"/>
                </a:cubicBezTo>
                <a:cubicBezTo>
                  <a:pt x="700564" y="242411"/>
                  <a:pt x="676751" y="214789"/>
                  <a:pt x="627221" y="214789"/>
                </a:cubicBezTo>
                <a:cubicBezTo>
                  <a:pt x="540544" y="214789"/>
                  <a:pt x="469106" y="279559"/>
                  <a:pt x="437674" y="355759"/>
                </a:cubicBezTo>
                <a:cubicBezTo>
                  <a:pt x="406241" y="426244"/>
                  <a:pt x="350996" y="529114"/>
                  <a:pt x="237649" y="529114"/>
                </a:cubicBezTo>
                <a:cubicBezTo>
                  <a:pt x="157639" y="529114"/>
                  <a:pt x="97631" y="459581"/>
                  <a:pt x="97631" y="313849"/>
                </a:cubicBezTo>
                <a:cubicBezTo>
                  <a:pt x="97631" y="188119"/>
                  <a:pt x="176689" y="69056"/>
                  <a:pt x="261461" y="69056"/>
                </a:cubicBezTo>
                <a:cubicBezTo>
                  <a:pt x="320516" y="69056"/>
                  <a:pt x="333851" y="127159"/>
                  <a:pt x="329089" y="181451"/>
                </a:cubicBezTo>
                <a:cubicBezTo>
                  <a:pt x="359569" y="206216"/>
                  <a:pt x="410051" y="183356"/>
                  <a:pt x="410051" y="121444"/>
                </a:cubicBezTo>
                <a:cubicBezTo>
                  <a:pt x="410051" y="79534"/>
                  <a:pt x="375761" y="7144"/>
                  <a:pt x="265271" y="7144"/>
                </a:cubicBezTo>
                <a:cubicBezTo>
                  <a:pt x="128111" y="7144"/>
                  <a:pt x="7144" y="144304"/>
                  <a:pt x="7144" y="324326"/>
                </a:cubicBezTo>
                <a:cubicBezTo>
                  <a:pt x="7144" y="498634"/>
                  <a:pt x="95726" y="601504"/>
                  <a:pt x="220504" y="601504"/>
                </a:cubicBezTo>
                <a:cubicBezTo>
                  <a:pt x="299561" y="601504"/>
                  <a:pt x="373856" y="556736"/>
                  <a:pt x="425291" y="472916"/>
                </a:cubicBezTo>
                <a:cubicBezTo>
                  <a:pt x="438626" y="545306"/>
                  <a:pt x="488156" y="576739"/>
                  <a:pt x="525304" y="576739"/>
                </a:cubicBezTo>
                <a:cubicBezTo>
                  <a:pt x="585311" y="576739"/>
                  <a:pt x="624364" y="537686"/>
                  <a:pt x="646271" y="485299"/>
                </a:cubicBezTo>
                <a:cubicBezTo>
                  <a:pt x="659606" y="537686"/>
                  <a:pt x="688181" y="576739"/>
                  <a:pt x="734854" y="576739"/>
                </a:cubicBezTo>
                <a:cubicBezTo>
                  <a:pt x="768191" y="576739"/>
                  <a:pt x="793909" y="559594"/>
                  <a:pt x="812959" y="532924"/>
                </a:cubicBezTo>
                <a:cubicBezTo>
                  <a:pt x="805339" y="716756"/>
                  <a:pt x="795814" y="832961"/>
                  <a:pt x="904399" y="810101"/>
                </a:cubicBezTo>
                <a:cubicBezTo>
                  <a:pt x="887254" y="757714"/>
                  <a:pt x="882491" y="663416"/>
                  <a:pt x="882491" y="577691"/>
                </a:cubicBezTo>
                <a:cubicBezTo>
                  <a:pt x="882491" y="344329"/>
                  <a:pt x="920591" y="267176"/>
                  <a:pt x="969169" y="267176"/>
                </a:cubicBezTo>
                <a:cubicBezTo>
                  <a:pt x="1004411" y="267176"/>
                  <a:pt x="1015841" y="311944"/>
                  <a:pt x="1015841" y="359569"/>
                </a:cubicBezTo>
                <a:cubicBezTo>
                  <a:pt x="1015841" y="385286"/>
                  <a:pt x="1012984" y="413861"/>
                  <a:pt x="1007269" y="440531"/>
                </a:cubicBezTo>
                <a:cubicBezTo>
                  <a:pt x="948214" y="477679"/>
                  <a:pt x="900589" y="507206"/>
                  <a:pt x="900589" y="545306"/>
                </a:cubicBezTo>
                <a:cubicBezTo>
                  <a:pt x="900589" y="574834"/>
                  <a:pt x="922496" y="577691"/>
                  <a:pt x="941546" y="577691"/>
                </a:cubicBezTo>
                <a:cubicBezTo>
                  <a:pt x="987266" y="577691"/>
                  <a:pt x="1041559" y="532924"/>
                  <a:pt x="1072039" y="449104"/>
                </a:cubicBezTo>
                <a:cubicBezTo>
                  <a:pt x="1098709" y="432911"/>
                  <a:pt x="1125379" y="414814"/>
                  <a:pt x="1150144" y="390049"/>
                </a:cubicBezTo>
                <a:cubicBezTo>
                  <a:pt x="1149191" y="398621"/>
                  <a:pt x="1149191" y="407194"/>
                  <a:pt x="1149191" y="415766"/>
                </a:cubicBezTo>
                <a:cubicBezTo>
                  <a:pt x="1149191" y="499586"/>
                  <a:pt x="1185386" y="550069"/>
                  <a:pt x="1244441" y="550069"/>
                </a:cubicBezTo>
                <a:cubicBezTo>
                  <a:pt x="1290161" y="550069"/>
                  <a:pt x="1324451" y="517684"/>
                  <a:pt x="1349216" y="469106"/>
                </a:cubicBezTo>
                <a:cubicBezTo>
                  <a:pt x="1351121" y="496729"/>
                  <a:pt x="1352074" y="523399"/>
                  <a:pt x="1352074" y="547211"/>
                </a:cubicBezTo>
                <a:cubicBezTo>
                  <a:pt x="1258729" y="590074"/>
                  <a:pt x="1155859" y="633889"/>
                  <a:pt x="1155859" y="754856"/>
                </a:cubicBezTo>
                <a:cubicBezTo>
                  <a:pt x="1155859" y="817721"/>
                  <a:pt x="1201579" y="864394"/>
                  <a:pt x="1259681" y="864394"/>
                </a:cubicBezTo>
                <a:cubicBezTo>
                  <a:pt x="1389221" y="864394"/>
                  <a:pt x="1418749" y="728186"/>
                  <a:pt x="1419701" y="569119"/>
                </a:cubicBezTo>
                <a:cubicBezTo>
                  <a:pt x="1461611" y="551021"/>
                  <a:pt x="1493044" y="536734"/>
                  <a:pt x="1529239" y="518636"/>
                </a:cubicBezTo>
                <a:cubicBezTo>
                  <a:pt x="1560671" y="557689"/>
                  <a:pt x="1602581" y="576739"/>
                  <a:pt x="1640681" y="576739"/>
                </a:cubicBezTo>
                <a:cubicBezTo>
                  <a:pt x="1714024" y="576739"/>
                  <a:pt x="1768316" y="537686"/>
                  <a:pt x="1813084" y="459581"/>
                </a:cubicBezTo>
                <a:cubicBezTo>
                  <a:pt x="1820704" y="519589"/>
                  <a:pt x="1835944" y="576739"/>
                  <a:pt x="1868329" y="576739"/>
                </a:cubicBezTo>
                <a:cubicBezTo>
                  <a:pt x="1926431" y="576739"/>
                  <a:pt x="1937861" y="273844"/>
                  <a:pt x="1980724" y="273844"/>
                </a:cubicBezTo>
                <a:cubicBezTo>
                  <a:pt x="2014061" y="273844"/>
                  <a:pt x="1986439" y="601504"/>
                  <a:pt x="2074069" y="601504"/>
                </a:cubicBezTo>
                <a:cubicBezTo>
                  <a:pt x="2148364" y="601504"/>
                  <a:pt x="2162651" y="312896"/>
                  <a:pt x="2198846" y="312896"/>
                </a:cubicBezTo>
                <a:cubicBezTo>
                  <a:pt x="2224564" y="312896"/>
                  <a:pt x="2226469" y="576739"/>
                  <a:pt x="2307432" y="576739"/>
                </a:cubicBezTo>
                <a:cubicBezTo>
                  <a:pt x="2347436" y="576739"/>
                  <a:pt x="2390299" y="529114"/>
                  <a:pt x="2412207" y="428149"/>
                </a:cubicBezTo>
                <a:cubicBezTo>
                  <a:pt x="2422684" y="494824"/>
                  <a:pt x="2456021" y="576739"/>
                  <a:pt x="2521744" y="576739"/>
                </a:cubicBezTo>
                <a:cubicBezTo>
                  <a:pt x="2559844" y="576739"/>
                  <a:pt x="2593182" y="537686"/>
                  <a:pt x="2618899" y="486251"/>
                </a:cubicBezTo>
                <a:cubicBezTo>
                  <a:pt x="2625566" y="539591"/>
                  <a:pt x="2640807" y="576739"/>
                  <a:pt x="2670334" y="576739"/>
                </a:cubicBezTo>
                <a:cubicBezTo>
                  <a:pt x="2746534" y="576739"/>
                  <a:pt x="2743676" y="274796"/>
                  <a:pt x="2803684" y="274796"/>
                </a:cubicBezTo>
                <a:cubicBezTo>
                  <a:pt x="2850357" y="274796"/>
                  <a:pt x="2836069" y="576739"/>
                  <a:pt x="2947511" y="576739"/>
                </a:cubicBezTo>
                <a:cubicBezTo>
                  <a:pt x="3000851" y="576739"/>
                  <a:pt x="3025616" y="531971"/>
                  <a:pt x="3040857" y="474821"/>
                </a:cubicBezTo>
                <a:cubicBezTo>
                  <a:pt x="3061811" y="558641"/>
                  <a:pt x="3094196" y="576739"/>
                  <a:pt x="3121819" y="576739"/>
                </a:cubicBezTo>
                <a:cubicBezTo>
                  <a:pt x="3138964" y="576739"/>
                  <a:pt x="3152299" y="571024"/>
                  <a:pt x="3169444" y="550069"/>
                </a:cubicBezTo>
                <a:cubicBezTo>
                  <a:pt x="3085624" y="511969"/>
                  <a:pt x="3092291" y="375761"/>
                  <a:pt x="3092291" y="287179"/>
                </a:cubicBezTo>
                <a:close/>
                <a:moveTo>
                  <a:pt x="1267301" y="806291"/>
                </a:moveTo>
                <a:cubicBezTo>
                  <a:pt x="1240631" y="806291"/>
                  <a:pt x="1226344" y="780574"/>
                  <a:pt x="1226344" y="751999"/>
                </a:cubicBezTo>
                <a:cubicBezTo>
                  <a:pt x="1226344" y="674846"/>
                  <a:pt x="1283494" y="632936"/>
                  <a:pt x="1353026" y="597694"/>
                </a:cubicBezTo>
                <a:cubicBezTo>
                  <a:pt x="1349216" y="768191"/>
                  <a:pt x="1310164" y="806291"/>
                  <a:pt x="1267301" y="806291"/>
                </a:cubicBezTo>
                <a:close/>
                <a:moveTo>
                  <a:pt x="1614964" y="257651"/>
                </a:moveTo>
                <a:cubicBezTo>
                  <a:pt x="1640681" y="257651"/>
                  <a:pt x="1655921" y="281464"/>
                  <a:pt x="1653064" y="315754"/>
                </a:cubicBezTo>
                <a:cubicBezTo>
                  <a:pt x="1650206" y="355759"/>
                  <a:pt x="1620679" y="402431"/>
                  <a:pt x="1569244" y="438626"/>
                </a:cubicBezTo>
                <a:cubicBezTo>
                  <a:pt x="1543526" y="362426"/>
                  <a:pt x="1563529" y="257651"/>
                  <a:pt x="1614964" y="257651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3" name="Freeform: Shape 5">
            <a:extLst>
              <a:ext uri="{FF2B5EF4-FFF2-40B4-BE49-F238E27FC236}">
                <a16:creationId xmlns:a16="http://schemas.microsoft.com/office/drawing/2014/main" id="{F3E23DF4-7EAD-57AB-752A-EC8452CB6C51}"/>
              </a:ext>
            </a:extLst>
          </p:cNvPr>
          <p:cNvSpPr>
            <a:spLocks noGrp="1"/>
          </p:cNvSpPr>
          <p:nvPr/>
        </p:nvSpPr>
        <p:spPr>
          <a:xfrm>
            <a:off x="1588847" y="6047291"/>
            <a:ext cx="45647" cy="50212"/>
          </a:xfrm>
          <a:custGeom>
            <a:avLst/>
            <a:gdLst>
              <a:gd name="connsiteX0" fmla="*/ 51942 w 95250"/>
              <a:gd name="connsiteY0" fmla="*/ 99569 h 104775"/>
              <a:gd name="connsiteX1" fmla="*/ 93853 w 95250"/>
              <a:gd name="connsiteY1" fmla="*/ 51944 h 104775"/>
              <a:gd name="connsiteX2" fmla="*/ 51942 w 95250"/>
              <a:gd name="connsiteY2" fmla="*/ 7176 h 104775"/>
              <a:gd name="connsiteX3" fmla="*/ 7175 w 95250"/>
              <a:gd name="connsiteY3" fmla="*/ 54801 h 104775"/>
              <a:gd name="connsiteX4" fmla="*/ 51942 w 95250"/>
              <a:gd name="connsiteY4" fmla="*/ 99569 h 104775"/>
            </a:gdLst>
            <a:ahLst/>
            <a:cxnLst/>
            <a:rect l="l" t="t" r="r" b="b"/>
            <a:pathLst>
              <a:path w="95250" h="104775">
                <a:moveTo>
                  <a:pt x="51942" y="99569"/>
                </a:moveTo>
                <a:cubicBezTo>
                  <a:pt x="76707" y="98616"/>
                  <a:pt x="93853" y="77661"/>
                  <a:pt x="93853" y="51944"/>
                </a:cubicBezTo>
                <a:cubicBezTo>
                  <a:pt x="93853" y="26226"/>
                  <a:pt x="76707" y="6224"/>
                  <a:pt x="51942" y="7176"/>
                </a:cubicBezTo>
                <a:cubicBezTo>
                  <a:pt x="27178" y="8129"/>
                  <a:pt x="7175" y="29084"/>
                  <a:pt x="7175" y="54801"/>
                </a:cubicBezTo>
                <a:cubicBezTo>
                  <a:pt x="6222" y="80519"/>
                  <a:pt x="27178" y="100521"/>
                  <a:pt x="51942" y="99569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4" name="Freeform: Shape 6">
            <a:extLst>
              <a:ext uri="{FF2B5EF4-FFF2-40B4-BE49-F238E27FC236}">
                <a16:creationId xmlns:a16="http://schemas.microsoft.com/office/drawing/2014/main" id="{879BEAB9-ED4E-001A-5054-C9630CF436F9}"/>
              </a:ext>
            </a:extLst>
          </p:cNvPr>
          <p:cNvSpPr>
            <a:spLocks noGrp="1"/>
          </p:cNvSpPr>
          <p:nvPr/>
        </p:nvSpPr>
        <p:spPr>
          <a:xfrm>
            <a:off x="1886483" y="6055963"/>
            <a:ext cx="45647" cy="45647"/>
          </a:xfrm>
          <a:custGeom>
            <a:avLst/>
            <a:gdLst>
              <a:gd name="connsiteX0" fmla="*/ 48101 w 95250"/>
              <a:gd name="connsiteY0" fmla="*/ 94808 h 95250"/>
              <a:gd name="connsiteX1" fmla="*/ 89059 w 95250"/>
              <a:gd name="connsiteY1" fmla="*/ 49088 h 95250"/>
              <a:gd name="connsiteX2" fmla="*/ 48101 w 95250"/>
              <a:gd name="connsiteY2" fmla="*/ 7178 h 95250"/>
              <a:gd name="connsiteX3" fmla="*/ 7144 w 95250"/>
              <a:gd name="connsiteY3" fmla="*/ 52898 h 95250"/>
              <a:gd name="connsiteX4" fmla="*/ 48101 w 95250"/>
              <a:gd name="connsiteY4" fmla="*/ 94808 h 95250"/>
            </a:gdLst>
            <a:ahLst/>
            <a:cxnLst/>
            <a:rect l="l" t="t" r="r" b="b"/>
            <a:pathLst>
              <a:path w="95250" h="95250">
                <a:moveTo>
                  <a:pt x="48101" y="94808"/>
                </a:moveTo>
                <a:cubicBezTo>
                  <a:pt x="70961" y="93856"/>
                  <a:pt x="89059" y="73853"/>
                  <a:pt x="89059" y="49088"/>
                </a:cubicBezTo>
                <a:cubicBezTo>
                  <a:pt x="89059" y="25275"/>
                  <a:pt x="70961" y="6225"/>
                  <a:pt x="48101" y="7178"/>
                </a:cubicBezTo>
                <a:cubicBezTo>
                  <a:pt x="25241" y="8131"/>
                  <a:pt x="7144" y="28133"/>
                  <a:pt x="7144" y="52898"/>
                </a:cubicBezTo>
                <a:cubicBezTo>
                  <a:pt x="8096" y="76711"/>
                  <a:pt x="26194" y="95761"/>
                  <a:pt x="48101" y="94808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5" name="Freeform: Shape 7">
            <a:extLst>
              <a:ext uri="{FF2B5EF4-FFF2-40B4-BE49-F238E27FC236}">
                <a16:creationId xmlns:a16="http://schemas.microsoft.com/office/drawing/2014/main" id="{DC469B38-0BDD-091F-8A89-643F5C025E37}"/>
              </a:ext>
            </a:extLst>
          </p:cNvPr>
          <p:cNvSpPr>
            <a:spLocks noGrp="1"/>
          </p:cNvSpPr>
          <p:nvPr/>
        </p:nvSpPr>
        <p:spPr>
          <a:xfrm>
            <a:off x="1981885" y="6021288"/>
            <a:ext cx="324096" cy="278450"/>
          </a:xfrm>
          <a:custGeom>
            <a:avLst/>
            <a:gdLst>
              <a:gd name="connsiteX0" fmla="*/ 553879 w 676275"/>
              <a:gd name="connsiteY0" fmla="*/ 254794 h 581025"/>
              <a:gd name="connsiteX1" fmla="*/ 451009 w 676275"/>
              <a:gd name="connsiteY1" fmla="*/ 342424 h 581025"/>
              <a:gd name="connsiteX2" fmla="*/ 375761 w 676275"/>
              <a:gd name="connsiteY2" fmla="*/ 469106 h 581025"/>
              <a:gd name="connsiteX3" fmla="*/ 273844 w 676275"/>
              <a:gd name="connsiteY3" fmla="*/ 561499 h 581025"/>
              <a:gd name="connsiteX4" fmla="*/ 132874 w 676275"/>
              <a:gd name="connsiteY4" fmla="*/ 569119 h 581025"/>
              <a:gd name="connsiteX5" fmla="*/ 7144 w 676275"/>
              <a:gd name="connsiteY5" fmla="*/ 383381 h 581025"/>
              <a:gd name="connsiteX6" fmla="*/ 371951 w 676275"/>
              <a:gd name="connsiteY6" fmla="*/ 7144 h 581025"/>
              <a:gd name="connsiteX7" fmla="*/ 371951 w 676275"/>
              <a:gd name="connsiteY7" fmla="*/ 7144 h 581025"/>
              <a:gd name="connsiteX8" fmla="*/ 371951 w 676275"/>
              <a:gd name="connsiteY8" fmla="*/ 7144 h 581025"/>
              <a:gd name="connsiteX9" fmla="*/ 388144 w 676275"/>
              <a:gd name="connsiteY9" fmla="*/ 13811 h 581025"/>
              <a:gd name="connsiteX10" fmla="*/ 571024 w 676275"/>
              <a:gd name="connsiteY10" fmla="*/ 127159 h 581025"/>
              <a:gd name="connsiteX11" fmla="*/ 675799 w 676275"/>
              <a:gd name="connsiteY11" fmla="*/ 287179 h 581025"/>
              <a:gd name="connsiteX12" fmla="*/ 553879 w 676275"/>
              <a:gd name="connsiteY12" fmla="*/ 254794 h 581025"/>
            </a:gdLst>
            <a:ahLst/>
            <a:cxnLst/>
            <a:rect l="l" t="t" r="r" b="b"/>
            <a:pathLst>
              <a:path w="676275" h="581025">
                <a:moveTo>
                  <a:pt x="553879" y="254794"/>
                </a:moveTo>
                <a:cubicBezTo>
                  <a:pt x="507206" y="265271"/>
                  <a:pt x="475774" y="304324"/>
                  <a:pt x="451009" y="342424"/>
                </a:cubicBezTo>
                <a:cubicBezTo>
                  <a:pt x="424339" y="383381"/>
                  <a:pt x="403384" y="428149"/>
                  <a:pt x="375761" y="469106"/>
                </a:cubicBezTo>
                <a:cubicBezTo>
                  <a:pt x="349091" y="507206"/>
                  <a:pt x="316706" y="542449"/>
                  <a:pt x="273844" y="561499"/>
                </a:cubicBezTo>
                <a:cubicBezTo>
                  <a:pt x="229076" y="581501"/>
                  <a:pt x="179546" y="584359"/>
                  <a:pt x="132874" y="569119"/>
                </a:cubicBezTo>
                <a:cubicBezTo>
                  <a:pt x="58579" y="538639"/>
                  <a:pt x="7144" y="464344"/>
                  <a:pt x="7144" y="383381"/>
                </a:cubicBezTo>
                <a:cubicBezTo>
                  <a:pt x="7144" y="177641"/>
                  <a:pt x="290036" y="105251"/>
                  <a:pt x="371951" y="7144"/>
                </a:cubicBezTo>
                <a:cubicBezTo>
                  <a:pt x="371951" y="7144"/>
                  <a:pt x="371951" y="7144"/>
                  <a:pt x="371951" y="7144"/>
                </a:cubicBezTo>
                <a:lnTo>
                  <a:pt x="371951" y="7144"/>
                </a:lnTo>
                <a:cubicBezTo>
                  <a:pt x="377666" y="9049"/>
                  <a:pt x="382429" y="11906"/>
                  <a:pt x="388144" y="13811"/>
                </a:cubicBezTo>
                <a:cubicBezTo>
                  <a:pt x="454819" y="41434"/>
                  <a:pt x="517684" y="78581"/>
                  <a:pt x="571024" y="127159"/>
                </a:cubicBezTo>
                <a:cubicBezTo>
                  <a:pt x="620554" y="172879"/>
                  <a:pt x="657701" y="226219"/>
                  <a:pt x="675799" y="287179"/>
                </a:cubicBezTo>
                <a:cubicBezTo>
                  <a:pt x="646271" y="255746"/>
                  <a:pt x="595789" y="244316"/>
                  <a:pt x="553879" y="254794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6" name="Freeform: Shape 8">
            <a:extLst>
              <a:ext uri="{FF2B5EF4-FFF2-40B4-BE49-F238E27FC236}">
                <a16:creationId xmlns:a16="http://schemas.microsoft.com/office/drawing/2014/main" id="{F04538F8-26C6-0B5E-9B13-7C72AEACEC0C}"/>
              </a:ext>
            </a:extLst>
          </p:cNvPr>
          <p:cNvSpPr>
            <a:spLocks noGrp="1"/>
          </p:cNvSpPr>
          <p:nvPr/>
        </p:nvSpPr>
        <p:spPr>
          <a:xfrm>
            <a:off x="2096461" y="6150398"/>
            <a:ext cx="219107" cy="178025"/>
          </a:xfrm>
          <a:custGeom>
            <a:avLst/>
            <a:gdLst>
              <a:gd name="connsiteX0" fmla="*/ 443389 w 457200"/>
              <a:gd name="connsiteY0" fmla="*/ 151121 h 371475"/>
              <a:gd name="connsiteX1" fmla="*/ 340519 w 457200"/>
              <a:gd name="connsiteY1" fmla="*/ 250181 h 371475"/>
              <a:gd name="connsiteX2" fmla="*/ 193834 w 457200"/>
              <a:gd name="connsiteY2" fmla="*/ 204461 h 371475"/>
              <a:gd name="connsiteX3" fmla="*/ 299561 w 457200"/>
              <a:gd name="connsiteY3" fmla="*/ 298759 h 371475"/>
              <a:gd name="connsiteX4" fmla="*/ 161449 w 457200"/>
              <a:gd name="connsiteY4" fmla="*/ 360671 h 371475"/>
              <a:gd name="connsiteX5" fmla="*/ 79534 w 457200"/>
              <a:gd name="connsiteY5" fmla="*/ 367339 h 371475"/>
              <a:gd name="connsiteX6" fmla="*/ 7144 w 457200"/>
              <a:gd name="connsiteY6" fmla="*/ 348289 h 371475"/>
              <a:gd name="connsiteX7" fmla="*/ 120491 w 457200"/>
              <a:gd name="connsiteY7" fmla="*/ 276851 h 371475"/>
              <a:gd name="connsiteX8" fmla="*/ 188119 w 457200"/>
              <a:gd name="connsiteY8" fmla="*/ 175886 h 371475"/>
              <a:gd name="connsiteX9" fmla="*/ 250031 w 457200"/>
              <a:gd name="connsiteY9" fmla="*/ 64444 h 371475"/>
              <a:gd name="connsiteX10" fmla="*/ 339566 w 457200"/>
              <a:gd name="connsiteY10" fmla="*/ 7294 h 371475"/>
              <a:gd name="connsiteX11" fmla="*/ 438626 w 457200"/>
              <a:gd name="connsiteY11" fmla="*/ 58729 h 371475"/>
              <a:gd name="connsiteX12" fmla="*/ 443389 w 457200"/>
              <a:gd name="connsiteY12" fmla="*/ 151121 h 371475"/>
            </a:gdLst>
            <a:ahLst/>
            <a:cxnLst/>
            <a:rect l="l" t="t" r="r" b="b"/>
            <a:pathLst>
              <a:path w="457200" h="371475">
                <a:moveTo>
                  <a:pt x="443389" y="151121"/>
                </a:moveTo>
                <a:cubicBezTo>
                  <a:pt x="428149" y="198746"/>
                  <a:pt x="389096" y="236846"/>
                  <a:pt x="340519" y="250181"/>
                </a:cubicBezTo>
                <a:cubicBezTo>
                  <a:pt x="285274" y="265421"/>
                  <a:pt x="230029" y="249229"/>
                  <a:pt x="193834" y="204461"/>
                </a:cubicBezTo>
                <a:cubicBezTo>
                  <a:pt x="197644" y="261611"/>
                  <a:pt x="243364" y="299711"/>
                  <a:pt x="299561" y="298759"/>
                </a:cubicBezTo>
                <a:cubicBezTo>
                  <a:pt x="263366" y="334954"/>
                  <a:pt x="210026" y="352099"/>
                  <a:pt x="161449" y="360671"/>
                </a:cubicBezTo>
                <a:cubicBezTo>
                  <a:pt x="134779" y="365434"/>
                  <a:pt x="107156" y="368291"/>
                  <a:pt x="79534" y="367339"/>
                </a:cubicBezTo>
                <a:cubicBezTo>
                  <a:pt x="55721" y="366386"/>
                  <a:pt x="27146" y="363529"/>
                  <a:pt x="7144" y="348289"/>
                </a:cubicBezTo>
                <a:cubicBezTo>
                  <a:pt x="50959" y="334954"/>
                  <a:pt x="90011" y="310189"/>
                  <a:pt x="120491" y="276851"/>
                </a:cubicBezTo>
                <a:cubicBezTo>
                  <a:pt x="148114" y="246371"/>
                  <a:pt x="169069" y="211129"/>
                  <a:pt x="188119" y="175886"/>
                </a:cubicBezTo>
                <a:cubicBezTo>
                  <a:pt x="208121" y="138739"/>
                  <a:pt x="225266" y="98734"/>
                  <a:pt x="250031" y="64444"/>
                </a:cubicBezTo>
                <a:cubicBezTo>
                  <a:pt x="271939" y="33964"/>
                  <a:pt x="300514" y="9199"/>
                  <a:pt x="339566" y="7294"/>
                </a:cubicBezTo>
                <a:cubicBezTo>
                  <a:pt x="379571" y="5389"/>
                  <a:pt x="419576" y="21581"/>
                  <a:pt x="438626" y="58729"/>
                </a:cubicBezTo>
                <a:cubicBezTo>
                  <a:pt x="453866" y="88256"/>
                  <a:pt x="452914" y="120641"/>
                  <a:pt x="443389" y="151121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gradFill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/>
                <a:ea typeface="Ubuntu Light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90000"/>
              </a:lnSpc>
              <a:buNone/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anchor="t">
            <a:spAutoFit/>
          </a:bodyPr>
          <a:lstStyle>
            <a:lvl1pPr>
              <a:buNone/>
              <a:defRPr sz="1400">
                <a:solidFill>
                  <a:schemeClr val="bg1"/>
                </a:solidFill>
                <a:latin typeface="Ubuntu Light"/>
                <a:ea typeface="Ubuntu Light"/>
                <a:cs typeface="Ubuntu Light"/>
              </a:defRPr>
            </a:lvl1pPr>
          </a:lstStyle>
          <a:p>
            <a:pPr lvl="0">
              <a:buNone/>
            </a:pPr>
            <a:r>
              <a:t>Optional: Click to insert name</a:t>
            </a:r>
          </a:p>
        </p:txBody>
      </p:sp>
      <p:sp>
        <p:nvSpPr>
          <p:cNvPr id="12" name="Freeform: Shape 4">
            <a:extLst>
              <a:ext uri="{FF2B5EF4-FFF2-40B4-BE49-F238E27FC236}">
                <a16:creationId xmlns:a16="http://schemas.microsoft.com/office/drawing/2014/main" id="{EA7AFA45-4D31-33E6-2A2F-BCAA05222BE0}"/>
              </a:ext>
            </a:extLst>
          </p:cNvPr>
          <p:cNvSpPr>
            <a:spLocks noGrp="1"/>
          </p:cNvSpPr>
          <p:nvPr/>
        </p:nvSpPr>
        <p:spPr>
          <a:xfrm>
            <a:off x="443568" y="6026765"/>
            <a:ext cx="1520058" cy="415392"/>
          </a:xfrm>
          <a:custGeom>
            <a:avLst/>
            <a:gdLst>
              <a:gd name="connsiteX0" fmla="*/ 3092291 w 3171825"/>
              <a:gd name="connsiteY0" fmla="*/ 287179 h 866775"/>
              <a:gd name="connsiteX1" fmla="*/ 3059907 w 3171825"/>
              <a:gd name="connsiteY1" fmla="*/ 211931 h 866775"/>
              <a:gd name="connsiteX2" fmla="*/ 3027521 w 3171825"/>
              <a:gd name="connsiteY2" fmla="*/ 218599 h 866775"/>
              <a:gd name="connsiteX3" fmla="*/ 2960846 w 3171825"/>
              <a:gd name="connsiteY3" fmla="*/ 507206 h 866775"/>
              <a:gd name="connsiteX4" fmla="*/ 2816066 w 3171825"/>
              <a:gd name="connsiteY4" fmla="*/ 178594 h 866775"/>
              <a:gd name="connsiteX5" fmla="*/ 2679859 w 3171825"/>
              <a:gd name="connsiteY5" fmla="*/ 440531 h 866775"/>
              <a:gd name="connsiteX6" fmla="*/ 2670334 w 3171825"/>
              <a:gd name="connsiteY6" fmla="*/ 319564 h 866775"/>
              <a:gd name="connsiteX7" fmla="*/ 2677001 w 3171825"/>
              <a:gd name="connsiteY7" fmla="*/ 254794 h 866775"/>
              <a:gd name="connsiteX8" fmla="*/ 2611279 w 3171825"/>
              <a:gd name="connsiteY8" fmla="*/ 209074 h 866775"/>
              <a:gd name="connsiteX9" fmla="*/ 2533174 w 3171825"/>
              <a:gd name="connsiteY9" fmla="*/ 510064 h 866775"/>
              <a:gd name="connsiteX10" fmla="*/ 2470309 w 3171825"/>
              <a:gd name="connsiteY10" fmla="*/ 292894 h 866775"/>
              <a:gd name="connsiteX11" fmla="*/ 2405539 w 3171825"/>
              <a:gd name="connsiteY11" fmla="*/ 208121 h 866775"/>
              <a:gd name="connsiteX12" fmla="*/ 2325529 w 3171825"/>
              <a:gd name="connsiteY12" fmla="*/ 494824 h 866775"/>
              <a:gd name="connsiteX13" fmla="*/ 2206466 w 3171825"/>
              <a:gd name="connsiteY13" fmla="*/ 211931 h 866775"/>
              <a:gd name="connsiteX14" fmla="*/ 2087404 w 3171825"/>
              <a:gd name="connsiteY14" fmla="*/ 479584 h 866775"/>
              <a:gd name="connsiteX15" fmla="*/ 1983581 w 3171825"/>
              <a:gd name="connsiteY15" fmla="*/ 178594 h 866775"/>
              <a:gd name="connsiteX16" fmla="*/ 1877854 w 3171825"/>
              <a:gd name="connsiteY16" fmla="*/ 391954 h 866775"/>
              <a:gd name="connsiteX17" fmla="*/ 1867376 w 3171825"/>
              <a:gd name="connsiteY17" fmla="*/ 390049 h 866775"/>
              <a:gd name="connsiteX18" fmla="*/ 1866424 w 3171825"/>
              <a:gd name="connsiteY18" fmla="*/ 327184 h 866775"/>
              <a:gd name="connsiteX19" fmla="*/ 1807369 w 3171825"/>
              <a:gd name="connsiteY19" fmla="*/ 202406 h 866775"/>
              <a:gd name="connsiteX20" fmla="*/ 1654969 w 3171825"/>
              <a:gd name="connsiteY20" fmla="*/ 512921 h 866775"/>
              <a:gd name="connsiteX21" fmla="*/ 1592104 w 3171825"/>
              <a:gd name="connsiteY21" fmla="*/ 483394 h 866775"/>
              <a:gd name="connsiteX22" fmla="*/ 1719739 w 3171825"/>
              <a:gd name="connsiteY22" fmla="*/ 306229 h 866775"/>
              <a:gd name="connsiteX23" fmla="*/ 1619726 w 3171825"/>
              <a:gd name="connsiteY23" fmla="*/ 202406 h 866775"/>
              <a:gd name="connsiteX24" fmla="*/ 1483519 w 3171825"/>
              <a:gd name="connsiteY24" fmla="*/ 369094 h 866775"/>
              <a:gd name="connsiteX25" fmla="*/ 1503521 w 3171825"/>
              <a:gd name="connsiteY25" fmla="*/ 473869 h 866775"/>
              <a:gd name="connsiteX26" fmla="*/ 1418749 w 3171825"/>
              <a:gd name="connsiteY26" fmla="*/ 512921 h 866775"/>
              <a:gd name="connsiteX27" fmla="*/ 1400651 w 3171825"/>
              <a:gd name="connsiteY27" fmla="*/ 274796 h 866775"/>
              <a:gd name="connsiteX28" fmla="*/ 1336834 w 3171825"/>
              <a:gd name="connsiteY28" fmla="*/ 326231 h 866775"/>
              <a:gd name="connsiteX29" fmla="*/ 1262539 w 3171825"/>
              <a:gd name="connsiteY29" fmla="*/ 479584 h 866775"/>
              <a:gd name="connsiteX30" fmla="*/ 1223486 w 3171825"/>
              <a:gd name="connsiteY30" fmla="*/ 421481 h 866775"/>
              <a:gd name="connsiteX31" fmla="*/ 1402556 w 3171825"/>
              <a:gd name="connsiteY31" fmla="*/ 250031 h 866775"/>
              <a:gd name="connsiteX32" fmla="*/ 1343501 w 3171825"/>
              <a:gd name="connsiteY32" fmla="*/ 192881 h 866775"/>
              <a:gd name="connsiteX33" fmla="*/ 1181576 w 3171825"/>
              <a:gd name="connsiteY33" fmla="*/ 290989 h 866775"/>
              <a:gd name="connsiteX34" fmla="*/ 1086326 w 3171825"/>
              <a:gd name="connsiteY34" fmla="*/ 385286 h 866775"/>
              <a:gd name="connsiteX35" fmla="*/ 1088231 w 3171825"/>
              <a:gd name="connsiteY35" fmla="*/ 358616 h 866775"/>
              <a:gd name="connsiteX36" fmla="*/ 974884 w 3171825"/>
              <a:gd name="connsiteY36" fmla="*/ 204311 h 866775"/>
              <a:gd name="connsiteX37" fmla="*/ 883444 w 3171825"/>
              <a:gd name="connsiteY37" fmla="*/ 273844 h 866775"/>
              <a:gd name="connsiteX38" fmla="*/ 846296 w 3171825"/>
              <a:gd name="connsiteY38" fmla="*/ 213836 h 866775"/>
              <a:gd name="connsiteX39" fmla="*/ 805339 w 3171825"/>
              <a:gd name="connsiteY39" fmla="*/ 224314 h 866775"/>
              <a:gd name="connsiteX40" fmla="*/ 814864 w 3171825"/>
              <a:gd name="connsiteY40" fmla="*/ 334804 h 866775"/>
              <a:gd name="connsiteX41" fmla="*/ 742474 w 3171825"/>
              <a:gd name="connsiteY41" fmla="*/ 520541 h 866775"/>
              <a:gd name="connsiteX42" fmla="*/ 691991 w 3171825"/>
              <a:gd name="connsiteY42" fmla="*/ 309086 h 866775"/>
              <a:gd name="connsiteX43" fmla="*/ 671989 w 3171825"/>
              <a:gd name="connsiteY43" fmla="*/ 305276 h 866775"/>
              <a:gd name="connsiteX44" fmla="*/ 621506 w 3171825"/>
              <a:gd name="connsiteY44" fmla="*/ 399574 h 866775"/>
              <a:gd name="connsiteX45" fmla="*/ 539591 w 3171825"/>
              <a:gd name="connsiteY45" fmla="*/ 512921 h 866775"/>
              <a:gd name="connsiteX46" fmla="*/ 495776 w 3171825"/>
              <a:gd name="connsiteY46" fmla="*/ 443389 h 866775"/>
              <a:gd name="connsiteX47" fmla="*/ 685324 w 3171825"/>
              <a:gd name="connsiteY47" fmla="*/ 278606 h 866775"/>
              <a:gd name="connsiteX48" fmla="*/ 627221 w 3171825"/>
              <a:gd name="connsiteY48" fmla="*/ 214789 h 866775"/>
              <a:gd name="connsiteX49" fmla="*/ 437674 w 3171825"/>
              <a:gd name="connsiteY49" fmla="*/ 355759 h 866775"/>
              <a:gd name="connsiteX50" fmla="*/ 237649 w 3171825"/>
              <a:gd name="connsiteY50" fmla="*/ 529114 h 866775"/>
              <a:gd name="connsiteX51" fmla="*/ 97631 w 3171825"/>
              <a:gd name="connsiteY51" fmla="*/ 313849 h 866775"/>
              <a:gd name="connsiteX52" fmla="*/ 261461 w 3171825"/>
              <a:gd name="connsiteY52" fmla="*/ 69056 h 866775"/>
              <a:gd name="connsiteX53" fmla="*/ 329089 w 3171825"/>
              <a:gd name="connsiteY53" fmla="*/ 181451 h 866775"/>
              <a:gd name="connsiteX54" fmla="*/ 410051 w 3171825"/>
              <a:gd name="connsiteY54" fmla="*/ 121444 h 866775"/>
              <a:gd name="connsiteX55" fmla="*/ 265271 w 3171825"/>
              <a:gd name="connsiteY55" fmla="*/ 7144 h 866775"/>
              <a:gd name="connsiteX56" fmla="*/ 7144 w 3171825"/>
              <a:gd name="connsiteY56" fmla="*/ 324326 h 866775"/>
              <a:gd name="connsiteX57" fmla="*/ 220504 w 3171825"/>
              <a:gd name="connsiteY57" fmla="*/ 601504 h 866775"/>
              <a:gd name="connsiteX58" fmla="*/ 425291 w 3171825"/>
              <a:gd name="connsiteY58" fmla="*/ 472916 h 866775"/>
              <a:gd name="connsiteX59" fmla="*/ 525304 w 3171825"/>
              <a:gd name="connsiteY59" fmla="*/ 576739 h 866775"/>
              <a:gd name="connsiteX60" fmla="*/ 646271 w 3171825"/>
              <a:gd name="connsiteY60" fmla="*/ 485299 h 866775"/>
              <a:gd name="connsiteX61" fmla="*/ 734854 w 3171825"/>
              <a:gd name="connsiteY61" fmla="*/ 576739 h 866775"/>
              <a:gd name="connsiteX62" fmla="*/ 812959 w 3171825"/>
              <a:gd name="connsiteY62" fmla="*/ 532924 h 866775"/>
              <a:gd name="connsiteX63" fmla="*/ 904399 w 3171825"/>
              <a:gd name="connsiteY63" fmla="*/ 810101 h 866775"/>
              <a:gd name="connsiteX64" fmla="*/ 882491 w 3171825"/>
              <a:gd name="connsiteY64" fmla="*/ 577691 h 866775"/>
              <a:gd name="connsiteX65" fmla="*/ 969169 w 3171825"/>
              <a:gd name="connsiteY65" fmla="*/ 267176 h 866775"/>
              <a:gd name="connsiteX66" fmla="*/ 1015841 w 3171825"/>
              <a:gd name="connsiteY66" fmla="*/ 359569 h 866775"/>
              <a:gd name="connsiteX67" fmla="*/ 1007269 w 3171825"/>
              <a:gd name="connsiteY67" fmla="*/ 440531 h 866775"/>
              <a:gd name="connsiteX68" fmla="*/ 900589 w 3171825"/>
              <a:gd name="connsiteY68" fmla="*/ 545306 h 866775"/>
              <a:gd name="connsiteX69" fmla="*/ 941546 w 3171825"/>
              <a:gd name="connsiteY69" fmla="*/ 577691 h 866775"/>
              <a:gd name="connsiteX70" fmla="*/ 1072039 w 3171825"/>
              <a:gd name="connsiteY70" fmla="*/ 449104 h 866775"/>
              <a:gd name="connsiteX71" fmla="*/ 1150144 w 3171825"/>
              <a:gd name="connsiteY71" fmla="*/ 390049 h 866775"/>
              <a:gd name="connsiteX72" fmla="*/ 1149191 w 3171825"/>
              <a:gd name="connsiteY72" fmla="*/ 415766 h 866775"/>
              <a:gd name="connsiteX73" fmla="*/ 1244441 w 3171825"/>
              <a:gd name="connsiteY73" fmla="*/ 550069 h 866775"/>
              <a:gd name="connsiteX74" fmla="*/ 1349216 w 3171825"/>
              <a:gd name="connsiteY74" fmla="*/ 469106 h 866775"/>
              <a:gd name="connsiteX75" fmla="*/ 1352074 w 3171825"/>
              <a:gd name="connsiteY75" fmla="*/ 547211 h 866775"/>
              <a:gd name="connsiteX76" fmla="*/ 1155859 w 3171825"/>
              <a:gd name="connsiteY76" fmla="*/ 754856 h 866775"/>
              <a:gd name="connsiteX77" fmla="*/ 1259681 w 3171825"/>
              <a:gd name="connsiteY77" fmla="*/ 864394 h 866775"/>
              <a:gd name="connsiteX78" fmla="*/ 1419701 w 3171825"/>
              <a:gd name="connsiteY78" fmla="*/ 569119 h 866775"/>
              <a:gd name="connsiteX79" fmla="*/ 1529239 w 3171825"/>
              <a:gd name="connsiteY79" fmla="*/ 518636 h 866775"/>
              <a:gd name="connsiteX80" fmla="*/ 1640681 w 3171825"/>
              <a:gd name="connsiteY80" fmla="*/ 576739 h 866775"/>
              <a:gd name="connsiteX81" fmla="*/ 1813084 w 3171825"/>
              <a:gd name="connsiteY81" fmla="*/ 459581 h 866775"/>
              <a:gd name="connsiteX82" fmla="*/ 1868329 w 3171825"/>
              <a:gd name="connsiteY82" fmla="*/ 576739 h 866775"/>
              <a:gd name="connsiteX83" fmla="*/ 1980724 w 3171825"/>
              <a:gd name="connsiteY83" fmla="*/ 273844 h 866775"/>
              <a:gd name="connsiteX84" fmla="*/ 2074069 w 3171825"/>
              <a:gd name="connsiteY84" fmla="*/ 601504 h 866775"/>
              <a:gd name="connsiteX85" fmla="*/ 2198846 w 3171825"/>
              <a:gd name="connsiteY85" fmla="*/ 312896 h 866775"/>
              <a:gd name="connsiteX86" fmla="*/ 2307432 w 3171825"/>
              <a:gd name="connsiteY86" fmla="*/ 576739 h 866775"/>
              <a:gd name="connsiteX87" fmla="*/ 2412207 w 3171825"/>
              <a:gd name="connsiteY87" fmla="*/ 428149 h 866775"/>
              <a:gd name="connsiteX88" fmla="*/ 2521744 w 3171825"/>
              <a:gd name="connsiteY88" fmla="*/ 576739 h 866775"/>
              <a:gd name="connsiteX89" fmla="*/ 2618899 w 3171825"/>
              <a:gd name="connsiteY89" fmla="*/ 486251 h 866775"/>
              <a:gd name="connsiteX90" fmla="*/ 2670334 w 3171825"/>
              <a:gd name="connsiteY90" fmla="*/ 576739 h 866775"/>
              <a:gd name="connsiteX91" fmla="*/ 2803684 w 3171825"/>
              <a:gd name="connsiteY91" fmla="*/ 274796 h 866775"/>
              <a:gd name="connsiteX92" fmla="*/ 2947511 w 3171825"/>
              <a:gd name="connsiteY92" fmla="*/ 576739 h 866775"/>
              <a:gd name="connsiteX93" fmla="*/ 3040857 w 3171825"/>
              <a:gd name="connsiteY93" fmla="*/ 474821 h 866775"/>
              <a:gd name="connsiteX94" fmla="*/ 3121819 w 3171825"/>
              <a:gd name="connsiteY94" fmla="*/ 576739 h 866775"/>
              <a:gd name="connsiteX95" fmla="*/ 3169444 w 3171825"/>
              <a:gd name="connsiteY95" fmla="*/ 550069 h 866775"/>
              <a:gd name="connsiteX96" fmla="*/ 3092291 w 3171825"/>
              <a:gd name="connsiteY96" fmla="*/ 287179 h 866775"/>
              <a:gd name="connsiteX97" fmla="*/ 1267301 w 3171825"/>
              <a:gd name="connsiteY97" fmla="*/ 806291 h 866775"/>
              <a:gd name="connsiteX98" fmla="*/ 1226344 w 3171825"/>
              <a:gd name="connsiteY98" fmla="*/ 751999 h 866775"/>
              <a:gd name="connsiteX99" fmla="*/ 1353026 w 3171825"/>
              <a:gd name="connsiteY99" fmla="*/ 597694 h 866775"/>
              <a:gd name="connsiteX100" fmla="*/ 1267301 w 3171825"/>
              <a:gd name="connsiteY100" fmla="*/ 806291 h 866775"/>
              <a:gd name="connsiteX101" fmla="*/ 1614964 w 3171825"/>
              <a:gd name="connsiteY101" fmla="*/ 257651 h 866775"/>
              <a:gd name="connsiteX102" fmla="*/ 1653064 w 3171825"/>
              <a:gd name="connsiteY102" fmla="*/ 315754 h 866775"/>
              <a:gd name="connsiteX103" fmla="*/ 1569244 w 3171825"/>
              <a:gd name="connsiteY103" fmla="*/ 438626 h 866775"/>
              <a:gd name="connsiteX104" fmla="*/ 1614964 w 3171825"/>
              <a:gd name="connsiteY104" fmla="*/ 257651 h 866775"/>
            </a:gdLst>
            <a:ahLst/>
            <a:cxnLst/>
            <a:rect l="l" t="t" r="r" b="b"/>
            <a:pathLst>
              <a:path w="3171825" h="866775">
                <a:moveTo>
                  <a:pt x="3092291" y="287179"/>
                </a:moveTo>
                <a:cubicBezTo>
                  <a:pt x="3092291" y="241459"/>
                  <a:pt x="3089434" y="211931"/>
                  <a:pt x="3059907" y="211931"/>
                </a:cubicBezTo>
                <a:cubicBezTo>
                  <a:pt x="3046571" y="211931"/>
                  <a:pt x="3039904" y="214789"/>
                  <a:pt x="3027521" y="218599"/>
                </a:cubicBezTo>
                <a:cubicBezTo>
                  <a:pt x="3037999" y="371951"/>
                  <a:pt x="3003709" y="507206"/>
                  <a:pt x="2960846" y="507206"/>
                </a:cubicBezTo>
                <a:cubicBezTo>
                  <a:pt x="2905601" y="507206"/>
                  <a:pt x="2933224" y="178594"/>
                  <a:pt x="2816066" y="178594"/>
                </a:cubicBezTo>
                <a:cubicBezTo>
                  <a:pt x="2707482" y="178594"/>
                  <a:pt x="2692241" y="440531"/>
                  <a:pt x="2679859" y="440531"/>
                </a:cubicBezTo>
                <a:cubicBezTo>
                  <a:pt x="2671286" y="440531"/>
                  <a:pt x="2670334" y="371951"/>
                  <a:pt x="2670334" y="319564"/>
                </a:cubicBezTo>
                <a:cubicBezTo>
                  <a:pt x="2675096" y="294799"/>
                  <a:pt x="2677001" y="271939"/>
                  <a:pt x="2677001" y="254794"/>
                </a:cubicBezTo>
                <a:cubicBezTo>
                  <a:pt x="2677001" y="230029"/>
                  <a:pt x="2667476" y="188119"/>
                  <a:pt x="2611279" y="209074"/>
                </a:cubicBezTo>
                <a:cubicBezTo>
                  <a:pt x="2613184" y="396716"/>
                  <a:pt x="2576036" y="510064"/>
                  <a:pt x="2533174" y="510064"/>
                </a:cubicBezTo>
                <a:cubicBezTo>
                  <a:pt x="2471261" y="510064"/>
                  <a:pt x="2470309" y="340519"/>
                  <a:pt x="2470309" y="292894"/>
                </a:cubicBezTo>
                <a:cubicBezTo>
                  <a:pt x="2470309" y="247174"/>
                  <a:pt x="2473166" y="186214"/>
                  <a:pt x="2405539" y="208121"/>
                </a:cubicBezTo>
                <a:cubicBezTo>
                  <a:pt x="2395061" y="371951"/>
                  <a:pt x="2352199" y="494824"/>
                  <a:pt x="2325529" y="494824"/>
                </a:cubicBezTo>
                <a:cubicBezTo>
                  <a:pt x="2285524" y="494824"/>
                  <a:pt x="2293144" y="211931"/>
                  <a:pt x="2206466" y="211931"/>
                </a:cubicBezTo>
                <a:cubicBezTo>
                  <a:pt x="2128361" y="211931"/>
                  <a:pt x="2103596" y="479584"/>
                  <a:pt x="2087404" y="479584"/>
                </a:cubicBezTo>
                <a:cubicBezTo>
                  <a:pt x="2057876" y="479584"/>
                  <a:pt x="2096929" y="178594"/>
                  <a:pt x="1983581" y="178594"/>
                </a:cubicBezTo>
                <a:cubicBezTo>
                  <a:pt x="1924526" y="178594"/>
                  <a:pt x="1900714" y="279559"/>
                  <a:pt x="1877854" y="391954"/>
                </a:cubicBezTo>
                <a:cubicBezTo>
                  <a:pt x="1873091" y="413861"/>
                  <a:pt x="1868329" y="414814"/>
                  <a:pt x="1867376" y="390049"/>
                </a:cubicBezTo>
                <a:cubicBezTo>
                  <a:pt x="1866424" y="370046"/>
                  <a:pt x="1866424" y="347186"/>
                  <a:pt x="1866424" y="327184"/>
                </a:cubicBezTo>
                <a:cubicBezTo>
                  <a:pt x="1894999" y="213836"/>
                  <a:pt x="1859756" y="171926"/>
                  <a:pt x="1807369" y="202406"/>
                </a:cubicBezTo>
                <a:cubicBezTo>
                  <a:pt x="1824514" y="411004"/>
                  <a:pt x="1728311" y="512921"/>
                  <a:pt x="1654969" y="512921"/>
                </a:cubicBezTo>
                <a:cubicBezTo>
                  <a:pt x="1628299" y="512921"/>
                  <a:pt x="1607344" y="501491"/>
                  <a:pt x="1592104" y="483394"/>
                </a:cubicBezTo>
                <a:cubicBezTo>
                  <a:pt x="1680686" y="429101"/>
                  <a:pt x="1719739" y="367189"/>
                  <a:pt x="1719739" y="306229"/>
                </a:cubicBezTo>
                <a:cubicBezTo>
                  <a:pt x="1719739" y="240506"/>
                  <a:pt x="1681639" y="202406"/>
                  <a:pt x="1619726" y="202406"/>
                </a:cubicBezTo>
                <a:cubicBezTo>
                  <a:pt x="1532096" y="202406"/>
                  <a:pt x="1483519" y="292894"/>
                  <a:pt x="1483519" y="369094"/>
                </a:cubicBezTo>
                <a:cubicBezTo>
                  <a:pt x="1483519" y="410051"/>
                  <a:pt x="1491139" y="445294"/>
                  <a:pt x="1503521" y="473869"/>
                </a:cubicBezTo>
                <a:cubicBezTo>
                  <a:pt x="1473041" y="488156"/>
                  <a:pt x="1445419" y="500539"/>
                  <a:pt x="1418749" y="512921"/>
                </a:cubicBezTo>
                <a:cubicBezTo>
                  <a:pt x="1416844" y="433864"/>
                  <a:pt x="1407319" y="350996"/>
                  <a:pt x="1400651" y="274796"/>
                </a:cubicBezTo>
                <a:cubicBezTo>
                  <a:pt x="1353979" y="262414"/>
                  <a:pt x="1340644" y="284321"/>
                  <a:pt x="1336834" y="326231"/>
                </a:cubicBezTo>
                <a:cubicBezTo>
                  <a:pt x="1328261" y="420529"/>
                  <a:pt x="1293971" y="479584"/>
                  <a:pt x="1262539" y="479584"/>
                </a:cubicBezTo>
                <a:cubicBezTo>
                  <a:pt x="1239679" y="479584"/>
                  <a:pt x="1225391" y="451009"/>
                  <a:pt x="1223486" y="421481"/>
                </a:cubicBezTo>
                <a:cubicBezTo>
                  <a:pt x="1214914" y="270034"/>
                  <a:pt x="1337786" y="228124"/>
                  <a:pt x="1402556" y="250031"/>
                </a:cubicBezTo>
                <a:cubicBezTo>
                  <a:pt x="1415891" y="216694"/>
                  <a:pt x="1401604" y="192881"/>
                  <a:pt x="1343501" y="192881"/>
                </a:cubicBezTo>
                <a:cubicBezTo>
                  <a:pt x="1273016" y="192881"/>
                  <a:pt x="1220629" y="235744"/>
                  <a:pt x="1181576" y="290989"/>
                </a:cubicBezTo>
                <a:cubicBezTo>
                  <a:pt x="1155859" y="327184"/>
                  <a:pt x="1126331" y="353854"/>
                  <a:pt x="1086326" y="385286"/>
                </a:cubicBezTo>
                <a:cubicBezTo>
                  <a:pt x="1087279" y="375761"/>
                  <a:pt x="1088231" y="367189"/>
                  <a:pt x="1088231" y="358616"/>
                </a:cubicBezTo>
                <a:cubicBezTo>
                  <a:pt x="1088231" y="251936"/>
                  <a:pt x="1030129" y="204311"/>
                  <a:pt x="974884" y="204311"/>
                </a:cubicBezTo>
                <a:cubicBezTo>
                  <a:pt x="929164" y="204311"/>
                  <a:pt x="900589" y="231934"/>
                  <a:pt x="883444" y="273844"/>
                </a:cubicBezTo>
                <a:cubicBezTo>
                  <a:pt x="879634" y="231934"/>
                  <a:pt x="871061" y="213836"/>
                  <a:pt x="846296" y="213836"/>
                </a:cubicBezTo>
                <a:cubicBezTo>
                  <a:pt x="835819" y="213836"/>
                  <a:pt x="821531" y="216694"/>
                  <a:pt x="805339" y="224314"/>
                </a:cubicBezTo>
                <a:cubicBezTo>
                  <a:pt x="812959" y="248126"/>
                  <a:pt x="814864" y="300514"/>
                  <a:pt x="814864" y="334804"/>
                </a:cubicBezTo>
                <a:cubicBezTo>
                  <a:pt x="814864" y="463391"/>
                  <a:pt x="777716" y="520541"/>
                  <a:pt x="742474" y="520541"/>
                </a:cubicBezTo>
                <a:cubicBezTo>
                  <a:pt x="701516" y="520541"/>
                  <a:pt x="695801" y="368141"/>
                  <a:pt x="691991" y="309086"/>
                </a:cubicBezTo>
                <a:cubicBezTo>
                  <a:pt x="687229" y="307181"/>
                  <a:pt x="681514" y="305276"/>
                  <a:pt x="671989" y="305276"/>
                </a:cubicBezTo>
                <a:cubicBezTo>
                  <a:pt x="635794" y="305276"/>
                  <a:pt x="631031" y="354806"/>
                  <a:pt x="621506" y="399574"/>
                </a:cubicBezTo>
                <a:cubicBezTo>
                  <a:pt x="611029" y="450056"/>
                  <a:pt x="582454" y="512921"/>
                  <a:pt x="539591" y="512921"/>
                </a:cubicBezTo>
                <a:cubicBezTo>
                  <a:pt x="513874" y="512921"/>
                  <a:pt x="497681" y="488156"/>
                  <a:pt x="495776" y="443389"/>
                </a:cubicBezTo>
                <a:cubicBezTo>
                  <a:pt x="491966" y="352901"/>
                  <a:pt x="567214" y="245269"/>
                  <a:pt x="685324" y="278606"/>
                </a:cubicBezTo>
                <a:cubicBezTo>
                  <a:pt x="700564" y="242411"/>
                  <a:pt x="676751" y="214789"/>
                  <a:pt x="627221" y="214789"/>
                </a:cubicBezTo>
                <a:cubicBezTo>
                  <a:pt x="540544" y="214789"/>
                  <a:pt x="469106" y="279559"/>
                  <a:pt x="437674" y="355759"/>
                </a:cubicBezTo>
                <a:cubicBezTo>
                  <a:pt x="406241" y="426244"/>
                  <a:pt x="350996" y="529114"/>
                  <a:pt x="237649" y="529114"/>
                </a:cubicBezTo>
                <a:cubicBezTo>
                  <a:pt x="157639" y="529114"/>
                  <a:pt x="97631" y="459581"/>
                  <a:pt x="97631" y="313849"/>
                </a:cubicBezTo>
                <a:cubicBezTo>
                  <a:pt x="97631" y="188119"/>
                  <a:pt x="176689" y="69056"/>
                  <a:pt x="261461" y="69056"/>
                </a:cubicBezTo>
                <a:cubicBezTo>
                  <a:pt x="320516" y="69056"/>
                  <a:pt x="333851" y="127159"/>
                  <a:pt x="329089" y="181451"/>
                </a:cubicBezTo>
                <a:cubicBezTo>
                  <a:pt x="359569" y="206216"/>
                  <a:pt x="410051" y="183356"/>
                  <a:pt x="410051" y="121444"/>
                </a:cubicBezTo>
                <a:cubicBezTo>
                  <a:pt x="410051" y="79534"/>
                  <a:pt x="375761" y="7144"/>
                  <a:pt x="265271" y="7144"/>
                </a:cubicBezTo>
                <a:cubicBezTo>
                  <a:pt x="128111" y="7144"/>
                  <a:pt x="7144" y="144304"/>
                  <a:pt x="7144" y="324326"/>
                </a:cubicBezTo>
                <a:cubicBezTo>
                  <a:pt x="7144" y="498634"/>
                  <a:pt x="95726" y="601504"/>
                  <a:pt x="220504" y="601504"/>
                </a:cubicBezTo>
                <a:cubicBezTo>
                  <a:pt x="299561" y="601504"/>
                  <a:pt x="373856" y="556736"/>
                  <a:pt x="425291" y="472916"/>
                </a:cubicBezTo>
                <a:cubicBezTo>
                  <a:pt x="438626" y="545306"/>
                  <a:pt x="488156" y="576739"/>
                  <a:pt x="525304" y="576739"/>
                </a:cubicBezTo>
                <a:cubicBezTo>
                  <a:pt x="585311" y="576739"/>
                  <a:pt x="624364" y="537686"/>
                  <a:pt x="646271" y="485299"/>
                </a:cubicBezTo>
                <a:cubicBezTo>
                  <a:pt x="659606" y="537686"/>
                  <a:pt x="688181" y="576739"/>
                  <a:pt x="734854" y="576739"/>
                </a:cubicBezTo>
                <a:cubicBezTo>
                  <a:pt x="768191" y="576739"/>
                  <a:pt x="793909" y="559594"/>
                  <a:pt x="812959" y="532924"/>
                </a:cubicBezTo>
                <a:cubicBezTo>
                  <a:pt x="805339" y="716756"/>
                  <a:pt x="795814" y="832961"/>
                  <a:pt x="904399" y="810101"/>
                </a:cubicBezTo>
                <a:cubicBezTo>
                  <a:pt x="887254" y="757714"/>
                  <a:pt x="882491" y="663416"/>
                  <a:pt x="882491" y="577691"/>
                </a:cubicBezTo>
                <a:cubicBezTo>
                  <a:pt x="882491" y="344329"/>
                  <a:pt x="920591" y="267176"/>
                  <a:pt x="969169" y="267176"/>
                </a:cubicBezTo>
                <a:cubicBezTo>
                  <a:pt x="1004411" y="267176"/>
                  <a:pt x="1015841" y="311944"/>
                  <a:pt x="1015841" y="359569"/>
                </a:cubicBezTo>
                <a:cubicBezTo>
                  <a:pt x="1015841" y="385286"/>
                  <a:pt x="1012984" y="413861"/>
                  <a:pt x="1007269" y="440531"/>
                </a:cubicBezTo>
                <a:cubicBezTo>
                  <a:pt x="948214" y="477679"/>
                  <a:pt x="900589" y="507206"/>
                  <a:pt x="900589" y="545306"/>
                </a:cubicBezTo>
                <a:cubicBezTo>
                  <a:pt x="900589" y="574834"/>
                  <a:pt x="922496" y="577691"/>
                  <a:pt x="941546" y="577691"/>
                </a:cubicBezTo>
                <a:cubicBezTo>
                  <a:pt x="987266" y="577691"/>
                  <a:pt x="1041559" y="532924"/>
                  <a:pt x="1072039" y="449104"/>
                </a:cubicBezTo>
                <a:cubicBezTo>
                  <a:pt x="1098709" y="432911"/>
                  <a:pt x="1125379" y="414814"/>
                  <a:pt x="1150144" y="390049"/>
                </a:cubicBezTo>
                <a:cubicBezTo>
                  <a:pt x="1149191" y="398621"/>
                  <a:pt x="1149191" y="407194"/>
                  <a:pt x="1149191" y="415766"/>
                </a:cubicBezTo>
                <a:cubicBezTo>
                  <a:pt x="1149191" y="499586"/>
                  <a:pt x="1185386" y="550069"/>
                  <a:pt x="1244441" y="550069"/>
                </a:cubicBezTo>
                <a:cubicBezTo>
                  <a:pt x="1290161" y="550069"/>
                  <a:pt x="1324451" y="517684"/>
                  <a:pt x="1349216" y="469106"/>
                </a:cubicBezTo>
                <a:cubicBezTo>
                  <a:pt x="1351121" y="496729"/>
                  <a:pt x="1352074" y="523399"/>
                  <a:pt x="1352074" y="547211"/>
                </a:cubicBezTo>
                <a:cubicBezTo>
                  <a:pt x="1258729" y="590074"/>
                  <a:pt x="1155859" y="633889"/>
                  <a:pt x="1155859" y="754856"/>
                </a:cubicBezTo>
                <a:cubicBezTo>
                  <a:pt x="1155859" y="817721"/>
                  <a:pt x="1201579" y="864394"/>
                  <a:pt x="1259681" y="864394"/>
                </a:cubicBezTo>
                <a:cubicBezTo>
                  <a:pt x="1389221" y="864394"/>
                  <a:pt x="1418749" y="728186"/>
                  <a:pt x="1419701" y="569119"/>
                </a:cubicBezTo>
                <a:cubicBezTo>
                  <a:pt x="1461611" y="551021"/>
                  <a:pt x="1493044" y="536734"/>
                  <a:pt x="1529239" y="518636"/>
                </a:cubicBezTo>
                <a:cubicBezTo>
                  <a:pt x="1560671" y="557689"/>
                  <a:pt x="1602581" y="576739"/>
                  <a:pt x="1640681" y="576739"/>
                </a:cubicBezTo>
                <a:cubicBezTo>
                  <a:pt x="1714024" y="576739"/>
                  <a:pt x="1768316" y="537686"/>
                  <a:pt x="1813084" y="459581"/>
                </a:cubicBezTo>
                <a:cubicBezTo>
                  <a:pt x="1820704" y="519589"/>
                  <a:pt x="1835944" y="576739"/>
                  <a:pt x="1868329" y="576739"/>
                </a:cubicBezTo>
                <a:cubicBezTo>
                  <a:pt x="1926431" y="576739"/>
                  <a:pt x="1937861" y="273844"/>
                  <a:pt x="1980724" y="273844"/>
                </a:cubicBezTo>
                <a:cubicBezTo>
                  <a:pt x="2014061" y="273844"/>
                  <a:pt x="1986439" y="601504"/>
                  <a:pt x="2074069" y="601504"/>
                </a:cubicBezTo>
                <a:cubicBezTo>
                  <a:pt x="2148364" y="601504"/>
                  <a:pt x="2162651" y="312896"/>
                  <a:pt x="2198846" y="312896"/>
                </a:cubicBezTo>
                <a:cubicBezTo>
                  <a:pt x="2224564" y="312896"/>
                  <a:pt x="2226469" y="576739"/>
                  <a:pt x="2307432" y="576739"/>
                </a:cubicBezTo>
                <a:cubicBezTo>
                  <a:pt x="2347436" y="576739"/>
                  <a:pt x="2390299" y="529114"/>
                  <a:pt x="2412207" y="428149"/>
                </a:cubicBezTo>
                <a:cubicBezTo>
                  <a:pt x="2422684" y="494824"/>
                  <a:pt x="2456021" y="576739"/>
                  <a:pt x="2521744" y="576739"/>
                </a:cubicBezTo>
                <a:cubicBezTo>
                  <a:pt x="2559844" y="576739"/>
                  <a:pt x="2593182" y="537686"/>
                  <a:pt x="2618899" y="486251"/>
                </a:cubicBezTo>
                <a:cubicBezTo>
                  <a:pt x="2625566" y="539591"/>
                  <a:pt x="2640807" y="576739"/>
                  <a:pt x="2670334" y="576739"/>
                </a:cubicBezTo>
                <a:cubicBezTo>
                  <a:pt x="2746534" y="576739"/>
                  <a:pt x="2743676" y="274796"/>
                  <a:pt x="2803684" y="274796"/>
                </a:cubicBezTo>
                <a:cubicBezTo>
                  <a:pt x="2850357" y="274796"/>
                  <a:pt x="2836069" y="576739"/>
                  <a:pt x="2947511" y="576739"/>
                </a:cubicBezTo>
                <a:cubicBezTo>
                  <a:pt x="3000851" y="576739"/>
                  <a:pt x="3025616" y="531971"/>
                  <a:pt x="3040857" y="474821"/>
                </a:cubicBezTo>
                <a:cubicBezTo>
                  <a:pt x="3061811" y="558641"/>
                  <a:pt x="3094196" y="576739"/>
                  <a:pt x="3121819" y="576739"/>
                </a:cubicBezTo>
                <a:cubicBezTo>
                  <a:pt x="3138964" y="576739"/>
                  <a:pt x="3152299" y="571024"/>
                  <a:pt x="3169444" y="550069"/>
                </a:cubicBezTo>
                <a:cubicBezTo>
                  <a:pt x="3085624" y="511969"/>
                  <a:pt x="3092291" y="375761"/>
                  <a:pt x="3092291" y="287179"/>
                </a:cubicBezTo>
                <a:close/>
                <a:moveTo>
                  <a:pt x="1267301" y="806291"/>
                </a:moveTo>
                <a:cubicBezTo>
                  <a:pt x="1240631" y="806291"/>
                  <a:pt x="1226344" y="780574"/>
                  <a:pt x="1226344" y="751999"/>
                </a:cubicBezTo>
                <a:cubicBezTo>
                  <a:pt x="1226344" y="674846"/>
                  <a:pt x="1283494" y="632936"/>
                  <a:pt x="1353026" y="597694"/>
                </a:cubicBezTo>
                <a:cubicBezTo>
                  <a:pt x="1349216" y="768191"/>
                  <a:pt x="1310164" y="806291"/>
                  <a:pt x="1267301" y="806291"/>
                </a:cubicBezTo>
                <a:close/>
                <a:moveTo>
                  <a:pt x="1614964" y="257651"/>
                </a:moveTo>
                <a:cubicBezTo>
                  <a:pt x="1640681" y="257651"/>
                  <a:pt x="1655921" y="281464"/>
                  <a:pt x="1653064" y="315754"/>
                </a:cubicBezTo>
                <a:cubicBezTo>
                  <a:pt x="1650206" y="355759"/>
                  <a:pt x="1620679" y="402431"/>
                  <a:pt x="1569244" y="438626"/>
                </a:cubicBezTo>
                <a:cubicBezTo>
                  <a:pt x="1543526" y="362426"/>
                  <a:pt x="1563529" y="257651"/>
                  <a:pt x="1614964" y="257651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3" name="Freeform: Shape 5">
            <a:extLst>
              <a:ext uri="{FF2B5EF4-FFF2-40B4-BE49-F238E27FC236}">
                <a16:creationId xmlns:a16="http://schemas.microsoft.com/office/drawing/2014/main" id="{05CFBE72-0371-75B9-898F-07585635B52C}"/>
              </a:ext>
            </a:extLst>
          </p:cNvPr>
          <p:cNvSpPr>
            <a:spLocks noGrp="1"/>
          </p:cNvSpPr>
          <p:nvPr/>
        </p:nvSpPr>
        <p:spPr>
          <a:xfrm>
            <a:off x="1588847" y="6047291"/>
            <a:ext cx="45647" cy="50212"/>
          </a:xfrm>
          <a:custGeom>
            <a:avLst/>
            <a:gdLst>
              <a:gd name="connsiteX0" fmla="*/ 51942 w 95250"/>
              <a:gd name="connsiteY0" fmla="*/ 99569 h 104775"/>
              <a:gd name="connsiteX1" fmla="*/ 93853 w 95250"/>
              <a:gd name="connsiteY1" fmla="*/ 51944 h 104775"/>
              <a:gd name="connsiteX2" fmla="*/ 51942 w 95250"/>
              <a:gd name="connsiteY2" fmla="*/ 7176 h 104775"/>
              <a:gd name="connsiteX3" fmla="*/ 7175 w 95250"/>
              <a:gd name="connsiteY3" fmla="*/ 54801 h 104775"/>
              <a:gd name="connsiteX4" fmla="*/ 51942 w 95250"/>
              <a:gd name="connsiteY4" fmla="*/ 99569 h 104775"/>
            </a:gdLst>
            <a:ahLst/>
            <a:cxnLst/>
            <a:rect l="l" t="t" r="r" b="b"/>
            <a:pathLst>
              <a:path w="95250" h="104775">
                <a:moveTo>
                  <a:pt x="51942" y="99569"/>
                </a:moveTo>
                <a:cubicBezTo>
                  <a:pt x="76707" y="98616"/>
                  <a:pt x="93853" y="77661"/>
                  <a:pt x="93853" y="51944"/>
                </a:cubicBezTo>
                <a:cubicBezTo>
                  <a:pt x="93853" y="26226"/>
                  <a:pt x="76707" y="6224"/>
                  <a:pt x="51942" y="7176"/>
                </a:cubicBezTo>
                <a:cubicBezTo>
                  <a:pt x="27178" y="8129"/>
                  <a:pt x="7175" y="29084"/>
                  <a:pt x="7175" y="54801"/>
                </a:cubicBezTo>
                <a:cubicBezTo>
                  <a:pt x="6222" y="80519"/>
                  <a:pt x="27178" y="100521"/>
                  <a:pt x="51942" y="99569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4" name="Freeform: Shape 6">
            <a:extLst>
              <a:ext uri="{FF2B5EF4-FFF2-40B4-BE49-F238E27FC236}">
                <a16:creationId xmlns:a16="http://schemas.microsoft.com/office/drawing/2014/main" id="{2576038A-3386-9D73-0067-BFB5DEACF90C}"/>
              </a:ext>
            </a:extLst>
          </p:cNvPr>
          <p:cNvSpPr>
            <a:spLocks noGrp="1"/>
          </p:cNvSpPr>
          <p:nvPr/>
        </p:nvSpPr>
        <p:spPr>
          <a:xfrm>
            <a:off x="1886483" y="6055963"/>
            <a:ext cx="45647" cy="45647"/>
          </a:xfrm>
          <a:custGeom>
            <a:avLst/>
            <a:gdLst>
              <a:gd name="connsiteX0" fmla="*/ 48101 w 95250"/>
              <a:gd name="connsiteY0" fmla="*/ 94808 h 95250"/>
              <a:gd name="connsiteX1" fmla="*/ 89059 w 95250"/>
              <a:gd name="connsiteY1" fmla="*/ 49088 h 95250"/>
              <a:gd name="connsiteX2" fmla="*/ 48101 w 95250"/>
              <a:gd name="connsiteY2" fmla="*/ 7178 h 95250"/>
              <a:gd name="connsiteX3" fmla="*/ 7144 w 95250"/>
              <a:gd name="connsiteY3" fmla="*/ 52898 h 95250"/>
              <a:gd name="connsiteX4" fmla="*/ 48101 w 95250"/>
              <a:gd name="connsiteY4" fmla="*/ 94808 h 95250"/>
            </a:gdLst>
            <a:ahLst/>
            <a:cxnLst/>
            <a:rect l="l" t="t" r="r" b="b"/>
            <a:pathLst>
              <a:path w="95250" h="95250">
                <a:moveTo>
                  <a:pt x="48101" y="94808"/>
                </a:moveTo>
                <a:cubicBezTo>
                  <a:pt x="70961" y="93856"/>
                  <a:pt x="89059" y="73853"/>
                  <a:pt x="89059" y="49088"/>
                </a:cubicBezTo>
                <a:cubicBezTo>
                  <a:pt x="89059" y="25275"/>
                  <a:pt x="70961" y="6225"/>
                  <a:pt x="48101" y="7178"/>
                </a:cubicBezTo>
                <a:cubicBezTo>
                  <a:pt x="25241" y="8131"/>
                  <a:pt x="7144" y="28133"/>
                  <a:pt x="7144" y="52898"/>
                </a:cubicBezTo>
                <a:cubicBezTo>
                  <a:pt x="8096" y="76711"/>
                  <a:pt x="26194" y="95761"/>
                  <a:pt x="48101" y="94808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5" name="Freeform: Shape 7">
            <a:extLst>
              <a:ext uri="{FF2B5EF4-FFF2-40B4-BE49-F238E27FC236}">
                <a16:creationId xmlns:a16="http://schemas.microsoft.com/office/drawing/2014/main" id="{32E84BB6-5500-095D-2587-055D5965FCC3}"/>
              </a:ext>
            </a:extLst>
          </p:cNvPr>
          <p:cNvSpPr>
            <a:spLocks noGrp="1"/>
          </p:cNvSpPr>
          <p:nvPr/>
        </p:nvSpPr>
        <p:spPr>
          <a:xfrm>
            <a:off x="1981885" y="6021288"/>
            <a:ext cx="324096" cy="278450"/>
          </a:xfrm>
          <a:custGeom>
            <a:avLst/>
            <a:gdLst>
              <a:gd name="connsiteX0" fmla="*/ 553879 w 676275"/>
              <a:gd name="connsiteY0" fmla="*/ 254794 h 581025"/>
              <a:gd name="connsiteX1" fmla="*/ 451009 w 676275"/>
              <a:gd name="connsiteY1" fmla="*/ 342424 h 581025"/>
              <a:gd name="connsiteX2" fmla="*/ 375761 w 676275"/>
              <a:gd name="connsiteY2" fmla="*/ 469106 h 581025"/>
              <a:gd name="connsiteX3" fmla="*/ 273844 w 676275"/>
              <a:gd name="connsiteY3" fmla="*/ 561499 h 581025"/>
              <a:gd name="connsiteX4" fmla="*/ 132874 w 676275"/>
              <a:gd name="connsiteY4" fmla="*/ 569119 h 581025"/>
              <a:gd name="connsiteX5" fmla="*/ 7144 w 676275"/>
              <a:gd name="connsiteY5" fmla="*/ 383381 h 581025"/>
              <a:gd name="connsiteX6" fmla="*/ 371951 w 676275"/>
              <a:gd name="connsiteY6" fmla="*/ 7144 h 581025"/>
              <a:gd name="connsiteX7" fmla="*/ 371951 w 676275"/>
              <a:gd name="connsiteY7" fmla="*/ 7144 h 581025"/>
              <a:gd name="connsiteX8" fmla="*/ 371951 w 676275"/>
              <a:gd name="connsiteY8" fmla="*/ 7144 h 581025"/>
              <a:gd name="connsiteX9" fmla="*/ 388144 w 676275"/>
              <a:gd name="connsiteY9" fmla="*/ 13811 h 581025"/>
              <a:gd name="connsiteX10" fmla="*/ 571024 w 676275"/>
              <a:gd name="connsiteY10" fmla="*/ 127159 h 581025"/>
              <a:gd name="connsiteX11" fmla="*/ 675799 w 676275"/>
              <a:gd name="connsiteY11" fmla="*/ 287179 h 581025"/>
              <a:gd name="connsiteX12" fmla="*/ 553879 w 676275"/>
              <a:gd name="connsiteY12" fmla="*/ 254794 h 581025"/>
            </a:gdLst>
            <a:ahLst/>
            <a:cxnLst/>
            <a:rect l="l" t="t" r="r" b="b"/>
            <a:pathLst>
              <a:path w="676275" h="581025">
                <a:moveTo>
                  <a:pt x="553879" y="254794"/>
                </a:moveTo>
                <a:cubicBezTo>
                  <a:pt x="507206" y="265271"/>
                  <a:pt x="475774" y="304324"/>
                  <a:pt x="451009" y="342424"/>
                </a:cubicBezTo>
                <a:cubicBezTo>
                  <a:pt x="424339" y="383381"/>
                  <a:pt x="403384" y="428149"/>
                  <a:pt x="375761" y="469106"/>
                </a:cubicBezTo>
                <a:cubicBezTo>
                  <a:pt x="349091" y="507206"/>
                  <a:pt x="316706" y="542449"/>
                  <a:pt x="273844" y="561499"/>
                </a:cubicBezTo>
                <a:cubicBezTo>
                  <a:pt x="229076" y="581501"/>
                  <a:pt x="179546" y="584359"/>
                  <a:pt x="132874" y="569119"/>
                </a:cubicBezTo>
                <a:cubicBezTo>
                  <a:pt x="58579" y="538639"/>
                  <a:pt x="7144" y="464344"/>
                  <a:pt x="7144" y="383381"/>
                </a:cubicBezTo>
                <a:cubicBezTo>
                  <a:pt x="7144" y="177641"/>
                  <a:pt x="290036" y="105251"/>
                  <a:pt x="371951" y="7144"/>
                </a:cubicBezTo>
                <a:cubicBezTo>
                  <a:pt x="371951" y="7144"/>
                  <a:pt x="371951" y="7144"/>
                  <a:pt x="371951" y="7144"/>
                </a:cubicBezTo>
                <a:lnTo>
                  <a:pt x="371951" y="7144"/>
                </a:lnTo>
                <a:cubicBezTo>
                  <a:pt x="377666" y="9049"/>
                  <a:pt x="382429" y="11906"/>
                  <a:pt x="388144" y="13811"/>
                </a:cubicBezTo>
                <a:cubicBezTo>
                  <a:pt x="454819" y="41434"/>
                  <a:pt x="517684" y="78581"/>
                  <a:pt x="571024" y="127159"/>
                </a:cubicBezTo>
                <a:cubicBezTo>
                  <a:pt x="620554" y="172879"/>
                  <a:pt x="657701" y="226219"/>
                  <a:pt x="675799" y="287179"/>
                </a:cubicBezTo>
                <a:cubicBezTo>
                  <a:pt x="646271" y="255746"/>
                  <a:pt x="595789" y="244316"/>
                  <a:pt x="553879" y="254794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6" name="Freeform: Shape 8">
            <a:extLst>
              <a:ext uri="{FF2B5EF4-FFF2-40B4-BE49-F238E27FC236}">
                <a16:creationId xmlns:a16="http://schemas.microsoft.com/office/drawing/2014/main" id="{D81C7108-8FFA-272C-E210-714B7C2FDCCB}"/>
              </a:ext>
            </a:extLst>
          </p:cNvPr>
          <p:cNvSpPr>
            <a:spLocks noGrp="1"/>
          </p:cNvSpPr>
          <p:nvPr/>
        </p:nvSpPr>
        <p:spPr>
          <a:xfrm>
            <a:off x="2096461" y="6150398"/>
            <a:ext cx="219107" cy="178025"/>
          </a:xfrm>
          <a:custGeom>
            <a:avLst/>
            <a:gdLst>
              <a:gd name="connsiteX0" fmla="*/ 443389 w 457200"/>
              <a:gd name="connsiteY0" fmla="*/ 151121 h 371475"/>
              <a:gd name="connsiteX1" fmla="*/ 340519 w 457200"/>
              <a:gd name="connsiteY1" fmla="*/ 250181 h 371475"/>
              <a:gd name="connsiteX2" fmla="*/ 193834 w 457200"/>
              <a:gd name="connsiteY2" fmla="*/ 204461 h 371475"/>
              <a:gd name="connsiteX3" fmla="*/ 299561 w 457200"/>
              <a:gd name="connsiteY3" fmla="*/ 298759 h 371475"/>
              <a:gd name="connsiteX4" fmla="*/ 161449 w 457200"/>
              <a:gd name="connsiteY4" fmla="*/ 360671 h 371475"/>
              <a:gd name="connsiteX5" fmla="*/ 79534 w 457200"/>
              <a:gd name="connsiteY5" fmla="*/ 367339 h 371475"/>
              <a:gd name="connsiteX6" fmla="*/ 7144 w 457200"/>
              <a:gd name="connsiteY6" fmla="*/ 348289 h 371475"/>
              <a:gd name="connsiteX7" fmla="*/ 120491 w 457200"/>
              <a:gd name="connsiteY7" fmla="*/ 276851 h 371475"/>
              <a:gd name="connsiteX8" fmla="*/ 188119 w 457200"/>
              <a:gd name="connsiteY8" fmla="*/ 175886 h 371475"/>
              <a:gd name="connsiteX9" fmla="*/ 250031 w 457200"/>
              <a:gd name="connsiteY9" fmla="*/ 64444 h 371475"/>
              <a:gd name="connsiteX10" fmla="*/ 339566 w 457200"/>
              <a:gd name="connsiteY10" fmla="*/ 7294 h 371475"/>
              <a:gd name="connsiteX11" fmla="*/ 438626 w 457200"/>
              <a:gd name="connsiteY11" fmla="*/ 58729 h 371475"/>
              <a:gd name="connsiteX12" fmla="*/ 443389 w 457200"/>
              <a:gd name="connsiteY12" fmla="*/ 151121 h 371475"/>
            </a:gdLst>
            <a:ahLst/>
            <a:cxnLst/>
            <a:rect l="l" t="t" r="r" b="b"/>
            <a:pathLst>
              <a:path w="457200" h="371475">
                <a:moveTo>
                  <a:pt x="443389" y="151121"/>
                </a:moveTo>
                <a:cubicBezTo>
                  <a:pt x="428149" y="198746"/>
                  <a:pt x="389096" y="236846"/>
                  <a:pt x="340519" y="250181"/>
                </a:cubicBezTo>
                <a:cubicBezTo>
                  <a:pt x="285274" y="265421"/>
                  <a:pt x="230029" y="249229"/>
                  <a:pt x="193834" y="204461"/>
                </a:cubicBezTo>
                <a:cubicBezTo>
                  <a:pt x="197644" y="261611"/>
                  <a:pt x="243364" y="299711"/>
                  <a:pt x="299561" y="298759"/>
                </a:cubicBezTo>
                <a:cubicBezTo>
                  <a:pt x="263366" y="334954"/>
                  <a:pt x="210026" y="352099"/>
                  <a:pt x="161449" y="360671"/>
                </a:cubicBezTo>
                <a:cubicBezTo>
                  <a:pt x="134779" y="365434"/>
                  <a:pt x="107156" y="368291"/>
                  <a:pt x="79534" y="367339"/>
                </a:cubicBezTo>
                <a:cubicBezTo>
                  <a:pt x="55721" y="366386"/>
                  <a:pt x="27146" y="363529"/>
                  <a:pt x="7144" y="348289"/>
                </a:cubicBezTo>
                <a:cubicBezTo>
                  <a:pt x="50959" y="334954"/>
                  <a:pt x="90011" y="310189"/>
                  <a:pt x="120491" y="276851"/>
                </a:cubicBezTo>
                <a:cubicBezTo>
                  <a:pt x="148114" y="246371"/>
                  <a:pt x="169069" y="211129"/>
                  <a:pt x="188119" y="175886"/>
                </a:cubicBezTo>
                <a:cubicBezTo>
                  <a:pt x="208121" y="138739"/>
                  <a:pt x="225266" y="98734"/>
                  <a:pt x="250031" y="64444"/>
                </a:cubicBezTo>
                <a:cubicBezTo>
                  <a:pt x="271939" y="33964"/>
                  <a:pt x="300514" y="9199"/>
                  <a:pt x="339566" y="7294"/>
                </a:cubicBezTo>
                <a:cubicBezTo>
                  <a:pt x="379571" y="5389"/>
                  <a:pt x="419576" y="21581"/>
                  <a:pt x="438626" y="58729"/>
                </a:cubicBezTo>
                <a:cubicBezTo>
                  <a:pt x="453866" y="88256"/>
                  <a:pt x="452914" y="120641"/>
                  <a:pt x="443389" y="151121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/>
                <a:ea typeface="Ubuntu Light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>
            <a:noAutofit/>
          </a:bodyPr>
          <a:lstStyle>
            <a:lvl1pPr algn="l">
              <a:lnSpc>
                <a:spcPct val="90000"/>
              </a:lnSpc>
              <a:buNone/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anchor="t">
            <a:spAutoFit/>
          </a:bodyPr>
          <a:lstStyle>
            <a:lvl1pPr>
              <a:buNone/>
              <a:defRPr sz="1400">
                <a:solidFill>
                  <a:schemeClr val="bg1"/>
                </a:solidFill>
                <a:latin typeface="Ubuntu Light"/>
                <a:ea typeface="Ubuntu Light"/>
                <a:cs typeface="Ubuntu Light"/>
              </a:defRPr>
            </a:lvl1pPr>
          </a:lstStyle>
          <a:p>
            <a:pPr lvl="0">
              <a:buNone/>
            </a:pPr>
            <a:r>
              <a:t>Optional: Click to insert name</a:t>
            </a:r>
          </a:p>
        </p:txBody>
      </p:sp>
      <p:sp>
        <p:nvSpPr>
          <p:cNvPr id="12" name="Freeform: Shape 4">
            <a:extLst>
              <a:ext uri="{FF2B5EF4-FFF2-40B4-BE49-F238E27FC236}">
                <a16:creationId xmlns:a16="http://schemas.microsoft.com/office/drawing/2014/main" id="{EA7AFA45-4D31-33E6-2A2F-BCAA05222BE0}"/>
              </a:ext>
            </a:extLst>
          </p:cNvPr>
          <p:cNvSpPr>
            <a:spLocks noGrp="1"/>
          </p:cNvSpPr>
          <p:nvPr/>
        </p:nvSpPr>
        <p:spPr>
          <a:xfrm>
            <a:off x="443568" y="6026765"/>
            <a:ext cx="1520058" cy="415392"/>
          </a:xfrm>
          <a:custGeom>
            <a:avLst/>
            <a:gdLst>
              <a:gd name="connsiteX0" fmla="*/ 3092291 w 3171825"/>
              <a:gd name="connsiteY0" fmla="*/ 287179 h 866775"/>
              <a:gd name="connsiteX1" fmla="*/ 3059907 w 3171825"/>
              <a:gd name="connsiteY1" fmla="*/ 211931 h 866775"/>
              <a:gd name="connsiteX2" fmla="*/ 3027521 w 3171825"/>
              <a:gd name="connsiteY2" fmla="*/ 218599 h 866775"/>
              <a:gd name="connsiteX3" fmla="*/ 2960846 w 3171825"/>
              <a:gd name="connsiteY3" fmla="*/ 507206 h 866775"/>
              <a:gd name="connsiteX4" fmla="*/ 2816066 w 3171825"/>
              <a:gd name="connsiteY4" fmla="*/ 178594 h 866775"/>
              <a:gd name="connsiteX5" fmla="*/ 2679859 w 3171825"/>
              <a:gd name="connsiteY5" fmla="*/ 440531 h 866775"/>
              <a:gd name="connsiteX6" fmla="*/ 2670334 w 3171825"/>
              <a:gd name="connsiteY6" fmla="*/ 319564 h 866775"/>
              <a:gd name="connsiteX7" fmla="*/ 2677001 w 3171825"/>
              <a:gd name="connsiteY7" fmla="*/ 254794 h 866775"/>
              <a:gd name="connsiteX8" fmla="*/ 2611279 w 3171825"/>
              <a:gd name="connsiteY8" fmla="*/ 209074 h 866775"/>
              <a:gd name="connsiteX9" fmla="*/ 2533174 w 3171825"/>
              <a:gd name="connsiteY9" fmla="*/ 510064 h 866775"/>
              <a:gd name="connsiteX10" fmla="*/ 2470309 w 3171825"/>
              <a:gd name="connsiteY10" fmla="*/ 292894 h 866775"/>
              <a:gd name="connsiteX11" fmla="*/ 2405539 w 3171825"/>
              <a:gd name="connsiteY11" fmla="*/ 208121 h 866775"/>
              <a:gd name="connsiteX12" fmla="*/ 2325529 w 3171825"/>
              <a:gd name="connsiteY12" fmla="*/ 494824 h 866775"/>
              <a:gd name="connsiteX13" fmla="*/ 2206466 w 3171825"/>
              <a:gd name="connsiteY13" fmla="*/ 211931 h 866775"/>
              <a:gd name="connsiteX14" fmla="*/ 2087404 w 3171825"/>
              <a:gd name="connsiteY14" fmla="*/ 479584 h 866775"/>
              <a:gd name="connsiteX15" fmla="*/ 1983581 w 3171825"/>
              <a:gd name="connsiteY15" fmla="*/ 178594 h 866775"/>
              <a:gd name="connsiteX16" fmla="*/ 1877854 w 3171825"/>
              <a:gd name="connsiteY16" fmla="*/ 391954 h 866775"/>
              <a:gd name="connsiteX17" fmla="*/ 1867376 w 3171825"/>
              <a:gd name="connsiteY17" fmla="*/ 390049 h 866775"/>
              <a:gd name="connsiteX18" fmla="*/ 1866424 w 3171825"/>
              <a:gd name="connsiteY18" fmla="*/ 327184 h 866775"/>
              <a:gd name="connsiteX19" fmla="*/ 1807369 w 3171825"/>
              <a:gd name="connsiteY19" fmla="*/ 202406 h 866775"/>
              <a:gd name="connsiteX20" fmla="*/ 1654969 w 3171825"/>
              <a:gd name="connsiteY20" fmla="*/ 512921 h 866775"/>
              <a:gd name="connsiteX21" fmla="*/ 1592104 w 3171825"/>
              <a:gd name="connsiteY21" fmla="*/ 483394 h 866775"/>
              <a:gd name="connsiteX22" fmla="*/ 1719739 w 3171825"/>
              <a:gd name="connsiteY22" fmla="*/ 306229 h 866775"/>
              <a:gd name="connsiteX23" fmla="*/ 1619726 w 3171825"/>
              <a:gd name="connsiteY23" fmla="*/ 202406 h 866775"/>
              <a:gd name="connsiteX24" fmla="*/ 1483519 w 3171825"/>
              <a:gd name="connsiteY24" fmla="*/ 369094 h 866775"/>
              <a:gd name="connsiteX25" fmla="*/ 1503521 w 3171825"/>
              <a:gd name="connsiteY25" fmla="*/ 473869 h 866775"/>
              <a:gd name="connsiteX26" fmla="*/ 1418749 w 3171825"/>
              <a:gd name="connsiteY26" fmla="*/ 512921 h 866775"/>
              <a:gd name="connsiteX27" fmla="*/ 1400651 w 3171825"/>
              <a:gd name="connsiteY27" fmla="*/ 274796 h 866775"/>
              <a:gd name="connsiteX28" fmla="*/ 1336834 w 3171825"/>
              <a:gd name="connsiteY28" fmla="*/ 326231 h 866775"/>
              <a:gd name="connsiteX29" fmla="*/ 1262539 w 3171825"/>
              <a:gd name="connsiteY29" fmla="*/ 479584 h 866775"/>
              <a:gd name="connsiteX30" fmla="*/ 1223486 w 3171825"/>
              <a:gd name="connsiteY30" fmla="*/ 421481 h 866775"/>
              <a:gd name="connsiteX31" fmla="*/ 1402556 w 3171825"/>
              <a:gd name="connsiteY31" fmla="*/ 250031 h 866775"/>
              <a:gd name="connsiteX32" fmla="*/ 1343501 w 3171825"/>
              <a:gd name="connsiteY32" fmla="*/ 192881 h 866775"/>
              <a:gd name="connsiteX33" fmla="*/ 1181576 w 3171825"/>
              <a:gd name="connsiteY33" fmla="*/ 290989 h 866775"/>
              <a:gd name="connsiteX34" fmla="*/ 1086326 w 3171825"/>
              <a:gd name="connsiteY34" fmla="*/ 385286 h 866775"/>
              <a:gd name="connsiteX35" fmla="*/ 1088231 w 3171825"/>
              <a:gd name="connsiteY35" fmla="*/ 358616 h 866775"/>
              <a:gd name="connsiteX36" fmla="*/ 974884 w 3171825"/>
              <a:gd name="connsiteY36" fmla="*/ 204311 h 866775"/>
              <a:gd name="connsiteX37" fmla="*/ 883444 w 3171825"/>
              <a:gd name="connsiteY37" fmla="*/ 273844 h 866775"/>
              <a:gd name="connsiteX38" fmla="*/ 846296 w 3171825"/>
              <a:gd name="connsiteY38" fmla="*/ 213836 h 866775"/>
              <a:gd name="connsiteX39" fmla="*/ 805339 w 3171825"/>
              <a:gd name="connsiteY39" fmla="*/ 224314 h 866775"/>
              <a:gd name="connsiteX40" fmla="*/ 814864 w 3171825"/>
              <a:gd name="connsiteY40" fmla="*/ 334804 h 866775"/>
              <a:gd name="connsiteX41" fmla="*/ 742474 w 3171825"/>
              <a:gd name="connsiteY41" fmla="*/ 520541 h 866775"/>
              <a:gd name="connsiteX42" fmla="*/ 691991 w 3171825"/>
              <a:gd name="connsiteY42" fmla="*/ 309086 h 866775"/>
              <a:gd name="connsiteX43" fmla="*/ 671989 w 3171825"/>
              <a:gd name="connsiteY43" fmla="*/ 305276 h 866775"/>
              <a:gd name="connsiteX44" fmla="*/ 621506 w 3171825"/>
              <a:gd name="connsiteY44" fmla="*/ 399574 h 866775"/>
              <a:gd name="connsiteX45" fmla="*/ 539591 w 3171825"/>
              <a:gd name="connsiteY45" fmla="*/ 512921 h 866775"/>
              <a:gd name="connsiteX46" fmla="*/ 495776 w 3171825"/>
              <a:gd name="connsiteY46" fmla="*/ 443389 h 866775"/>
              <a:gd name="connsiteX47" fmla="*/ 685324 w 3171825"/>
              <a:gd name="connsiteY47" fmla="*/ 278606 h 866775"/>
              <a:gd name="connsiteX48" fmla="*/ 627221 w 3171825"/>
              <a:gd name="connsiteY48" fmla="*/ 214789 h 866775"/>
              <a:gd name="connsiteX49" fmla="*/ 437674 w 3171825"/>
              <a:gd name="connsiteY49" fmla="*/ 355759 h 866775"/>
              <a:gd name="connsiteX50" fmla="*/ 237649 w 3171825"/>
              <a:gd name="connsiteY50" fmla="*/ 529114 h 866775"/>
              <a:gd name="connsiteX51" fmla="*/ 97631 w 3171825"/>
              <a:gd name="connsiteY51" fmla="*/ 313849 h 866775"/>
              <a:gd name="connsiteX52" fmla="*/ 261461 w 3171825"/>
              <a:gd name="connsiteY52" fmla="*/ 69056 h 866775"/>
              <a:gd name="connsiteX53" fmla="*/ 329089 w 3171825"/>
              <a:gd name="connsiteY53" fmla="*/ 181451 h 866775"/>
              <a:gd name="connsiteX54" fmla="*/ 410051 w 3171825"/>
              <a:gd name="connsiteY54" fmla="*/ 121444 h 866775"/>
              <a:gd name="connsiteX55" fmla="*/ 265271 w 3171825"/>
              <a:gd name="connsiteY55" fmla="*/ 7144 h 866775"/>
              <a:gd name="connsiteX56" fmla="*/ 7144 w 3171825"/>
              <a:gd name="connsiteY56" fmla="*/ 324326 h 866775"/>
              <a:gd name="connsiteX57" fmla="*/ 220504 w 3171825"/>
              <a:gd name="connsiteY57" fmla="*/ 601504 h 866775"/>
              <a:gd name="connsiteX58" fmla="*/ 425291 w 3171825"/>
              <a:gd name="connsiteY58" fmla="*/ 472916 h 866775"/>
              <a:gd name="connsiteX59" fmla="*/ 525304 w 3171825"/>
              <a:gd name="connsiteY59" fmla="*/ 576739 h 866775"/>
              <a:gd name="connsiteX60" fmla="*/ 646271 w 3171825"/>
              <a:gd name="connsiteY60" fmla="*/ 485299 h 866775"/>
              <a:gd name="connsiteX61" fmla="*/ 734854 w 3171825"/>
              <a:gd name="connsiteY61" fmla="*/ 576739 h 866775"/>
              <a:gd name="connsiteX62" fmla="*/ 812959 w 3171825"/>
              <a:gd name="connsiteY62" fmla="*/ 532924 h 866775"/>
              <a:gd name="connsiteX63" fmla="*/ 904399 w 3171825"/>
              <a:gd name="connsiteY63" fmla="*/ 810101 h 866775"/>
              <a:gd name="connsiteX64" fmla="*/ 882491 w 3171825"/>
              <a:gd name="connsiteY64" fmla="*/ 577691 h 866775"/>
              <a:gd name="connsiteX65" fmla="*/ 969169 w 3171825"/>
              <a:gd name="connsiteY65" fmla="*/ 267176 h 866775"/>
              <a:gd name="connsiteX66" fmla="*/ 1015841 w 3171825"/>
              <a:gd name="connsiteY66" fmla="*/ 359569 h 866775"/>
              <a:gd name="connsiteX67" fmla="*/ 1007269 w 3171825"/>
              <a:gd name="connsiteY67" fmla="*/ 440531 h 866775"/>
              <a:gd name="connsiteX68" fmla="*/ 900589 w 3171825"/>
              <a:gd name="connsiteY68" fmla="*/ 545306 h 866775"/>
              <a:gd name="connsiteX69" fmla="*/ 941546 w 3171825"/>
              <a:gd name="connsiteY69" fmla="*/ 577691 h 866775"/>
              <a:gd name="connsiteX70" fmla="*/ 1072039 w 3171825"/>
              <a:gd name="connsiteY70" fmla="*/ 449104 h 866775"/>
              <a:gd name="connsiteX71" fmla="*/ 1150144 w 3171825"/>
              <a:gd name="connsiteY71" fmla="*/ 390049 h 866775"/>
              <a:gd name="connsiteX72" fmla="*/ 1149191 w 3171825"/>
              <a:gd name="connsiteY72" fmla="*/ 415766 h 866775"/>
              <a:gd name="connsiteX73" fmla="*/ 1244441 w 3171825"/>
              <a:gd name="connsiteY73" fmla="*/ 550069 h 866775"/>
              <a:gd name="connsiteX74" fmla="*/ 1349216 w 3171825"/>
              <a:gd name="connsiteY74" fmla="*/ 469106 h 866775"/>
              <a:gd name="connsiteX75" fmla="*/ 1352074 w 3171825"/>
              <a:gd name="connsiteY75" fmla="*/ 547211 h 866775"/>
              <a:gd name="connsiteX76" fmla="*/ 1155859 w 3171825"/>
              <a:gd name="connsiteY76" fmla="*/ 754856 h 866775"/>
              <a:gd name="connsiteX77" fmla="*/ 1259681 w 3171825"/>
              <a:gd name="connsiteY77" fmla="*/ 864394 h 866775"/>
              <a:gd name="connsiteX78" fmla="*/ 1419701 w 3171825"/>
              <a:gd name="connsiteY78" fmla="*/ 569119 h 866775"/>
              <a:gd name="connsiteX79" fmla="*/ 1529239 w 3171825"/>
              <a:gd name="connsiteY79" fmla="*/ 518636 h 866775"/>
              <a:gd name="connsiteX80" fmla="*/ 1640681 w 3171825"/>
              <a:gd name="connsiteY80" fmla="*/ 576739 h 866775"/>
              <a:gd name="connsiteX81" fmla="*/ 1813084 w 3171825"/>
              <a:gd name="connsiteY81" fmla="*/ 459581 h 866775"/>
              <a:gd name="connsiteX82" fmla="*/ 1868329 w 3171825"/>
              <a:gd name="connsiteY82" fmla="*/ 576739 h 866775"/>
              <a:gd name="connsiteX83" fmla="*/ 1980724 w 3171825"/>
              <a:gd name="connsiteY83" fmla="*/ 273844 h 866775"/>
              <a:gd name="connsiteX84" fmla="*/ 2074069 w 3171825"/>
              <a:gd name="connsiteY84" fmla="*/ 601504 h 866775"/>
              <a:gd name="connsiteX85" fmla="*/ 2198846 w 3171825"/>
              <a:gd name="connsiteY85" fmla="*/ 312896 h 866775"/>
              <a:gd name="connsiteX86" fmla="*/ 2307432 w 3171825"/>
              <a:gd name="connsiteY86" fmla="*/ 576739 h 866775"/>
              <a:gd name="connsiteX87" fmla="*/ 2412207 w 3171825"/>
              <a:gd name="connsiteY87" fmla="*/ 428149 h 866775"/>
              <a:gd name="connsiteX88" fmla="*/ 2521744 w 3171825"/>
              <a:gd name="connsiteY88" fmla="*/ 576739 h 866775"/>
              <a:gd name="connsiteX89" fmla="*/ 2618899 w 3171825"/>
              <a:gd name="connsiteY89" fmla="*/ 486251 h 866775"/>
              <a:gd name="connsiteX90" fmla="*/ 2670334 w 3171825"/>
              <a:gd name="connsiteY90" fmla="*/ 576739 h 866775"/>
              <a:gd name="connsiteX91" fmla="*/ 2803684 w 3171825"/>
              <a:gd name="connsiteY91" fmla="*/ 274796 h 866775"/>
              <a:gd name="connsiteX92" fmla="*/ 2947511 w 3171825"/>
              <a:gd name="connsiteY92" fmla="*/ 576739 h 866775"/>
              <a:gd name="connsiteX93" fmla="*/ 3040857 w 3171825"/>
              <a:gd name="connsiteY93" fmla="*/ 474821 h 866775"/>
              <a:gd name="connsiteX94" fmla="*/ 3121819 w 3171825"/>
              <a:gd name="connsiteY94" fmla="*/ 576739 h 866775"/>
              <a:gd name="connsiteX95" fmla="*/ 3169444 w 3171825"/>
              <a:gd name="connsiteY95" fmla="*/ 550069 h 866775"/>
              <a:gd name="connsiteX96" fmla="*/ 3092291 w 3171825"/>
              <a:gd name="connsiteY96" fmla="*/ 287179 h 866775"/>
              <a:gd name="connsiteX97" fmla="*/ 1267301 w 3171825"/>
              <a:gd name="connsiteY97" fmla="*/ 806291 h 866775"/>
              <a:gd name="connsiteX98" fmla="*/ 1226344 w 3171825"/>
              <a:gd name="connsiteY98" fmla="*/ 751999 h 866775"/>
              <a:gd name="connsiteX99" fmla="*/ 1353026 w 3171825"/>
              <a:gd name="connsiteY99" fmla="*/ 597694 h 866775"/>
              <a:gd name="connsiteX100" fmla="*/ 1267301 w 3171825"/>
              <a:gd name="connsiteY100" fmla="*/ 806291 h 866775"/>
              <a:gd name="connsiteX101" fmla="*/ 1614964 w 3171825"/>
              <a:gd name="connsiteY101" fmla="*/ 257651 h 866775"/>
              <a:gd name="connsiteX102" fmla="*/ 1653064 w 3171825"/>
              <a:gd name="connsiteY102" fmla="*/ 315754 h 866775"/>
              <a:gd name="connsiteX103" fmla="*/ 1569244 w 3171825"/>
              <a:gd name="connsiteY103" fmla="*/ 438626 h 866775"/>
              <a:gd name="connsiteX104" fmla="*/ 1614964 w 3171825"/>
              <a:gd name="connsiteY104" fmla="*/ 257651 h 866775"/>
            </a:gdLst>
            <a:ahLst/>
            <a:cxnLst/>
            <a:rect l="l" t="t" r="r" b="b"/>
            <a:pathLst>
              <a:path w="3171825" h="866775">
                <a:moveTo>
                  <a:pt x="3092291" y="287179"/>
                </a:moveTo>
                <a:cubicBezTo>
                  <a:pt x="3092291" y="241459"/>
                  <a:pt x="3089434" y="211931"/>
                  <a:pt x="3059907" y="211931"/>
                </a:cubicBezTo>
                <a:cubicBezTo>
                  <a:pt x="3046571" y="211931"/>
                  <a:pt x="3039904" y="214789"/>
                  <a:pt x="3027521" y="218599"/>
                </a:cubicBezTo>
                <a:cubicBezTo>
                  <a:pt x="3037999" y="371951"/>
                  <a:pt x="3003709" y="507206"/>
                  <a:pt x="2960846" y="507206"/>
                </a:cubicBezTo>
                <a:cubicBezTo>
                  <a:pt x="2905601" y="507206"/>
                  <a:pt x="2933224" y="178594"/>
                  <a:pt x="2816066" y="178594"/>
                </a:cubicBezTo>
                <a:cubicBezTo>
                  <a:pt x="2707482" y="178594"/>
                  <a:pt x="2692241" y="440531"/>
                  <a:pt x="2679859" y="440531"/>
                </a:cubicBezTo>
                <a:cubicBezTo>
                  <a:pt x="2671286" y="440531"/>
                  <a:pt x="2670334" y="371951"/>
                  <a:pt x="2670334" y="319564"/>
                </a:cubicBezTo>
                <a:cubicBezTo>
                  <a:pt x="2675096" y="294799"/>
                  <a:pt x="2677001" y="271939"/>
                  <a:pt x="2677001" y="254794"/>
                </a:cubicBezTo>
                <a:cubicBezTo>
                  <a:pt x="2677001" y="230029"/>
                  <a:pt x="2667476" y="188119"/>
                  <a:pt x="2611279" y="209074"/>
                </a:cubicBezTo>
                <a:cubicBezTo>
                  <a:pt x="2613184" y="396716"/>
                  <a:pt x="2576036" y="510064"/>
                  <a:pt x="2533174" y="510064"/>
                </a:cubicBezTo>
                <a:cubicBezTo>
                  <a:pt x="2471261" y="510064"/>
                  <a:pt x="2470309" y="340519"/>
                  <a:pt x="2470309" y="292894"/>
                </a:cubicBezTo>
                <a:cubicBezTo>
                  <a:pt x="2470309" y="247174"/>
                  <a:pt x="2473166" y="186214"/>
                  <a:pt x="2405539" y="208121"/>
                </a:cubicBezTo>
                <a:cubicBezTo>
                  <a:pt x="2395061" y="371951"/>
                  <a:pt x="2352199" y="494824"/>
                  <a:pt x="2325529" y="494824"/>
                </a:cubicBezTo>
                <a:cubicBezTo>
                  <a:pt x="2285524" y="494824"/>
                  <a:pt x="2293144" y="211931"/>
                  <a:pt x="2206466" y="211931"/>
                </a:cubicBezTo>
                <a:cubicBezTo>
                  <a:pt x="2128361" y="211931"/>
                  <a:pt x="2103596" y="479584"/>
                  <a:pt x="2087404" y="479584"/>
                </a:cubicBezTo>
                <a:cubicBezTo>
                  <a:pt x="2057876" y="479584"/>
                  <a:pt x="2096929" y="178594"/>
                  <a:pt x="1983581" y="178594"/>
                </a:cubicBezTo>
                <a:cubicBezTo>
                  <a:pt x="1924526" y="178594"/>
                  <a:pt x="1900714" y="279559"/>
                  <a:pt x="1877854" y="391954"/>
                </a:cubicBezTo>
                <a:cubicBezTo>
                  <a:pt x="1873091" y="413861"/>
                  <a:pt x="1868329" y="414814"/>
                  <a:pt x="1867376" y="390049"/>
                </a:cubicBezTo>
                <a:cubicBezTo>
                  <a:pt x="1866424" y="370046"/>
                  <a:pt x="1866424" y="347186"/>
                  <a:pt x="1866424" y="327184"/>
                </a:cubicBezTo>
                <a:cubicBezTo>
                  <a:pt x="1894999" y="213836"/>
                  <a:pt x="1859756" y="171926"/>
                  <a:pt x="1807369" y="202406"/>
                </a:cubicBezTo>
                <a:cubicBezTo>
                  <a:pt x="1824514" y="411004"/>
                  <a:pt x="1728311" y="512921"/>
                  <a:pt x="1654969" y="512921"/>
                </a:cubicBezTo>
                <a:cubicBezTo>
                  <a:pt x="1628299" y="512921"/>
                  <a:pt x="1607344" y="501491"/>
                  <a:pt x="1592104" y="483394"/>
                </a:cubicBezTo>
                <a:cubicBezTo>
                  <a:pt x="1680686" y="429101"/>
                  <a:pt x="1719739" y="367189"/>
                  <a:pt x="1719739" y="306229"/>
                </a:cubicBezTo>
                <a:cubicBezTo>
                  <a:pt x="1719739" y="240506"/>
                  <a:pt x="1681639" y="202406"/>
                  <a:pt x="1619726" y="202406"/>
                </a:cubicBezTo>
                <a:cubicBezTo>
                  <a:pt x="1532096" y="202406"/>
                  <a:pt x="1483519" y="292894"/>
                  <a:pt x="1483519" y="369094"/>
                </a:cubicBezTo>
                <a:cubicBezTo>
                  <a:pt x="1483519" y="410051"/>
                  <a:pt x="1491139" y="445294"/>
                  <a:pt x="1503521" y="473869"/>
                </a:cubicBezTo>
                <a:cubicBezTo>
                  <a:pt x="1473041" y="488156"/>
                  <a:pt x="1445419" y="500539"/>
                  <a:pt x="1418749" y="512921"/>
                </a:cubicBezTo>
                <a:cubicBezTo>
                  <a:pt x="1416844" y="433864"/>
                  <a:pt x="1407319" y="350996"/>
                  <a:pt x="1400651" y="274796"/>
                </a:cubicBezTo>
                <a:cubicBezTo>
                  <a:pt x="1353979" y="262414"/>
                  <a:pt x="1340644" y="284321"/>
                  <a:pt x="1336834" y="326231"/>
                </a:cubicBezTo>
                <a:cubicBezTo>
                  <a:pt x="1328261" y="420529"/>
                  <a:pt x="1293971" y="479584"/>
                  <a:pt x="1262539" y="479584"/>
                </a:cubicBezTo>
                <a:cubicBezTo>
                  <a:pt x="1239679" y="479584"/>
                  <a:pt x="1225391" y="451009"/>
                  <a:pt x="1223486" y="421481"/>
                </a:cubicBezTo>
                <a:cubicBezTo>
                  <a:pt x="1214914" y="270034"/>
                  <a:pt x="1337786" y="228124"/>
                  <a:pt x="1402556" y="250031"/>
                </a:cubicBezTo>
                <a:cubicBezTo>
                  <a:pt x="1415891" y="216694"/>
                  <a:pt x="1401604" y="192881"/>
                  <a:pt x="1343501" y="192881"/>
                </a:cubicBezTo>
                <a:cubicBezTo>
                  <a:pt x="1273016" y="192881"/>
                  <a:pt x="1220629" y="235744"/>
                  <a:pt x="1181576" y="290989"/>
                </a:cubicBezTo>
                <a:cubicBezTo>
                  <a:pt x="1155859" y="327184"/>
                  <a:pt x="1126331" y="353854"/>
                  <a:pt x="1086326" y="385286"/>
                </a:cubicBezTo>
                <a:cubicBezTo>
                  <a:pt x="1087279" y="375761"/>
                  <a:pt x="1088231" y="367189"/>
                  <a:pt x="1088231" y="358616"/>
                </a:cubicBezTo>
                <a:cubicBezTo>
                  <a:pt x="1088231" y="251936"/>
                  <a:pt x="1030129" y="204311"/>
                  <a:pt x="974884" y="204311"/>
                </a:cubicBezTo>
                <a:cubicBezTo>
                  <a:pt x="929164" y="204311"/>
                  <a:pt x="900589" y="231934"/>
                  <a:pt x="883444" y="273844"/>
                </a:cubicBezTo>
                <a:cubicBezTo>
                  <a:pt x="879634" y="231934"/>
                  <a:pt x="871061" y="213836"/>
                  <a:pt x="846296" y="213836"/>
                </a:cubicBezTo>
                <a:cubicBezTo>
                  <a:pt x="835819" y="213836"/>
                  <a:pt x="821531" y="216694"/>
                  <a:pt x="805339" y="224314"/>
                </a:cubicBezTo>
                <a:cubicBezTo>
                  <a:pt x="812959" y="248126"/>
                  <a:pt x="814864" y="300514"/>
                  <a:pt x="814864" y="334804"/>
                </a:cubicBezTo>
                <a:cubicBezTo>
                  <a:pt x="814864" y="463391"/>
                  <a:pt x="777716" y="520541"/>
                  <a:pt x="742474" y="520541"/>
                </a:cubicBezTo>
                <a:cubicBezTo>
                  <a:pt x="701516" y="520541"/>
                  <a:pt x="695801" y="368141"/>
                  <a:pt x="691991" y="309086"/>
                </a:cubicBezTo>
                <a:cubicBezTo>
                  <a:pt x="687229" y="307181"/>
                  <a:pt x="681514" y="305276"/>
                  <a:pt x="671989" y="305276"/>
                </a:cubicBezTo>
                <a:cubicBezTo>
                  <a:pt x="635794" y="305276"/>
                  <a:pt x="631031" y="354806"/>
                  <a:pt x="621506" y="399574"/>
                </a:cubicBezTo>
                <a:cubicBezTo>
                  <a:pt x="611029" y="450056"/>
                  <a:pt x="582454" y="512921"/>
                  <a:pt x="539591" y="512921"/>
                </a:cubicBezTo>
                <a:cubicBezTo>
                  <a:pt x="513874" y="512921"/>
                  <a:pt x="497681" y="488156"/>
                  <a:pt x="495776" y="443389"/>
                </a:cubicBezTo>
                <a:cubicBezTo>
                  <a:pt x="491966" y="352901"/>
                  <a:pt x="567214" y="245269"/>
                  <a:pt x="685324" y="278606"/>
                </a:cubicBezTo>
                <a:cubicBezTo>
                  <a:pt x="700564" y="242411"/>
                  <a:pt x="676751" y="214789"/>
                  <a:pt x="627221" y="214789"/>
                </a:cubicBezTo>
                <a:cubicBezTo>
                  <a:pt x="540544" y="214789"/>
                  <a:pt x="469106" y="279559"/>
                  <a:pt x="437674" y="355759"/>
                </a:cubicBezTo>
                <a:cubicBezTo>
                  <a:pt x="406241" y="426244"/>
                  <a:pt x="350996" y="529114"/>
                  <a:pt x="237649" y="529114"/>
                </a:cubicBezTo>
                <a:cubicBezTo>
                  <a:pt x="157639" y="529114"/>
                  <a:pt x="97631" y="459581"/>
                  <a:pt x="97631" y="313849"/>
                </a:cubicBezTo>
                <a:cubicBezTo>
                  <a:pt x="97631" y="188119"/>
                  <a:pt x="176689" y="69056"/>
                  <a:pt x="261461" y="69056"/>
                </a:cubicBezTo>
                <a:cubicBezTo>
                  <a:pt x="320516" y="69056"/>
                  <a:pt x="333851" y="127159"/>
                  <a:pt x="329089" y="181451"/>
                </a:cubicBezTo>
                <a:cubicBezTo>
                  <a:pt x="359569" y="206216"/>
                  <a:pt x="410051" y="183356"/>
                  <a:pt x="410051" y="121444"/>
                </a:cubicBezTo>
                <a:cubicBezTo>
                  <a:pt x="410051" y="79534"/>
                  <a:pt x="375761" y="7144"/>
                  <a:pt x="265271" y="7144"/>
                </a:cubicBezTo>
                <a:cubicBezTo>
                  <a:pt x="128111" y="7144"/>
                  <a:pt x="7144" y="144304"/>
                  <a:pt x="7144" y="324326"/>
                </a:cubicBezTo>
                <a:cubicBezTo>
                  <a:pt x="7144" y="498634"/>
                  <a:pt x="95726" y="601504"/>
                  <a:pt x="220504" y="601504"/>
                </a:cubicBezTo>
                <a:cubicBezTo>
                  <a:pt x="299561" y="601504"/>
                  <a:pt x="373856" y="556736"/>
                  <a:pt x="425291" y="472916"/>
                </a:cubicBezTo>
                <a:cubicBezTo>
                  <a:pt x="438626" y="545306"/>
                  <a:pt x="488156" y="576739"/>
                  <a:pt x="525304" y="576739"/>
                </a:cubicBezTo>
                <a:cubicBezTo>
                  <a:pt x="585311" y="576739"/>
                  <a:pt x="624364" y="537686"/>
                  <a:pt x="646271" y="485299"/>
                </a:cubicBezTo>
                <a:cubicBezTo>
                  <a:pt x="659606" y="537686"/>
                  <a:pt x="688181" y="576739"/>
                  <a:pt x="734854" y="576739"/>
                </a:cubicBezTo>
                <a:cubicBezTo>
                  <a:pt x="768191" y="576739"/>
                  <a:pt x="793909" y="559594"/>
                  <a:pt x="812959" y="532924"/>
                </a:cubicBezTo>
                <a:cubicBezTo>
                  <a:pt x="805339" y="716756"/>
                  <a:pt x="795814" y="832961"/>
                  <a:pt x="904399" y="810101"/>
                </a:cubicBezTo>
                <a:cubicBezTo>
                  <a:pt x="887254" y="757714"/>
                  <a:pt x="882491" y="663416"/>
                  <a:pt x="882491" y="577691"/>
                </a:cubicBezTo>
                <a:cubicBezTo>
                  <a:pt x="882491" y="344329"/>
                  <a:pt x="920591" y="267176"/>
                  <a:pt x="969169" y="267176"/>
                </a:cubicBezTo>
                <a:cubicBezTo>
                  <a:pt x="1004411" y="267176"/>
                  <a:pt x="1015841" y="311944"/>
                  <a:pt x="1015841" y="359569"/>
                </a:cubicBezTo>
                <a:cubicBezTo>
                  <a:pt x="1015841" y="385286"/>
                  <a:pt x="1012984" y="413861"/>
                  <a:pt x="1007269" y="440531"/>
                </a:cubicBezTo>
                <a:cubicBezTo>
                  <a:pt x="948214" y="477679"/>
                  <a:pt x="900589" y="507206"/>
                  <a:pt x="900589" y="545306"/>
                </a:cubicBezTo>
                <a:cubicBezTo>
                  <a:pt x="900589" y="574834"/>
                  <a:pt x="922496" y="577691"/>
                  <a:pt x="941546" y="577691"/>
                </a:cubicBezTo>
                <a:cubicBezTo>
                  <a:pt x="987266" y="577691"/>
                  <a:pt x="1041559" y="532924"/>
                  <a:pt x="1072039" y="449104"/>
                </a:cubicBezTo>
                <a:cubicBezTo>
                  <a:pt x="1098709" y="432911"/>
                  <a:pt x="1125379" y="414814"/>
                  <a:pt x="1150144" y="390049"/>
                </a:cubicBezTo>
                <a:cubicBezTo>
                  <a:pt x="1149191" y="398621"/>
                  <a:pt x="1149191" y="407194"/>
                  <a:pt x="1149191" y="415766"/>
                </a:cubicBezTo>
                <a:cubicBezTo>
                  <a:pt x="1149191" y="499586"/>
                  <a:pt x="1185386" y="550069"/>
                  <a:pt x="1244441" y="550069"/>
                </a:cubicBezTo>
                <a:cubicBezTo>
                  <a:pt x="1290161" y="550069"/>
                  <a:pt x="1324451" y="517684"/>
                  <a:pt x="1349216" y="469106"/>
                </a:cubicBezTo>
                <a:cubicBezTo>
                  <a:pt x="1351121" y="496729"/>
                  <a:pt x="1352074" y="523399"/>
                  <a:pt x="1352074" y="547211"/>
                </a:cubicBezTo>
                <a:cubicBezTo>
                  <a:pt x="1258729" y="590074"/>
                  <a:pt x="1155859" y="633889"/>
                  <a:pt x="1155859" y="754856"/>
                </a:cubicBezTo>
                <a:cubicBezTo>
                  <a:pt x="1155859" y="817721"/>
                  <a:pt x="1201579" y="864394"/>
                  <a:pt x="1259681" y="864394"/>
                </a:cubicBezTo>
                <a:cubicBezTo>
                  <a:pt x="1389221" y="864394"/>
                  <a:pt x="1418749" y="728186"/>
                  <a:pt x="1419701" y="569119"/>
                </a:cubicBezTo>
                <a:cubicBezTo>
                  <a:pt x="1461611" y="551021"/>
                  <a:pt x="1493044" y="536734"/>
                  <a:pt x="1529239" y="518636"/>
                </a:cubicBezTo>
                <a:cubicBezTo>
                  <a:pt x="1560671" y="557689"/>
                  <a:pt x="1602581" y="576739"/>
                  <a:pt x="1640681" y="576739"/>
                </a:cubicBezTo>
                <a:cubicBezTo>
                  <a:pt x="1714024" y="576739"/>
                  <a:pt x="1768316" y="537686"/>
                  <a:pt x="1813084" y="459581"/>
                </a:cubicBezTo>
                <a:cubicBezTo>
                  <a:pt x="1820704" y="519589"/>
                  <a:pt x="1835944" y="576739"/>
                  <a:pt x="1868329" y="576739"/>
                </a:cubicBezTo>
                <a:cubicBezTo>
                  <a:pt x="1926431" y="576739"/>
                  <a:pt x="1937861" y="273844"/>
                  <a:pt x="1980724" y="273844"/>
                </a:cubicBezTo>
                <a:cubicBezTo>
                  <a:pt x="2014061" y="273844"/>
                  <a:pt x="1986439" y="601504"/>
                  <a:pt x="2074069" y="601504"/>
                </a:cubicBezTo>
                <a:cubicBezTo>
                  <a:pt x="2148364" y="601504"/>
                  <a:pt x="2162651" y="312896"/>
                  <a:pt x="2198846" y="312896"/>
                </a:cubicBezTo>
                <a:cubicBezTo>
                  <a:pt x="2224564" y="312896"/>
                  <a:pt x="2226469" y="576739"/>
                  <a:pt x="2307432" y="576739"/>
                </a:cubicBezTo>
                <a:cubicBezTo>
                  <a:pt x="2347436" y="576739"/>
                  <a:pt x="2390299" y="529114"/>
                  <a:pt x="2412207" y="428149"/>
                </a:cubicBezTo>
                <a:cubicBezTo>
                  <a:pt x="2422684" y="494824"/>
                  <a:pt x="2456021" y="576739"/>
                  <a:pt x="2521744" y="576739"/>
                </a:cubicBezTo>
                <a:cubicBezTo>
                  <a:pt x="2559844" y="576739"/>
                  <a:pt x="2593182" y="537686"/>
                  <a:pt x="2618899" y="486251"/>
                </a:cubicBezTo>
                <a:cubicBezTo>
                  <a:pt x="2625566" y="539591"/>
                  <a:pt x="2640807" y="576739"/>
                  <a:pt x="2670334" y="576739"/>
                </a:cubicBezTo>
                <a:cubicBezTo>
                  <a:pt x="2746534" y="576739"/>
                  <a:pt x="2743676" y="274796"/>
                  <a:pt x="2803684" y="274796"/>
                </a:cubicBezTo>
                <a:cubicBezTo>
                  <a:pt x="2850357" y="274796"/>
                  <a:pt x="2836069" y="576739"/>
                  <a:pt x="2947511" y="576739"/>
                </a:cubicBezTo>
                <a:cubicBezTo>
                  <a:pt x="3000851" y="576739"/>
                  <a:pt x="3025616" y="531971"/>
                  <a:pt x="3040857" y="474821"/>
                </a:cubicBezTo>
                <a:cubicBezTo>
                  <a:pt x="3061811" y="558641"/>
                  <a:pt x="3094196" y="576739"/>
                  <a:pt x="3121819" y="576739"/>
                </a:cubicBezTo>
                <a:cubicBezTo>
                  <a:pt x="3138964" y="576739"/>
                  <a:pt x="3152299" y="571024"/>
                  <a:pt x="3169444" y="550069"/>
                </a:cubicBezTo>
                <a:cubicBezTo>
                  <a:pt x="3085624" y="511969"/>
                  <a:pt x="3092291" y="375761"/>
                  <a:pt x="3092291" y="287179"/>
                </a:cubicBezTo>
                <a:close/>
                <a:moveTo>
                  <a:pt x="1267301" y="806291"/>
                </a:moveTo>
                <a:cubicBezTo>
                  <a:pt x="1240631" y="806291"/>
                  <a:pt x="1226344" y="780574"/>
                  <a:pt x="1226344" y="751999"/>
                </a:cubicBezTo>
                <a:cubicBezTo>
                  <a:pt x="1226344" y="674846"/>
                  <a:pt x="1283494" y="632936"/>
                  <a:pt x="1353026" y="597694"/>
                </a:cubicBezTo>
                <a:cubicBezTo>
                  <a:pt x="1349216" y="768191"/>
                  <a:pt x="1310164" y="806291"/>
                  <a:pt x="1267301" y="806291"/>
                </a:cubicBezTo>
                <a:close/>
                <a:moveTo>
                  <a:pt x="1614964" y="257651"/>
                </a:moveTo>
                <a:cubicBezTo>
                  <a:pt x="1640681" y="257651"/>
                  <a:pt x="1655921" y="281464"/>
                  <a:pt x="1653064" y="315754"/>
                </a:cubicBezTo>
                <a:cubicBezTo>
                  <a:pt x="1650206" y="355759"/>
                  <a:pt x="1620679" y="402431"/>
                  <a:pt x="1569244" y="438626"/>
                </a:cubicBezTo>
                <a:cubicBezTo>
                  <a:pt x="1543526" y="362426"/>
                  <a:pt x="1563529" y="257651"/>
                  <a:pt x="1614964" y="257651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3" name="Freeform: Shape 5">
            <a:extLst>
              <a:ext uri="{FF2B5EF4-FFF2-40B4-BE49-F238E27FC236}">
                <a16:creationId xmlns:a16="http://schemas.microsoft.com/office/drawing/2014/main" id="{05CFBE72-0371-75B9-898F-07585635B52C}"/>
              </a:ext>
            </a:extLst>
          </p:cNvPr>
          <p:cNvSpPr>
            <a:spLocks noGrp="1"/>
          </p:cNvSpPr>
          <p:nvPr/>
        </p:nvSpPr>
        <p:spPr>
          <a:xfrm>
            <a:off x="1588847" y="6047291"/>
            <a:ext cx="45647" cy="50212"/>
          </a:xfrm>
          <a:custGeom>
            <a:avLst/>
            <a:gdLst>
              <a:gd name="connsiteX0" fmla="*/ 51942 w 95250"/>
              <a:gd name="connsiteY0" fmla="*/ 99569 h 104775"/>
              <a:gd name="connsiteX1" fmla="*/ 93853 w 95250"/>
              <a:gd name="connsiteY1" fmla="*/ 51944 h 104775"/>
              <a:gd name="connsiteX2" fmla="*/ 51942 w 95250"/>
              <a:gd name="connsiteY2" fmla="*/ 7176 h 104775"/>
              <a:gd name="connsiteX3" fmla="*/ 7175 w 95250"/>
              <a:gd name="connsiteY3" fmla="*/ 54801 h 104775"/>
              <a:gd name="connsiteX4" fmla="*/ 51942 w 95250"/>
              <a:gd name="connsiteY4" fmla="*/ 99569 h 104775"/>
            </a:gdLst>
            <a:ahLst/>
            <a:cxnLst/>
            <a:rect l="l" t="t" r="r" b="b"/>
            <a:pathLst>
              <a:path w="95250" h="104775">
                <a:moveTo>
                  <a:pt x="51942" y="99569"/>
                </a:moveTo>
                <a:cubicBezTo>
                  <a:pt x="76707" y="98616"/>
                  <a:pt x="93853" y="77661"/>
                  <a:pt x="93853" y="51944"/>
                </a:cubicBezTo>
                <a:cubicBezTo>
                  <a:pt x="93853" y="26226"/>
                  <a:pt x="76707" y="6224"/>
                  <a:pt x="51942" y="7176"/>
                </a:cubicBezTo>
                <a:cubicBezTo>
                  <a:pt x="27178" y="8129"/>
                  <a:pt x="7175" y="29084"/>
                  <a:pt x="7175" y="54801"/>
                </a:cubicBezTo>
                <a:cubicBezTo>
                  <a:pt x="6222" y="80519"/>
                  <a:pt x="27178" y="100521"/>
                  <a:pt x="51942" y="99569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4" name="Freeform: Shape 6">
            <a:extLst>
              <a:ext uri="{FF2B5EF4-FFF2-40B4-BE49-F238E27FC236}">
                <a16:creationId xmlns:a16="http://schemas.microsoft.com/office/drawing/2014/main" id="{2576038A-3386-9D73-0067-BFB5DEACF90C}"/>
              </a:ext>
            </a:extLst>
          </p:cNvPr>
          <p:cNvSpPr>
            <a:spLocks noGrp="1"/>
          </p:cNvSpPr>
          <p:nvPr/>
        </p:nvSpPr>
        <p:spPr>
          <a:xfrm>
            <a:off x="1886483" y="6055963"/>
            <a:ext cx="45647" cy="45647"/>
          </a:xfrm>
          <a:custGeom>
            <a:avLst/>
            <a:gdLst>
              <a:gd name="connsiteX0" fmla="*/ 48101 w 95250"/>
              <a:gd name="connsiteY0" fmla="*/ 94808 h 95250"/>
              <a:gd name="connsiteX1" fmla="*/ 89059 w 95250"/>
              <a:gd name="connsiteY1" fmla="*/ 49088 h 95250"/>
              <a:gd name="connsiteX2" fmla="*/ 48101 w 95250"/>
              <a:gd name="connsiteY2" fmla="*/ 7178 h 95250"/>
              <a:gd name="connsiteX3" fmla="*/ 7144 w 95250"/>
              <a:gd name="connsiteY3" fmla="*/ 52898 h 95250"/>
              <a:gd name="connsiteX4" fmla="*/ 48101 w 95250"/>
              <a:gd name="connsiteY4" fmla="*/ 94808 h 95250"/>
            </a:gdLst>
            <a:ahLst/>
            <a:cxnLst/>
            <a:rect l="l" t="t" r="r" b="b"/>
            <a:pathLst>
              <a:path w="95250" h="95250">
                <a:moveTo>
                  <a:pt x="48101" y="94808"/>
                </a:moveTo>
                <a:cubicBezTo>
                  <a:pt x="70961" y="93856"/>
                  <a:pt x="89059" y="73853"/>
                  <a:pt x="89059" y="49088"/>
                </a:cubicBezTo>
                <a:cubicBezTo>
                  <a:pt x="89059" y="25275"/>
                  <a:pt x="70961" y="6225"/>
                  <a:pt x="48101" y="7178"/>
                </a:cubicBezTo>
                <a:cubicBezTo>
                  <a:pt x="25241" y="8131"/>
                  <a:pt x="7144" y="28133"/>
                  <a:pt x="7144" y="52898"/>
                </a:cubicBezTo>
                <a:cubicBezTo>
                  <a:pt x="8096" y="76711"/>
                  <a:pt x="26194" y="95761"/>
                  <a:pt x="48101" y="94808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5" name="Freeform: Shape 7">
            <a:extLst>
              <a:ext uri="{FF2B5EF4-FFF2-40B4-BE49-F238E27FC236}">
                <a16:creationId xmlns:a16="http://schemas.microsoft.com/office/drawing/2014/main" id="{32E84BB6-5500-095D-2587-055D5965FCC3}"/>
              </a:ext>
            </a:extLst>
          </p:cNvPr>
          <p:cNvSpPr>
            <a:spLocks noGrp="1"/>
          </p:cNvSpPr>
          <p:nvPr/>
        </p:nvSpPr>
        <p:spPr>
          <a:xfrm>
            <a:off x="1981885" y="6021288"/>
            <a:ext cx="324096" cy="278450"/>
          </a:xfrm>
          <a:custGeom>
            <a:avLst/>
            <a:gdLst>
              <a:gd name="connsiteX0" fmla="*/ 553879 w 676275"/>
              <a:gd name="connsiteY0" fmla="*/ 254794 h 581025"/>
              <a:gd name="connsiteX1" fmla="*/ 451009 w 676275"/>
              <a:gd name="connsiteY1" fmla="*/ 342424 h 581025"/>
              <a:gd name="connsiteX2" fmla="*/ 375761 w 676275"/>
              <a:gd name="connsiteY2" fmla="*/ 469106 h 581025"/>
              <a:gd name="connsiteX3" fmla="*/ 273844 w 676275"/>
              <a:gd name="connsiteY3" fmla="*/ 561499 h 581025"/>
              <a:gd name="connsiteX4" fmla="*/ 132874 w 676275"/>
              <a:gd name="connsiteY4" fmla="*/ 569119 h 581025"/>
              <a:gd name="connsiteX5" fmla="*/ 7144 w 676275"/>
              <a:gd name="connsiteY5" fmla="*/ 383381 h 581025"/>
              <a:gd name="connsiteX6" fmla="*/ 371951 w 676275"/>
              <a:gd name="connsiteY6" fmla="*/ 7144 h 581025"/>
              <a:gd name="connsiteX7" fmla="*/ 371951 w 676275"/>
              <a:gd name="connsiteY7" fmla="*/ 7144 h 581025"/>
              <a:gd name="connsiteX8" fmla="*/ 371951 w 676275"/>
              <a:gd name="connsiteY8" fmla="*/ 7144 h 581025"/>
              <a:gd name="connsiteX9" fmla="*/ 388144 w 676275"/>
              <a:gd name="connsiteY9" fmla="*/ 13811 h 581025"/>
              <a:gd name="connsiteX10" fmla="*/ 571024 w 676275"/>
              <a:gd name="connsiteY10" fmla="*/ 127159 h 581025"/>
              <a:gd name="connsiteX11" fmla="*/ 675799 w 676275"/>
              <a:gd name="connsiteY11" fmla="*/ 287179 h 581025"/>
              <a:gd name="connsiteX12" fmla="*/ 553879 w 676275"/>
              <a:gd name="connsiteY12" fmla="*/ 254794 h 581025"/>
            </a:gdLst>
            <a:ahLst/>
            <a:cxnLst/>
            <a:rect l="l" t="t" r="r" b="b"/>
            <a:pathLst>
              <a:path w="676275" h="581025">
                <a:moveTo>
                  <a:pt x="553879" y="254794"/>
                </a:moveTo>
                <a:cubicBezTo>
                  <a:pt x="507206" y="265271"/>
                  <a:pt x="475774" y="304324"/>
                  <a:pt x="451009" y="342424"/>
                </a:cubicBezTo>
                <a:cubicBezTo>
                  <a:pt x="424339" y="383381"/>
                  <a:pt x="403384" y="428149"/>
                  <a:pt x="375761" y="469106"/>
                </a:cubicBezTo>
                <a:cubicBezTo>
                  <a:pt x="349091" y="507206"/>
                  <a:pt x="316706" y="542449"/>
                  <a:pt x="273844" y="561499"/>
                </a:cubicBezTo>
                <a:cubicBezTo>
                  <a:pt x="229076" y="581501"/>
                  <a:pt x="179546" y="584359"/>
                  <a:pt x="132874" y="569119"/>
                </a:cubicBezTo>
                <a:cubicBezTo>
                  <a:pt x="58579" y="538639"/>
                  <a:pt x="7144" y="464344"/>
                  <a:pt x="7144" y="383381"/>
                </a:cubicBezTo>
                <a:cubicBezTo>
                  <a:pt x="7144" y="177641"/>
                  <a:pt x="290036" y="105251"/>
                  <a:pt x="371951" y="7144"/>
                </a:cubicBezTo>
                <a:cubicBezTo>
                  <a:pt x="371951" y="7144"/>
                  <a:pt x="371951" y="7144"/>
                  <a:pt x="371951" y="7144"/>
                </a:cubicBezTo>
                <a:lnTo>
                  <a:pt x="371951" y="7144"/>
                </a:lnTo>
                <a:cubicBezTo>
                  <a:pt x="377666" y="9049"/>
                  <a:pt x="382429" y="11906"/>
                  <a:pt x="388144" y="13811"/>
                </a:cubicBezTo>
                <a:cubicBezTo>
                  <a:pt x="454819" y="41434"/>
                  <a:pt x="517684" y="78581"/>
                  <a:pt x="571024" y="127159"/>
                </a:cubicBezTo>
                <a:cubicBezTo>
                  <a:pt x="620554" y="172879"/>
                  <a:pt x="657701" y="226219"/>
                  <a:pt x="675799" y="287179"/>
                </a:cubicBezTo>
                <a:cubicBezTo>
                  <a:pt x="646271" y="255746"/>
                  <a:pt x="595789" y="244316"/>
                  <a:pt x="553879" y="254794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6" name="Freeform: Shape 8">
            <a:extLst>
              <a:ext uri="{FF2B5EF4-FFF2-40B4-BE49-F238E27FC236}">
                <a16:creationId xmlns:a16="http://schemas.microsoft.com/office/drawing/2014/main" id="{D81C7108-8FFA-272C-E210-714B7C2FDCCB}"/>
              </a:ext>
            </a:extLst>
          </p:cNvPr>
          <p:cNvSpPr>
            <a:spLocks noGrp="1"/>
          </p:cNvSpPr>
          <p:nvPr/>
        </p:nvSpPr>
        <p:spPr>
          <a:xfrm>
            <a:off x="2096461" y="6150398"/>
            <a:ext cx="219107" cy="178025"/>
          </a:xfrm>
          <a:custGeom>
            <a:avLst/>
            <a:gdLst>
              <a:gd name="connsiteX0" fmla="*/ 443389 w 457200"/>
              <a:gd name="connsiteY0" fmla="*/ 151121 h 371475"/>
              <a:gd name="connsiteX1" fmla="*/ 340519 w 457200"/>
              <a:gd name="connsiteY1" fmla="*/ 250181 h 371475"/>
              <a:gd name="connsiteX2" fmla="*/ 193834 w 457200"/>
              <a:gd name="connsiteY2" fmla="*/ 204461 h 371475"/>
              <a:gd name="connsiteX3" fmla="*/ 299561 w 457200"/>
              <a:gd name="connsiteY3" fmla="*/ 298759 h 371475"/>
              <a:gd name="connsiteX4" fmla="*/ 161449 w 457200"/>
              <a:gd name="connsiteY4" fmla="*/ 360671 h 371475"/>
              <a:gd name="connsiteX5" fmla="*/ 79534 w 457200"/>
              <a:gd name="connsiteY5" fmla="*/ 367339 h 371475"/>
              <a:gd name="connsiteX6" fmla="*/ 7144 w 457200"/>
              <a:gd name="connsiteY6" fmla="*/ 348289 h 371475"/>
              <a:gd name="connsiteX7" fmla="*/ 120491 w 457200"/>
              <a:gd name="connsiteY7" fmla="*/ 276851 h 371475"/>
              <a:gd name="connsiteX8" fmla="*/ 188119 w 457200"/>
              <a:gd name="connsiteY8" fmla="*/ 175886 h 371475"/>
              <a:gd name="connsiteX9" fmla="*/ 250031 w 457200"/>
              <a:gd name="connsiteY9" fmla="*/ 64444 h 371475"/>
              <a:gd name="connsiteX10" fmla="*/ 339566 w 457200"/>
              <a:gd name="connsiteY10" fmla="*/ 7294 h 371475"/>
              <a:gd name="connsiteX11" fmla="*/ 438626 w 457200"/>
              <a:gd name="connsiteY11" fmla="*/ 58729 h 371475"/>
              <a:gd name="connsiteX12" fmla="*/ 443389 w 457200"/>
              <a:gd name="connsiteY12" fmla="*/ 151121 h 371475"/>
            </a:gdLst>
            <a:ahLst/>
            <a:cxnLst/>
            <a:rect l="l" t="t" r="r" b="b"/>
            <a:pathLst>
              <a:path w="457200" h="371475">
                <a:moveTo>
                  <a:pt x="443389" y="151121"/>
                </a:moveTo>
                <a:cubicBezTo>
                  <a:pt x="428149" y="198746"/>
                  <a:pt x="389096" y="236846"/>
                  <a:pt x="340519" y="250181"/>
                </a:cubicBezTo>
                <a:cubicBezTo>
                  <a:pt x="285274" y="265421"/>
                  <a:pt x="230029" y="249229"/>
                  <a:pt x="193834" y="204461"/>
                </a:cubicBezTo>
                <a:cubicBezTo>
                  <a:pt x="197644" y="261611"/>
                  <a:pt x="243364" y="299711"/>
                  <a:pt x="299561" y="298759"/>
                </a:cubicBezTo>
                <a:cubicBezTo>
                  <a:pt x="263366" y="334954"/>
                  <a:pt x="210026" y="352099"/>
                  <a:pt x="161449" y="360671"/>
                </a:cubicBezTo>
                <a:cubicBezTo>
                  <a:pt x="134779" y="365434"/>
                  <a:pt x="107156" y="368291"/>
                  <a:pt x="79534" y="367339"/>
                </a:cubicBezTo>
                <a:cubicBezTo>
                  <a:pt x="55721" y="366386"/>
                  <a:pt x="27146" y="363529"/>
                  <a:pt x="7144" y="348289"/>
                </a:cubicBezTo>
                <a:cubicBezTo>
                  <a:pt x="50959" y="334954"/>
                  <a:pt x="90011" y="310189"/>
                  <a:pt x="120491" y="276851"/>
                </a:cubicBezTo>
                <a:cubicBezTo>
                  <a:pt x="148114" y="246371"/>
                  <a:pt x="169069" y="211129"/>
                  <a:pt x="188119" y="175886"/>
                </a:cubicBezTo>
                <a:cubicBezTo>
                  <a:pt x="208121" y="138739"/>
                  <a:pt x="225266" y="98734"/>
                  <a:pt x="250031" y="64444"/>
                </a:cubicBezTo>
                <a:cubicBezTo>
                  <a:pt x="271939" y="33964"/>
                  <a:pt x="300514" y="9199"/>
                  <a:pt x="339566" y="7294"/>
                </a:cubicBezTo>
                <a:cubicBezTo>
                  <a:pt x="379571" y="5389"/>
                  <a:pt x="419576" y="21581"/>
                  <a:pt x="438626" y="58729"/>
                </a:cubicBezTo>
                <a:cubicBezTo>
                  <a:pt x="453866" y="88256"/>
                  <a:pt x="452914" y="120641"/>
                  <a:pt x="443389" y="151121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s slide 3a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Click to edit master title Style</a:t>
            </a:r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0F3FBF3D-73C2-AEF9-6A29-26E9974EB2B9}"/>
              </a:ext>
            </a:extLst>
          </p:cNvPr>
          <p:cNvSpPr>
            <a:spLocks noGrp="1"/>
          </p:cNvSpPr>
          <p:nvPr/>
        </p:nvSpPr>
        <p:spPr>
          <a:xfrm>
            <a:off x="443568" y="6026765"/>
            <a:ext cx="1520058" cy="415392"/>
          </a:xfrm>
          <a:custGeom>
            <a:avLst/>
            <a:gdLst>
              <a:gd name="connsiteX0" fmla="*/ 3092291 w 3171825"/>
              <a:gd name="connsiteY0" fmla="*/ 287179 h 866775"/>
              <a:gd name="connsiteX1" fmla="*/ 3059907 w 3171825"/>
              <a:gd name="connsiteY1" fmla="*/ 211931 h 866775"/>
              <a:gd name="connsiteX2" fmla="*/ 3027521 w 3171825"/>
              <a:gd name="connsiteY2" fmla="*/ 218599 h 866775"/>
              <a:gd name="connsiteX3" fmla="*/ 2960846 w 3171825"/>
              <a:gd name="connsiteY3" fmla="*/ 507206 h 866775"/>
              <a:gd name="connsiteX4" fmla="*/ 2816066 w 3171825"/>
              <a:gd name="connsiteY4" fmla="*/ 178594 h 866775"/>
              <a:gd name="connsiteX5" fmla="*/ 2679859 w 3171825"/>
              <a:gd name="connsiteY5" fmla="*/ 440531 h 866775"/>
              <a:gd name="connsiteX6" fmla="*/ 2670334 w 3171825"/>
              <a:gd name="connsiteY6" fmla="*/ 319564 h 866775"/>
              <a:gd name="connsiteX7" fmla="*/ 2677001 w 3171825"/>
              <a:gd name="connsiteY7" fmla="*/ 254794 h 866775"/>
              <a:gd name="connsiteX8" fmla="*/ 2611279 w 3171825"/>
              <a:gd name="connsiteY8" fmla="*/ 209074 h 866775"/>
              <a:gd name="connsiteX9" fmla="*/ 2533174 w 3171825"/>
              <a:gd name="connsiteY9" fmla="*/ 510064 h 866775"/>
              <a:gd name="connsiteX10" fmla="*/ 2470309 w 3171825"/>
              <a:gd name="connsiteY10" fmla="*/ 292894 h 866775"/>
              <a:gd name="connsiteX11" fmla="*/ 2405539 w 3171825"/>
              <a:gd name="connsiteY11" fmla="*/ 208121 h 866775"/>
              <a:gd name="connsiteX12" fmla="*/ 2325529 w 3171825"/>
              <a:gd name="connsiteY12" fmla="*/ 494824 h 866775"/>
              <a:gd name="connsiteX13" fmla="*/ 2206466 w 3171825"/>
              <a:gd name="connsiteY13" fmla="*/ 211931 h 866775"/>
              <a:gd name="connsiteX14" fmla="*/ 2087404 w 3171825"/>
              <a:gd name="connsiteY14" fmla="*/ 479584 h 866775"/>
              <a:gd name="connsiteX15" fmla="*/ 1983581 w 3171825"/>
              <a:gd name="connsiteY15" fmla="*/ 178594 h 866775"/>
              <a:gd name="connsiteX16" fmla="*/ 1877854 w 3171825"/>
              <a:gd name="connsiteY16" fmla="*/ 391954 h 866775"/>
              <a:gd name="connsiteX17" fmla="*/ 1867376 w 3171825"/>
              <a:gd name="connsiteY17" fmla="*/ 390049 h 866775"/>
              <a:gd name="connsiteX18" fmla="*/ 1866424 w 3171825"/>
              <a:gd name="connsiteY18" fmla="*/ 327184 h 866775"/>
              <a:gd name="connsiteX19" fmla="*/ 1807369 w 3171825"/>
              <a:gd name="connsiteY19" fmla="*/ 202406 h 866775"/>
              <a:gd name="connsiteX20" fmla="*/ 1654969 w 3171825"/>
              <a:gd name="connsiteY20" fmla="*/ 512921 h 866775"/>
              <a:gd name="connsiteX21" fmla="*/ 1592104 w 3171825"/>
              <a:gd name="connsiteY21" fmla="*/ 483394 h 866775"/>
              <a:gd name="connsiteX22" fmla="*/ 1719739 w 3171825"/>
              <a:gd name="connsiteY22" fmla="*/ 306229 h 866775"/>
              <a:gd name="connsiteX23" fmla="*/ 1619726 w 3171825"/>
              <a:gd name="connsiteY23" fmla="*/ 202406 h 866775"/>
              <a:gd name="connsiteX24" fmla="*/ 1483519 w 3171825"/>
              <a:gd name="connsiteY24" fmla="*/ 369094 h 866775"/>
              <a:gd name="connsiteX25" fmla="*/ 1503521 w 3171825"/>
              <a:gd name="connsiteY25" fmla="*/ 473869 h 866775"/>
              <a:gd name="connsiteX26" fmla="*/ 1418749 w 3171825"/>
              <a:gd name="connsiteY26" fmla="*/ 512921 h 866775"/>
              <a:gd name="connsiteX27" fmla="*/ 1400651 w 3171825"/>
              <a:gd name="connsiteY27" fmla="*/ 274796 h 866775"/>
              <a:gd name="connsiteX28" fmla="*/ 1336834 w 3171825"/>
              <a:gd name="connsiteY28" fmla="*/ 326231 h 866775"/>
              <a:gd name="connsiteX29" fmla="*/ 1262539 w 3171825"/>
              <a:gd name="connsiteY29" fmla="*/ 479584 h 866775"/>
              <a:gd name="connsiteX30" fmla="*/ 1223486 w 3171825"/>
              <a:gd name="connsiteY30" fmla="*/ 421481 h 866775"/>
              <a:gd name="connsiteX31" fmla="*/ 1402556 w 3171825"/>
              <a:gd name="connsiteY31" fmla="*/ 250031 h 866775"/>
              <a:gd name="connsiteX32" fmla="*/ 1343501 w 3171825"/>
              <a:gd name="connsiteY32" fmla="*/ 192881 h 866775"/>
              <a:gd name="connsiteX33" fmla="*/ 1181576 w 3171825"/>
              <a:gd name="connsiteY33" fmla="*/ 290989 h 866775"/>
              <a:gd name="connsiteX34" fmla="*/ 1086326 w 3171825"/>
              <a:gd name="connsiteY34" fmla="*/ 385286 h 866775"/>
              <a:gd name="connsiteX35" fmla="*/ 1088231 w 3171825"/>
              <a:gd name="connsiteY35" fmla="*/ 358616 h 866775"/>
              <a:gd name="connsiteX36" fmla="*/ 974884 w 3171825"/>
              <a:gd name="connsiteY36" fmla="*/ 204311 h 866775"/>
              <a:gd name="connsiteX37" fmla="*/ 883444 w 3171825"/>
              <a:gd name="connsiteY37" fmla="*/ 273844 h 866775"/>
              <a:gd name="connsiteX38" fmla="*/ 846296 w 3171825"/>
              <a:gd name="connsiteY38" fmla="*/ 213836 h 866775"/>
              <a:gd name="connsiteX39" fmla="*/ 805339 w 3171825"/>
              <a:gd name="connsiteY39" fmla="*/ 224314 h 866775"/>
              <a:gd name="connsiteX40" fmla="*/ 814864 w 3171825"/>
              <a:gd name="connsiteY40" fmla="*/ 334804 h 866775"/>
              <a:gd name="connsiteX41" fmla="*/ 742474 w 3171825"/>
              <a:gd name="connsiteY41" fmla="*/ 520541 h 866775"/>
              <a:gd name="connsiteX42" fmla="*/ 691991 w 3171825"/>
              <a:gd name="connsiteY42" fmla="*/ 309086 h 866775"/>
              <a:gd name="connsiteX43" fmla="*/ 671989 w 3171825"/>
              <a:gd name="connsiteY43" fmla="*/ 305276 h 866775"/>
              <a:gd name="connsiteX44" fmla="*/ 621506 w 3171825"/>
              <a:gd name="connsiteY44" fmla="*/ 399574 h 866775"/>
              <a:gd name="connsiteX45" fmla="*/ 539591 w 3171825"/>
              <a:gd name="connsiteY45" fmla="*/ 512921 h 866775"/>
              <a:gd name="connsiteX46" fmla="*/ 495776 w 3171825"/>
              <a:gd name="connsiteY46" fmla="*/ 443389 h 866775"/>
              <a:gd name="connsiteX47" fmla="*/ 685324 w 3171825"/>
              <a:gd name="connsiteY47" fmla="*/ 278606 h 866775"/>
              <a:gd name="connsiteX48" fmla="*/ 627221 w 3171825"/>
              <a:gd name="connsiteY48" fmla="*/ 214789 h 866775"/>
              <a:gd name="connsiteX49" fmla="*/ 437674 w 3171825"/>
              <a:gd name="connsiteY49" fmla="*/ 355759 h 866775"/>
              <a:gd name="connsiteX50" fmla="*/ 237649 w 3171825"/>
              <a:gd name="connsiteY50" fmla="*/ 529114 h 866775"/>
              <a:gd name="connsiteX51" fmla="*/ 97631 w 3171825"/>
              <a:gd name="connsiteY51" fmla="*/ 313849 h 866775"/>
              <a:gd name="connsiteX52" fmla="*/ 261461 w 3171825"/>
              <a:gd name="connsiteY52" fmla="*/ 69056 h 866775"/>
              <a:gd name="connsiteX53" fmla="*/ 329089 w 3171825"/>
              <a:gd name="connsiteY53" fmla="*/ 181451 h 866775"/>
              <a:gd name="connsiteX54" fmla="*/ 410051 w 3171825"/>
              <a:gd name="connsiteY54" fmla="*/ 121444 h 866775"/>
              <a:gd name="connsiteX55" fmla="*/ 265271 w 3171825"/>
              <a:gd name="connsiteY55" fmla="*/ 7144 h 866775"/>
              <a:gd name="connsiteX56" fmla="*/ 7144 w 3171825"/>
              <a:gd name="connsiteY56" fmla="*/ 324326 h 866775"/>
              <a:gd name="connsiteX57" fmla="*/ 220504 w 3171825"/>
              <a:gd name="connsiteY57" fmla="*/ 601504 h 866775"/>
              <a:gd name="connsiteX58" fmla="*/ 425291 w 3171825"/>
              <a:gd name="connsiteY58" fmla="*/ 472916 h 866775"/>
              <a:gd name="connsiteX59" fmla="*/ 525304 w 3171825"/>
              <a:gd name="connsiteY59" fmla="*/ 576739 h 866775"/>
              <a:gd name="connsiteX60" fmla="*/ 646271 w 3171825"/>
              <a:gd name="connsiteY60" fmla="*/ 485299 h 866775"/>
              <a:gd name="connsiteX61" fmla="*/ 734854 w 3171825"/>
              <a:gd name="connsiteY61" fmla="*/ 576739 h 866775"/>
              <a:gd name="connsiteX62" fmla="*/ 812959 w 3171825"/>
              <a:gd name="connsiteY62" fmla="*/ 532924 h 866775"/>
              <a:gd name="connsiteX63" fmla="*/ 904399 w 3171825"/>
              <a:gd name="connsiteY63" fmla="*/ 810101 h 866775"/>
              <a:gd name="connsiteX64" fmla="*/ 882491 w 3171825"/>
              <a:gd name="connsiteY64" fmla="*/ 577691 h 866775"/>
              <a:gd name="connsiteX65" fmla="*/ 969169 w 3171825"/>
              <a:gd name="connsiteY65" fmla="*/ 267176 h 866775"/>
              <a:gd name="connsiteX66" fmla="*/ 1015841 w 3171825"/>
              <a:gd name="connsiteY66" fmla="*/ 359569 h 866775"/>
              <a:gd name="connsiteX67" fmla="*/ 1007269 w 3171825"/>
              <a:gd name="connsiteY67" fmla="*/ 440531 h 866775"/>
              <a:gd name="connsiteX68" fmla="*/ 900589 w 3171825"/>
              <a:gd name="connsiteY68" fmla="*/ 545306 h 866775"/>
              <a:gd name="connsiteX69" fmla="*/ 941546 w 3171825"/>
              <a:gd name="connsiteY69" fmla="*/ 577691 h 866775"/>
              <a:gd name="connsiteX70" fmla="*/ 1072039 w 3171825"/>
              <a:gd name="connsiteY70" fmla="*/ 449104 h 866775"/>
              <a:gd name="connsiteX71" fmla="*/ 1150144 w 3171825"/>
              <a:gd name="connsiteY71" fmla="*/ 390049 h 866775"/>
              <a:gd name="connsiteX72" fmla="*/ 1149191 w 3171825"/>
              <a:gd name="connsiteY72" fmla="*/ 415766 h 866775"/>
              <a:gd name="connsiteX73" fmla="*/ 1244441 w 3171825"/>
              <a:gd name="connsiteY73" fmla="*/ 550069 h 866775"/>
              <a:gd name="connsiteX74" fmla="*/ 1349216 w 3171825"/>
              <a:gd name="connsiteY74" fmla="*/ 469106 h 866775"/>
              <a:gd name="connsiteX75" fmla="*/ 1352074 w 3171825"/>
              <a:gd name="connsiteY75" fmla="*/ 547211 h 866775"/>
              <a:gd name="connsiteX76" fmla="*/ 1155859 w 3171825"/>
              <a:gd name="connsiteY76" fmla="*/ 754856 h 866775"/>
              <a:gd name="connsiteX77" fmla="*/ 1259681 w 3171825"/>
              <a:gd name="connsiteY77" fmla="*/ 864394 h 866775"/>
              <a:gd name="connsiteX78" fmla="*/ 1419701 w 3171825"/>
              <a:gd name="connsiteY78" fmla="*/ 569119 h 866775"/>
              <a:gd name="connsiteX79" fmla="*/ 1529239 w 3171825"/>
              <a:gd name="connsiteY79" fmla="*/ 518636 h 866775"/>
              <a:gd name="connsiteX80" fmla="*/ 1640681 w 3171825"/>
              <a:gd name="connsiteY80" fmla="*/ 576739 h 866775"/>
              <a:gd name="connsiteX81" fmla="*/ 1813084 w 3171825"/>
              <a:gd name="connsiteY81" fmla="*/ 459581 h 866775"/>
              <a:gd name="connsiteX82" fmla="*/ 1868329 w 3171825"/>
              <a:gd name="connsiteY82" fmla="*/ 576739 h 866775"/>
              <a:gd name="connsiteX83" fmla="*/ 1980724 w 3171825"/>
              <a:gd name="connsiteY83" fmla="*/ 273844 h 866775"/>
              <a:gd name="connsiteX84" fmla="*/ 2074069 w 3171825"/>
              <a:gd name="connsiteY84" fmla="*/ 601504 h 866775"/>
              <a:gd name="connsiteX85" fmla="*/ 2198846 w 3171825"/>
              <a:gd name="connsiteY85" fmla="*/ 312896 h 866775"/>
              <a:gd name="connsiteX86" fmla="*/ 2307432 w 3171825"/>
              <a:gd name="connsiteY86" fmla="*/ 576739 h 866775"/>
              <a:gd name="connsiteX87" fmla="*/ 2412207 w 3171825"/>
              <a:gd name="connsiteY87" fmla="*/ 428149 h 866775"/>
              <a:gd name="connsiteX88" fmla="*/ 2521744 w 3171825"/>
              <a:gd name="connsiteY88" fmla="*/ 576739 h 866775"/>
              <a:gd name="connsiteX89" fmla="*/ 2618899 w 3171825"/>
              <a:gd name="connsiteY89" fmla="*/ 486251 h 866775"/>
              <a:gd name="connsiteX90" fmla="*/ 2670334 w 3171825"/>
              <a:gd name="connsiteY90" fmla="*/ 576739 h 866775"/>
              <a:gd name="connsiteX91" fmla="*/ 2803684 w 3171825"/>
              <a:gd name="connsiteY91" fmla="*/ 274796 h 866775"/>
              <a:gd name="connsiteX92" fmla="*/ 2947511 w 3171825"/>
              <a:gd name="connsiteY92" fmla="*/ 576739 h 866775"/>
              <a:gd name="connsiteX93" fmla="*/ 3040857 w 3171825"/>
              <a:gd name="connsiteY93" fmla="*/ 474821 h 866775"/>
              <a:gd name="connsiteX94" fmla="*/ 3121819 w 3171825"/>
              <a:gd name="connsiteY94" fmla="*/ 576739 h 866775"/>
              <a:gd name="connsiteX95" fmla="*/ 3169444 w 3171825"/>
              <a:gd name="connsiteY95" fmla="*/ 550069 h 866775"/>
              <a:gd name="connsiteX96" fmla="*/ 3092291 w 3171825"/>
              <a:gd name="connsiteY96" fmla="*/ 287179 h 866775"/>
              <a:gd name="connsiteX97" fmla="*/ 1267301 w 3171825"/>
              <a:gd name="connsiteY97" fmla="*/ 806291 h 866775"/>
              <a:gd name="connsiteX98" fmla="*/ 1226344 w 3171825"/>
              <a:gd name="connsiteY98" fmla="*/ 751999 h 866775"/>
              <a:gd name="connsiteX99" fmla="*/ 1353026 w 3171825"/>
              <a:gd name="connsiteY99" fmla="*/ 597694 h 866775"/>
              <a:gd name="connsiteX100" fmla="*/ 1267301 w 3171825"/>
              <a:gd name="connsiteY100" fmla="*/ 806291 h 866775"/>
              <a:gd name="connsiteX101" fmla="*/ 1614964 w 3171825"/>
              <a:gd name="connsiteY101" fmla="*/ 257651 h 866775"/>
              <a:gd name="connsiteX102" fmla="*/ 1653064 w 3171825"/>
              <a:gd name="connsiteY102" fmla="*/ 315754 h 866775"/>
              <a:gd name="connsiteX103" fmla="*/ 1569244 w 3171825"/>
              <a:gd name="connsiteY103" fmla="*/ 438626 h 866775"/>
              <a:gd name="connsiteX104" fmla="*/ 1614964 w 3171825"/>
              <a:gd name="connsiteY104" fmla="*/ 257651 h 866775"/>
            </a:gdLst>
            <a:ahLst/>
            <a:cxnLst/>
            <a:rect l="l" t="t" r="r" b="b"/>
            <a:pathLst>
              <a:path w="3171825" h="866775">
                <a:moveTo>
                  <a:pt x="3092291" y="287179"/>
                </a:moveTo>
                <a:cubicBezTo>
                  <a:pt x="3092291" y="241459"/>
                  <a:pt x="3089434" y="211931"/>
                  <a:pt x="3059907" y="211931"/>
                </a:cubicBezTo>
                <a:cubicBezTo>
                  <a:pt x="3046571" y="211931"/>
                  <a:pt x="3039904" y="214789"/>
                  <a:pt x="3027521" y="218599"/>
                </a:cubicBezTo>
                <a:cubicBezTo>
                  <a:pt x="3037999" y="371951"/>
                  <a:pt x="3003709" y="507206"/>
                  <a:pt x="2960846" y="507206"/>
                </a:cubicBezTo>
                <a:cubicBezTo>
                  <a:pt x="2905601" y="507206"/>
                  <a:pt x="2933224" y="178594"/>
                  <a:pt x="2816066" y="178594"/>
                </a:cubicBezTo>
                <a:cubicBezTo>
                  <a:pt x="2707482" y="178594"/>
                  <a:pt x="2692241" y="440531"/>
                  <a:pt x="2679859" y="440531"/>
                </a:cubicBezTo>
                <a:cubicBezTo>
                  <a:pt x="2671286" y="440531"/>
                  <a:pt x="2670334" y="371951"/>
                  <a:pt x="2670334" y="319564"/>
                </a:cubicBezTo>
                <a:cubicBezTo>
                  <a:pt x="2675096" y="294799"/>
                  <a:pt x="2677001" y="271939"/>
                  <a:pt x="2677001" y="254794"/>
                </a:cubicBezTo>
                <a:cubicBezTo>
                  <a:pt x="2677001" y="230029"/>
                  <a:pt x="2667476" y="188119"/>
                  <a:pt x="2611279" y="209074"/>
                </a:cubicBezTo>
                <a:cubicBezTo>
                  <a:pt x="2613184" y="396716"/>
                  <a:pt x="2576036" y="510064"/>
                  <a:pt x="2533174" y="510064"/>
                </a:cubicBezTo>
                <a:cubicBezTo>
                  <a:pt x="2471261" y="510064"/>
                  <a:pt x="2470309" y="340519"/>
                  <a:pt x="2470309" y="292894"/>
                </a:cubicBezTo>
                <a:cubicBezTo>
                  <a:pt x="2470309" y="247174"/>
                  <a:pt x="2473166" y="186214"/>
                  <a:pt x="2405539" y="208121"/>
                </a:cubicBezTo>
                <a:cubicBezTo>
                  <a:pt x="2395061" y="371951"/>
                  <a:pt x="2352199" y="494824"/>
                  <a:pt x="2325529" y="494824"/>
                </a:cubicBezTo>
                <a:cubicBezTo>
                  <a:pt x="2285524" y="494824"/>
                  <a:pt x="2293144" y="211931"/>
                  <a:pt x="2206466" y="211931"/>
                </a:cubicBezTo>
                <a:cubicBezTo>
                  <a:pt x="2128361" y="211931"/>
                  <a:pt x="2103596" y="479584"/>
                  <a:pt x="2087404" y="479584"/>
                </a:cubicBezTo>
                <a:cubicBezTo>
                  <a:pt x="2057876" y="479584"/>
                  <a:pt x="2096929" y="178594"/>
                  <a:pt x="1983581" y="178594"/>
                </a:cubicBezTo>
                <a:cubicBezTo>
                  <a:pt x="1924526" y="178594"/>
                  <a:pt x="1900714" y="279559"/>
                  <a:pt x="1877854" y="391954"/>
                </a:cubicBezTo>
                <a:cubicBezTo>
                  <a:pt x="1873091" y="413861"/>
                  <a:pt x="1868329" y="414814"/>
                  <a:pt x="1867376" y="390049"/>
                </a:cubicBezTo>
                <a:cubicBezTo>
                  <a:pt x="1866424" y="370046"/>
                  <a:pt x="1866424" y="347186"/>
                  <a:pt x="1866424" y="327184"/>
                </a:cubicBezTo>
                <a:cubicBezTo>
                  <a:pt x="1894999" y="213836"/>
                  <a:pt x="1859756" y="171926"/>
                  <a:pt x="1807369" y="202406"/>
                </a:cubicBezTo>
                <a:cubicBezTo>
                  <a:pt x="1824514" y="411004"/>
                  <a:pt x="1728311" y="512921"/>
                  <a:pt x="1654969" y="512921"/>
                </a:cubicBezTo>
                <a:cubicBezTo>
                  <a:pt x="1628299" y="512921"/>
                  <a:pt x="1607344" y="501491"/>
                  <a:pt x="1592104" y="483394"/>
                </a:cubicBezTo>
                <a:cubicBezTo>
                  <a:pt x="1680686" y="429101"/>
                  <a:pt x="1719739" y="367189"/>
                  <a:pt x="1719739" y="306229"/>
                </a:cubicBezTo>
                <a:cubicBezTo>
                  <a:pt x="1719739" y="240506"/>
                  <a:pt x="1681639" y="202406"/>
                  <a:pt x="1619726" y="202406"/>
                </a:cubicBezTo>
                <a:cubicBezTo>
                  <a:pt x="1532096" y="202406"/>
                  <a:pt x="1483519" y="292894"/>
                  <a:pt x="1483519" y="369094"/>
                </a:cubicBezTo>
                <a:cubicBezTo>
                  <a:pt x="1483519" y="410051"/>
                  <a:pt x="1491139" y="445294"/>
                  <a:pt x="1503521" y="473869"/>
                </a:cubicBezTo>
                <a:cubicBezTo>
                  <a:pt x="1473041" y="488156"/>
                  <a:pt x="1445419" y="500539"/>
                  <a:pt x="1418749" y="512921"/>
                </a:cubicBezTo>
                <a:cubicBezTo>
                  <a:pt x="1416844" y="433864"/>
                  <a:pt x="1407319" y="350996"/>
                  <a:pt x="1400651" y="274796"/>
                </a:cubicBezTo>
                <a:cubicBezTo>
                  <a:pt x="1353979" y="262414"/>
                  <a:pt x="1340644" y="284321"/>
                  <a:pt x="1336834" y="326231"/>
                </a:cubicBezTo>
                <a:cubicBezTo>
                  <a:pt x="1328261" y="420529"/>
                  <a:pt x="1293971" y="479584"/>
                  <a:pt x="1262539" y="479584"/>
                </a:cubicBezTo>
                <a:cubicBezTo>
                  <a:pt x="1239679" y="479584"/>
                  <a:pt x="1225391" y="451009"/>
                  <a:pt x="1223486" y="421481"/>
                </a:cubicBezTo>
                <a:cubicBezTo>
                  <a:pt x="1214914" y="270034"/>
                  <a:pt x="1337786" y="228124"/>
                  <a:pt x="1402556" y="250031"/>
                </a:cubicBezTo>
                <a:cubicBezTo>
                  <a:pt x="1415891" y="216694"/>
                  <a:pt x="1401604" y="192881"/>
                  <a:pt x="1343501" y="192881"/>
                </a:cubicBezTo>
                <a:cubicBezTo>
                  <a:pt x="1273016" y="192881"/>
                  <a:pt x="1220629" y="235744"/>
                  <a:pt x="1181576" y="290989"/>
                </a:cubicBezTo>
                <a:cubicBezTo>
                  <a:pt x="1155859" y="327184"/>
                  <a:pt x="1126331" y="353854"/>
                  <a:pt x="1086326" y="385286"/>
                </a:cubicBezTo>
                <a:cubicBezTo>
                  <a:pt x="1087279" y="375761"/>
                  <a:pt x="1088231" y="367189"/>
                  <a:pt x="1088231" y="358616"/>
                </a:cubicBezTo>
                <a:cubicBezTo>
                  <a:pt x="1088231" y="251936"/>
                  <a:pt x="1030129" y="204311"/>
                  <a:pt x="974884" y="204311"/>
                </a:cubicBezTo>
                <a:cubicBezTo>
                  <a:pt x="929164" y="204311"/>
                  <a:pt x="900589" y="231934"/>
                  <a:pt x="883444" y="273844"/>
                </a:cubicBezTo>
                <a:cubicBezTo>
                  <a:pt x="879634" y="231934"/>
                  <a:pt x="871061" y="213836"/>
                  <a:pt x="846296" y="213836"/>
                </a:cubicBezTo>
                <a:cubicBezTo>
                  <a:pt x="835819" y="213836"/>
                  <a:pt x="821531" y="216694"/>
                  <a:pt x="805339" y="224314"/>
                </a:cubicBezTo>
                <a:cubicBezTo>
                  <a:pt x="812959" y="248126"/>
                  <a:pt x="814864" y="300514"/>
                  <a:pt x="814864" y="334804"/>
                </a:cubicBezTo>
                <a:cubicBezTo>
                  <a:pt x="814864" y="463391"/>
                  <a:pt x="777716" y="520541"/>
                  <a:pt x="742474" y="520541"/>
                </a:cubicBezTo>
                <a:cubicBezTo>
                  <a:pt x="701516" y="520541"/>
                  <a:pt x="695801" y="368141"/>
                  <a:pt x="691991" y="309086"/>
                </a:cubicBezTo>
                <a:cubicBezTo>
                  <a:pt x="687229" y="307181"/>
                  <a:pt x="681514" y="305276"/>
                  <a:pt x="671989" y="305276"/>
                </a:cubicBezTo>
                <a:cubicBezTo>
                  <a:pt x="635794" y="305276"/>
                  <a:pt x="631031" y="354806"/>
                  <a:pt x="621506" y="399574"/>
                </a:cubicBezTo>
                <a:cubicBezTo>
                  <a:pt x="611029" y="450056"/>
                  <a:pt x="582454" y="512921"/>
                  <a:pt x="539591" y="512921"/>
                </a:cubicBezTo>
                <a:cubicBezTo>
                  <a:pt x="513874" y="512921"/>
                  <a:pt x="497681" y="488156"/>
                  <a:pt x="495776" y="443389"/>
                </a:cubicBezTo>
                <a:cubicBezTo>
                  <a:pt x="491966" y="352901"/>
                  <a:pt x="567214" y="245269"/>
                  <a:pt x="685324" y="278606"/>
                </a:cubicBezTo>
                <a:cubicBezTo>
                  <a:pt x="700564" y="242411"/>
                  <a:pt x="676751" y="214789"/>
                  <a:pt x="627221" y="214789"/>
                </a:cubicBezTo>
                <a:cubicBezTo>
                  <a:pt x="540544" y="214789"/>
                  <a:pt x="469106" y="279559"/>
                  <a:pt x="437674" y="355759"/>
                </a:cubicBezTo>
                <a:cubicBezTo>
                  <a:pt x="406241" y="426244"/>
                  <a:pt x="350996" y="529114"/>
                  <a:pt x="237649" y="529114"/>
                </a:cubicBezTo>
                <a:cubicBezTo>
                  <a:pt x="157639" y="529114"/>
                  <a:pt x="97631" y="459581"/>
                  <a:pt x="97631" y="313849"/>
                </a:cubicBezTo>
                <a:cubicBezTo>
                  <a:pt x="97631" y="188119"/>
                  <a:pt x="176689" y="69056"/>
                  <a:pt x="261461" y="69056"/>
                </a:cubicBezTo>
                <a:cubicBezTo>
                  <a:pt x="320516" y="69056"/>
                  <a:pt x="333851" y="127159"/>
                  <a:pt x="329089" y="181451"/>
                </a:cubicBezTo>
                <a:cubicBezTo>
                  <a:pt x="359569" y="206216"/>
                  <a:pt x="410051" y="183356"/>
                  <a:pt x="410051" y="121444"/>
                </a:cubicBezTo>
                <a:cubicBezTo>
                  <a:pt x="410051" y="79534"/>
                  <a:pt x="375761" y="7144"/>
                  <a:pt x="265271" y="7144"/>
                </a:cubicBezTo>
                <a:cubicBezTo>
                  <a:pt x="128111" y="7144"/>
                  <a:pt x="7144" y="144304"/>
                  <a:pt x="7144" y="324326"/>
                </a:cubicBezTo>
                <a:cubicBezTo>
                  <a:pt x="7144" y="498634"/>
                  <a:pt x="95726" y="601504"/>
                  <a:pt x="220504" y="601504"/>
                </a:cubicBezTo>
                <a:cubicBezTo>
                  <a:pt x="299561" y="601504"/>
                  <a:pt x="373856" y="556736"/>
                  <a:pt x="425291" y="472916"/>
                </a:cubicBezTo>
                <a:cubicBezTo>
                  <a:pt x="438626" y="545306"/>
                  <a:pt x="488156" y="576739"/>
                  <a:pt x="525304" y="576739"/>
                </a:cubicBezTo>
                <a:cubicBezTo>
                  <a:pt x="585311" y="576739"/>
                  <a:pt x="624364" y="537686"/>
                  <a:pt x="646271" y="485299"/>
                </a:cubicBezTo>
                <a:cubicBezTo>
                  <a:pt x="659606" y="537686"/>
                  <a:pt x="688181" y="576739"/>
                  <a:pt x="734854" y="576739"/>
                </a:cubicBezTo>
                <a:cubicBezTo>
                  <a:pt x="768191" y="576739"/>
                  <a:pt x="793909" y="559594"/>
                  <a:pt x="812959" y="532924"/>
                </a:cubicBezTo>
                <a:cubicBezTo>
                  <a:pt x="805339" y="716756"/>
                  <a:pt x="795814" y="832961"/>
                  <a:pt x="904399" y="810101"/>
                </a:cubicBezTo>
                <a:cubicBezTo>
                  <a:pt x="887254" y="757714"/>
                  <a:pt x="882491" y="663416"/>
                  <a:pt x="882491" y="577691"/>
                </a:cubicBezTo>
                <a:cubicBezTo>
                  <a:pt x="882491" y="344329"/>
                  <a:pt x="920591" y="267176"/>
                  <a:pt x="969169" y="267176"/>
                </a:cubicBezTo>
                <a:cubicBezTo>
                  <a:pt x="1004411" y="267176"/>
                  <a:pt x="1015841" y="311944"/>
                  <a:pt x="1015841" y="359569"/>
                </a:cubicBezTo>
                <a:cubicBezTo>
                  <a:pt x="1015841" y="385286"/>
                  <a:pt x="1012984" y="413861"/>
                  <a:pt x="1007269" y="440531"/>
                </a:cubicBezTo>
                <a:cubicBezTo>
                  <a:pt x="948214" y="477679"/>
                  <a:pt x="900589" y="507206"/>
                  <a:pt x="900589" y="545306"/>
                </a:cubicBezTo>
                <a:cubicBezTo>
                  <a:pt x="900589" y="574834"/>
                  <a:pt x="922496" y="577691"/>
                  <a:pt x="941546" y="577691"/>
                </a:cubicBezTo>
                <a:cubicBezTo>
                  <a:pt x="987266" y="577691"/>
                  <a:pt x="1041559" y="532924"/>
                  <a:pt x="1072039" y="449104"/>
                </a:cubicBezTo>
                <a:cubicBezTo>
                  <a:pt x="1098709" y="432911"/>
                  <a:pt x="1125379" y="414814"/>
                  <a:pt x="1150144" y="390049"/>
                </a:cubicBezTo>
                <a:cubicBezTo>
                  <a:pt x="1149191" y="398621"/>
                  <a:pt x="1149191" y="407194"/>
                  <a:pt x="1149191" y="415766"/>
                </a:cubicBezTo>
                <a:cubicBezTo>
                  <a:pt x="1149191" y="499586"/>
                  <a:pt x="1185386" y="550069"/>
                  <a:pt x="1244441" y="550069"/>
                </a:cubicBezTo>
                <a:cubicBezTo>
                  <a:pt x="1290161" y="550069"/>
                  <a:pt x="1324451" y="517684"/>
                  <a:pt x="1349216" y="469106"/>
                </a:cubicBezTo>
                <a:cubicBezTo>
                  <a:pt x="1351121" y="496729"/>
                  <a:pt x="1352074" y="523399"/>
                  <a:pt x="1352074" y="547211"/>
                </a:cubicBezTo>
                <a:cubicBezTo>
                  <a:pt x="1258729" y="590074"/>
                  <a:pt x="1155859" y="633889"/>
                  <a:pt x="1155859" y="754856"/>
                </a:cubicBezTo>
                <a:cubicBezTo>
                  <a:pt x="1155859" y="817721"/>
                  <a:pt x="1201579" y="864394"/>
                  <a:pt x="1259681" y="864394"/>
                </a:cubicBezTo>
                <a:cubicBezTo>
                  <a:pt x="1389221" y="864394"/>
                  <a:pt x="1418749" y="728186"/>
                  <a:pt x="1419701" y="569119"/>
                </a:cubicBezTo>
                <a:cubicBezTo>
                  <a:pt x="1461611" y="551021"/>
                  <a:pt x="1493044" y="536734"/>
                  <a:pt x="1529239" y="518636"/>
                </a:cubicBezTo>
                <a:cubicBezTo>
                  <a:pt x="1560671" y="557689"/>
                  <a:pt x="1602581" y="576739"/>
                  <a:pt x="1640681" y="576739"/>
                </a:cubicBezTo>
                <a:cubicBezTo>
                  <a:pt x="1714024" y="576739"/>
                  <a:pt x="1768316" y="537686"/>
                  <a:pt x="1813084" y="459581"/>
                </a:cubicBezTo>
                <a:cubicBezTo>
                  <a:pt x="1820704" y="519589"/>
                  <a:pt x="1835944" y="576739"/>
                  <a:pt x="1868329" y="576739"/>
                </a:cubicBezTo>
                <a:cubicBezTo>
                  <a:pt x="1926431" y="576739"/>
                  <a:pt x="1937861" y="273844"/>
                  <a:pt x="1980724" y="273844"/>
                </a:cubicBezTo>
                <a:cubicBezTo>
                  <a:pt x="2014061" y="273844"/>
                  <a:pt x="1986439" y="601504"/>
                  <a:pt x="2074069" y="601504"/>
                </a:cubicBezTo>
                <a:cubicBezTo>
                  <a:pt x="2148364" y="601504"/>
                  <a:pt x="2162651" y="312896"/>
                  <a:pt x="2198846" y="312896"/>
                </a:cubicBezTo>
                <a:cubicBezTo>
                  <a:pt x="2224564" y="312896"/>
                  <a:pt x="2226469" y="576739"/>
                  <a:pt x="2307432" y="576739"/>
                </a:cubicBezTo>
                <a:cubicBezTo>
                  <a:pt x="2347436" y="576739"/>
                  <a:pt x="2390299" y="529114"/>
                  <a:pt x="2412207" y="428149"/>
                </a:cubicBezTo>
                <a:cubicBezTo>
                  <a:pt x="2422684" y="494824"/>
                  <a:pt x="2456021" y="576739"/>
                  <a:pt x="2521744" y="576739"/>
                </a:cubicBezTo>
                <a:cubicBezTo>
                  <a:pt x="2559844" y="576739"/>
                  <a:pt x="2593182" y="537686"/>
                  <a:pt x="2618899" y="486251"/>
                </a:cubicBezTo>
                <a:cubicBezTo>
                  <a:pt x="2625566" y="539591"/>
                  <a:pt x="2640807" y="576739"/>
                  <a:pt x="2670334" y="576739"/>
                </a:cubicBezTo>
                <a:cubicBezTo>
                  <a:pt x="2746534" y="576739"/>
                  <a:pt x="2743676" y="274796"/>
                  <a:pt x="2803684" y="274796"/>
                </a:cubicBezTo>
                <a:cubicBezTo>
                  <a:pt x="2850357" y="274796"/>
                  <a:pt x="2836069" y="576739"/>
                  <a:pt x="2947511" y="576739"/>
                </a:cubicBezTo>
                <a:cubicBezTo>
                  <a:pt x="3000851" y="576739"/>
                  <a:pt x="3025616" y="531971"/>
                  <a:pt x="3040857" y="474821"/>
                </a:cubicBezTo>
                <a:cubicBezTo>
                  <a:pt x="3061811" y="558641"/>
                  <a:pt x="3094196" y="576739"/>
                  <a:pt x="3121819" y="576739"/>
                </a:cubicBezTo>
                <a:cubicBezTo>
                  <a:pt x="3138964" y="576739"/>
                  <a:pt x="3152299" y="571024"/>
                  <a:pt x="3169444" y="550069"/>
                </a:cubicBezTo>
                <a:cubicBezTo>
                  <a:pt x="3085624" y="511969"/>
                  <a:pt x="3092291" y="375761"/>
                  <a:pt x="3092291" y="287179"/>
                </a:cubicBezTo>
                <a:close/>
                <a:moveTo>
                  <a:pt x="1267301" y="806291"/>
                </a:moveTo>
                <a:cubicBezTo>
                  <a:pt x="1240631" y="806291"/>
                  <a:pt x="1226344" y="780574"/>
                  <a:pt x="1226344" y="751999"/>
                </a:cubicBezTo>
                <a:cubicBezTo>
                  <a:pt x="1226344" y="674846"/>
                  <a:pt x="1283494" y="632936"/>
                  <a:pt x="1353026" y="597694"/>
                </a:cubicBezTo>
                <a:cubicBezTo>
                  <a:pt x="1349216" y="768191"/>
                  <a:pt x="1310164" y="806291"/>
                  <a:pt x="1267301" y="806291"/>
                </a:cubicBezTo>
                <a:close/>
                <a:moveTo>
                  <a:pt x="1614964" y="257651"/>
                </a:moveTo>
                <a:cubicBezTo>
                  <a:pt x="1640681" y="257651"/>
                  <a:pt x="1655921" y="281464"/>
                  <a:pt x="1653064" y="315754"/>
                </a:cubicBezTo>
                <a:cubicBezTo>
                  <a:pt x="1650206" y="355759"/>
                  <a:pt x="1620679" y="402431"/>
                  <a:pt x="1569244" y="438626"/>
                </a:cubicBezTo>
                <a:cubicBezTo>
                  <a:pt x="1543526" y="362426"/>
                  <a:pt x="1563529" y="257651"/>
                  <a:pt x="1614964" y="257651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8" name="Freeform: Shape 5">
            <a:extLst>
              <a:ext uri="{FF2B5EF4-FFF2-40B4-BE49-F238E27FC236}">
                <a16:creationId xmlns:a16="http://schemas.microsoft.com/office/drawing/2014/main" id="{16D7EF54-CF87-4A1F-B1F7-681296888423}"/>
              </a:ext>
            </a:extLst>
          </p:cNvPr>
          <p:cNvSpPr>
            <a:spLocks noGrp="1"/>
          </p:cNvSpPr>
          <p:nvPr/>
        </p:nvSpPr>
        <p:spPr>
          <a:xfrm>
            <a:off x="1588847" y="6047291"/>
            <a:ext cx="45647" cy="50212"/>
          </a:xfrm>
          <a:custGeom>
            <a:avLst/>
            <a:gdLst>
              <a:gd name="connsiteX0" fmla="*/ 51942 w 95250"/>
              <a:gd name="connsiteY0" fmla="*/ 99569 h 104775"/>
              <a:gd name="connsiteX1" fmla="*/ 93853 w 95250"/>
              <a:gd name="connsiteY1" fmla="*/ 51944 h 104775"/>
              <a:gd name="connsiteX2" fmla="*/ 51942 w 95250"/>
              <a:gd name="connsiteY2" fmla="*/ 7176 h 104775"/>
              <a:gd name="connsiteX3" fmla="*/ 7175 w 95250"/>
              <a:gd name="connsiteY3" fmla="*/ 54801 h 104775"/>
              <a:gd name="connsiteX4" fmla="*/ 51942 w 95250"/>
              <a:gd name="connsiteY4" fmla="*/ 99569 h 104775"/>
            </a:gdLst>
            <a:ahLst/>
            <a:cxnLst/>
            <a:rect l="l" t="t" r="r" b="b"/>
            <a:pathLst>
              <a:path w="95250" h="104775">
                <a:moveTo>
                  <a:pt x="51942" y="99569"/>
                </a:moveTo>
                <a:cubicBezTo>
                  <a:pt x="76707" y="98616"/>
                  <a:pt x="93853" y="77661"/>
                  <a:pt x="93853" y="51944"/>
                </a:cubicBezTo>
                <a:cubicBezTo>
                  <a:pt x="93853" y="26226"/>
                  <a:pt x="76707" y="6224"/>
                  <a:pt x="51942" y="7176"/>
                </a:cubicBezTo>
                <a:cubicBezTo>
                  <a:pt x="27178" y="8129"/>
                  <a:pt x="7175" y="29084"/>
                  <a:pt x="7175" y="54801"/>
                </a:cubicBezTo>
                <a:cubicBezTo>
                  <a:pt x="6222" y="80519"/>
                  <a:pt x="27178" y="100521"/>
                  <a:pt x="51942" y="99569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9" name="Freeform: Shape 6">
            <a:extLst>
              <a:ext uri="{FF2B5EF4-FFF2-40B4-BE49-F238E27FC236}">
                <a16:creationId xmlns:a16="http://schemas.microsoft.com/office/drawing/2014/main" id="{411034BC-7D78-A8D4-1F4A-8C4D8937B48B}"/>
              </a:ext>
            </a:extLst>
          </p:cNvPr>
          <p:cNvSpPr>
            <a:spLocks noGrp="1"/>
          </p:cNvSpPr>
          <p:nvPr/>
        </p:nvSpPr>
        <p:spPr>
          <a:xfrm>
            <a:off x="1886483" y="6055963"/>
            <a:ext cx="45647" cy="45647"/>
          </a:xfrm>
          <a:custGeom>
            <a:avLst/>
            <a:gdLst>
              <a:gd name="connsiteX0" fmla="*/ 48101 w 95250"/>
              <a:gd name="connsiteY0" fmla="*/ 94808 h 95250"/>
              <a:gd name="connsiteX1" fmla="*/ 89059 w 95250"/>
              <a:gd name="connsiteY1" fmla="*/ 49088 h 95250"/>
              <a:gd name="connsiteX2" fmla="*/ 48101 w 95250"/>
              <a:gd name="connsiteY2" fmla="*/ 7178 h 95250"/>
              <a:gd name="connsiteX3" fmla="*/ 7144 w 95250"/>
              <a:gd name="connsiteY3" fmla="*/ 52898 h 95250"/>
              <a:gd name="connsiteX4" fmla="*/ 48101 w 95250"/>
              <a:gd name="connsiteY4" fmla="*/ 94808 h 95250"/>
            </a:gdLst>
            <a:ahLst/>
            <a:cxnLst/>
            <a:rect l="l" t="t" r="r" b="b"/>
            <a:pathLst>
              <a:path w="95250" h="95250">
                <a:moveTo>
                  <a:pt x="48101" y="94808"/>
                </a:moveTo>
                <a:cubicBezTo>
                  <a:pt x="70961" y="93856"/>
                  <a:pt x="89059" y="73853"/>
                  <a:pt x="89059" y="49088"/>
                </a:cubicBezTo>
                <a:cubicBezTo>
                  <a:pt x="89059" y="25275"/>
                  <a:pt x="70961" y="6225"/>
                  <a:pt x="48101" y="7178"/>
                </a:cubicBezTo>
                <a:cubicBezTo>
                  <a:pt x="25241" y="8131"/>
                  <a:pt x="7144" y="28133"/>
                  <a:pt x="7144" y="52898"/>
                </a:cubicBezTo>
                <a:cubicBezTo>
                  <a:pt x="8096" y="76711"/>
                  <a:pt x="26194" y="95761"/>
                  <a:pt x="48101" y="94808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91A42476-4DC0-A3D4-0B82-C32497A96552}"/>
              </a:ext>
            </a:extLst>
          </p:cNvPr>
          <p:cNvSpPr>
            <a:spLocks noGrp="1"/>
          </p:cNvSpPr>
          <p:nvPr/>
        </p:nvSpPr>
        <p:spPr>
          <a:xfrm>
            <a:off x="1981885" y="6021288"/>
            <a:ext cx="324096" cy="278450"/>
          </a:xfrm>
          <a:custGeom>
            <a:avLst/>
            <a:gdLst>
              <a:gd name="connsiteX0" fmla="*/ 553879 w 676275"/>
              <a:gd name="connsiteY0" fmla="*/ 254794 h 581025"/>
              <a:gd name="connsiteX1" fmla="*/ 451009 w 676275"/>
              <a:gd name="connsiteY1" fmla="*/ 342424 h 581025"/>
              <a:gd name="connsiteX2" fmla="*/ 375761 w 676275"/>
              <a:gd name="connsiteY2" fmla="*/ 469106 h 581025"/>
              <a:gd name="connsiteX3" fmla="*/ 273844 w 676275"/>
              <a:gd name="connsiteY3" fmla="*/ 561499 h 581025"/>
              <a:gd name="connsiteX4" fmla="*/ 132874 w 676275"/>
              <a:gd name="connsiteY4" fmla="*/ 569119 h 581025"/>
              <a:gd name="connsiteX5" fmla="*/ 7144 w 676275"/>
              <a:gd name="connsiteY5" fmla="*/ 383381 h 581025"/>
              <a:gd name="connsiteX6" fmla="*/ 371951 w 676275"/>
              <a:gd name="connsiteY6" fmla="*/ 7144 h 581025"/>
              <a:gd name="connsiteX7" fmla="*/ 371951 w 676275"/>
              <a:gd name="connsiteY7" fmla="*/ 7144 h 581025"/>
              <a:gd name="connsiteX8" fmla="*/ 371951 w 676275"/>
              <a:gd name="connsiteY8" fmla="*/ 7144 h 581025"/>
              <a:gd name="connsiteX9" fmla="*/ 388144 w 676275"/>
              <a:gd name="connsiteY9" fmla="*/ 13811 h 581025"/>
              <a:gd name="connsiteX10" fmla="*/ 571024 w 676275"/>
              <a:gd name="connsiteY10" fmla="*/ 127159 h 581025"/>
              <a:gd name="connsiteX11" fmla="*/ 675799 w 676275"/>
              <a:gd name="connsiteY11" fmla="*/ 287179 h 581025"/>
              <a:gd name="connsiteX12" fmla="*/ 553879 w 676275"/>
              <a:gd name="connsiteY12" fmla="*/ 254794 h 581025"/>
            </a:gdLst>
            <a:ahLst/>
            <a:cxnLst/>
            <a:rect l="l" t="t" r="r" b="b"/>
            <a:pathLst>
              <a:path w="676275" h="581025">
                <a:moveTo>
                  <a:pt x="553879" y="254794"/>
                </a:moveTo>
                <a:cubicBezTo>
                  <a:pt x="507206" y="265271"/>
                  <a:pt x="475774" y="304324"/>
                  <a:pt x="451009" y="342424"/>
                </a:cubicBezTo>
                <a:cubicBezTo>
                  <a:pt x="424339" y="383381"/>
                  <a:pt x="403384" y="428149"/>
                  <a:pt x="375761" y="469106"/>
                </a:cubicBezTo>
                <a:cubicBezTo>
                  <a:pt x="349091" y="507206"/>
                  <a:pt x="316706" y="542449"/>
                  <a:pt x="273844" y="561499"/>
                </a:cubicBezTo>
                <a:cubicBezTo>
                  <a:pt x="229076" y="581501"/>
                  <a:pt x="179546" y="584359"/>
                  <a:pt x="132874" y="569119"/>
                </a:cubicBezTo>
                <a:cubicBezTo>
                  <a:pt x="58579" y="538639"/>
                  <a:pt x="7144" y="464344"/>
                  <a:pt x="7144" y="383381"/>
                </a:cubicBezTo>
                <a:cubicBezTo>
                  <a:pt x="7144" y="177641"/>
                  <a:pt x="290036" y="105251"/>
                  <a:pt x="371951" y="7144"/>
                </a:cubicBezTo>
                <a:cubicBezTo>
                  <a:pt x="371951" y="7144"/>
                  <a:pt x="371951" y="7144"/>
                  <a:pt x="371951" y="7144"/>
                </a:cubicBezTo>
                <a:lnTo>
                  <a:pt x="371951" y="7144"/>
                </a:lnTo>
                <a:cubicBezTo>
                  <a:pt x="377666" y="9049"/>
                  <a:pt x="382429" y="11906"/>
                  <a:pt x="388144" y="13811"/>
                </a:cubicBezTo>
                <a:cubicBezTo>
                  <a:pt x="454819" y="41434"/>
                  <a:pt x="517684" y="78581"/>
                  <a:pt x="571024" y="127159"/>
                </a:cubicBezTo>
                <a:cubicBezTo>
                  <a:pt x="620554" y="172879"/>
                  <a:pt x="657701" y="226219"/>
                  <a:pt x="675799" y="287179"/>
                </a:cubicBezTo>
                <a:cubicBezTo>
                  <a:pt x="646271" y="255746"/>
                  <a:pt x="595789" y="244316"/>
                  <a:pt x="553879" y="254794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5" name="Freeform: Shape 8">
            <a:extLst>
              <a:ext uri="{FF2B5EF4-FFF2-40B4-BE49-F238E27FC236}">
                <a16:creationId xmlns:a16="http://schemas.microsoft.com/office/drawing/2014/main" id="{61A1CDED-A495-D2CB-B478-6B5C933C774A}"/>
              </a:ext>
            </a:extLst>
          </p:cNvPr>
          <p:cNvSpPr>
            <a:spLocks noGrp="1"/>
          </p:cNvSpPr>
          <p:nvPr/>
        </p:nvSpPr>
        <p:spPr>
          <a:xfrm>
            <a:off x="2096461" y="6150398"/>
            <a:ext cx="219107" cy="178025"/>
          </a:xfrm>
          <a:custGeom>
            <a:avLst/>
            <a:gdLst>
              <a:gd name="connsiteX0" fmla="*/ 443389 w 457200"/>
              <a:gd name="connsiteY0" fmla="*/ 151121 h 371475"/>
              <a:gd name="connsiteX1" fmla="*/ 340519 w 457200"/>
              <a:gd name="connsiteY1" fmla="*/ 250181 h 371475"/>
              <a:gd name="connsiteX2" fmla="*/ 193834 w 457200"/>
              <a:gd name="connsiteY2" fmla="*/ 204461 h 371475"/>
              <a:gd name="connsiteX3" fmla="*/ 299561 w 457200"/>
              <a:gd name="connsiteY3" fmla="*/ 298759 h 371475"/>
              <a:gd name="connsiteX4" fmla="*/ 161449 w 457200"/>
              <a:gd name="connsiteY4" fmla="*/ 360671 h 371475"/>
              <a:gd name="connsiteX5" fmla="*/ 79534 w 457200"/>
              <a:gd name="connsiteY5" fmla="*/ 367339 h 371475"/>
              <a:gd name="connsiteX6" fmla="*/ 7144 w 457200"/>
              <a:gd name="connsiteY6" fmla="*/ 348289 h 371475"/>
              <a:gd name="connsiteX7" fmla="*/ 120491 w 457200"/>
              <a:gd name="connsiteY7" fmla="*/ 276851 h 371475"/>
              <a:gd name="connsiteX8" fmla="*/ 188119 w 457200"/>
              <a:gd name="connsiteY8" fmla="*/ 175886 h 371475"/>
              <a:gd name="connsiteX9" fmla="*/ 250031 w 457200"/>
              <a:gd name="connsiteY9" fmla="*/ 64444 h 371475"/>
              <a:gd name="connsiteX10" fmla="*/ 339566 w 457200"/>
              <a:gd name="connsiteY10" fmla="*/ 7294 h 371475"/>
              <a:gd name="connsiteX11" fmla="*/ 438626 w 457200"/>
              <a:gd name="connsiteY11" fmla="*/ 58729 h 371475"/>
              <a:gd name="connsiteX12" fmla="*/ 443389 w 457200"/>
              <a:gd name="connsiteY12" fmla="*/ 151121 h 371475"/>
            </a:gdLst>
            <a:ahLst/>
            <a:cxnLst/>
            <a:rect l="l" t="t" r="r" b="b"/>
            <a:pathLst>
              <a:path w="457200" h="371475">
                <a:moveTo>
                  <a:pt x="443389" y="151121"/>
                </a:moveTo>
                <a:cubicBezTo>
                  <a:pt x="428149" y="198746"/>
                  <a:pt x="389096" y="236846"/>
                  <a:pt x="340519" y="250181"/>
                </a:cubicBezTo>
                <a:cubicBezTo>
                  <a:pt x="285274" y="265421"/>
                  <a:pt x="230029" y="249229"/>
                  <a:pt x="193834" y="204461"/>
                </a:cubicBezTo>
                <a:cubicBezTo>
                  <a:pt x="197644" y="261611"/>
                  <a:pt x="243364" y="299711"/>
                  <a:pt x="299561" y="298759"/>
                </a:cubicBezTo>
                <a:cubicBezTo>
                  <a:pt x="263366" y="334954"/>
                  <a:pt x="210026" y="352099"/>
                  <a:pt x="161449" y="360671"/>
                </a:cubicBezTo>
                <a:cubicBezTo>
                  <a:pt x="134779" y="365434"/>
                  <a:pt x="107156" y="368291"/>
                  <a:pt x="79534" y="367339"/>
                </a:cubicBezTo>
                <a:cubicBezTo>
                  <a:pt x="55721" y="366386"/>
                  <a:pt x="27146" y="363529"/>
                  <a:pt x="7144" y="348289"/>
                </a:cubicBezTo>
                <a:cubicBezTo>
                  <a:pt x="50959" y="334954"/>
                  <a:pt x="90011" y="310189"/>
                  <a:pt x="120491" y="276851"/>
                </a:cubicBezTo>
                <a:cubicBezTo>
                  <a:pt x="148114" y="246371"/>
                  <a:pt x="169069" y="211129"/>
                  <a:pt x="188119" y="175886"/>
                </a:cubicBezTo>
                <a:cubicBezTo>
                  <a:pt x="208121" y="138739"/>
                  <a:pt x="225266" y="98734"/>
                  <a:pt x="250031" y="64444"/>
                </a:cubicBezTo>
                <a:cubicBezTo>
                  <a:pt x="271939" y="33964"/>
                  <a:pt x="300514" y="9199"/>
                  <a:pt x="339566" y="7294"/>
                </a:cubicBezTo>
                <a:cubicBezTo>
                  <a:pt x="379571" y="5389"/>
                  <a:pt x="419576" y="21581"/>
                  <a:pt x="438626" y="58729"/>
                </a:cubicBezTo>
                <a:cubicBezTo>
                  <a:pt x="453866" y="88256"/>
                  <a:pt x="452914" y="120641"/>
                  <a:pt x="443389" y="151121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Click to edit master title Style</a:t>
            </a:r>
          </a:p>
        </p:txBody>
      </p:sp>
      <p:sp>
        <p:nvSpPr>
          <p:cNvPr id="6" name="Freeform: Shape 2">
            <a:extLst>
              <a:ext uri="{FF2B5EF4-FFF2-40B4-BE49-F238E27FC236}">
                <a16:creationId xmlns:a16="http://schemas.microsoft.com/office/drawing/2014/main" id="{FC1EFD8E-6111-C0FE-F23B-7FCABA181AFF}"/>
              </a:ext>
            </a:extLst>
          </p:cNvPr>
          <p:cNvSpPr>
            <a:spLocks noGrp="1"/>
          </p:cNvSpPr>
          <p:nvPr/>
        </p:nvSpPr>
        <p:spPr>
          <a:xfrm>
            <a:off x="2093388" y="6148189"/>
            <a:ext cx="219107" cy="178024"/>
          </a:xfrm>
          <a:custGeom>
            <a:avLst/>
            <a:gdLst>
              <a:gd name="connsiteX0" fmla="*/ 304324 w 457200"/>
              <a:gd name="connsiteY0" fmla="*/ 261461 h 371475"/>
              <a:gd name="connsiteX1" fmla="*/ 456724 w 457200"/>
              <a:gd name="connsiteY1" fmla="*/ 110014 h 371475"/>
              <a:gd name="connsiteX2" fmla="*/ 344329 w 457200"/>
              <a:gd name="connsiteY2" fmla="*/ 7144 h 371475"/>
              <a:gd name="connsiteX3" fmla="*/ 125254 w 457200"/>
              <a:gd name="connsiteY3" fmla="*/ 241459 h 371475"/>
              <a:gd name="connsiteX4" fmla="*/ 7144 w 457200"/>
              <a:gd name="connsiteY4" fmla="*/ 348139 h 371475"/>
              <a:gd name="connsiteX5" fmla="*/ 96679 w 457200"/>
              <a:gd name="connsiteY5" fmla="*/ 372904 h 371475"/>
              <a:gd name="connsiteX6" fmla="*/ 306229 w 457200"/>
              <a:gd name="connsiteY6" fmla="*/ 304324 h 371475"/>
              <a:gd name="connsiteX7" fmla="*/ 200501 w 457200"/>
              <a:gd name="connsiteY7" fmla="*/ 210026 h 371475"/>
              <a:gd name="connsiteX8" fmla="*/ 304324 w 457200"/>
              <a:gd name="connsiteY8" fmla="*/ 261461 h 371475"/>
            </a:gdLst>
            <a:ahLst/>
            <a:cxnLst/>
            <a:rect l="l" t="t" r="r" b="b"/>
            <a:pathLst>
              <a:path w="457200" h="371475">
                <a:moveTo>
                  <a:pt x="304324" y="261461"/>
                </a:moveTo>
                <a:cubicBezTo>
                  <a:pt x="390049" y="261461"/>
                  <a:pt x="455771" y="191929"/>
                  <a:pt x="456724" y="110014"/>
                </a:cubicBezTo>
                <a:cubicBezTo>
                  <a:pt x="451009" y="73819"/>
                  <a:pt x="438626" y="7144"/>
                  <a:pt x="344329" y="7144"/>
                </a:cubicBezTo>
                <a:cubicBezTo>
                  <a:pt x="242411" y="7144"/>
                  <a:pt x="208121" y="150019"/>
                  <a:pt x="125254" y="241459"/>
                </a:cubicBezTo>
                <a:cubicBezTo>
                  <a:pt x="118586" y="293846"/>
                  <a:pt x="69056" y="340519"/>
                  <a:pt x="7144" y="348139"/>
                </a:cubicBezTo>
                <a:cubicBezTo>
                  <a:pt x="22384" y="364331"/>
                  <a:pt x="55721" y="372904"/>
                  <a:pt x="96679" y="372904"/>
                </a:cubicBezTo>
                <a:cubicBezTo>
                  <a:pt x="170021" y="372904"/>
                  <a:pt x="259556" y="350996"/>
                  <a:pt x="306229" y="304324"/>
                </a:cubicBezTo>
                <a:cubicBezTo>
                  <a:pt x="244316" y="305276"/>
                  <a:pt x="204311" y="265271"/>
                  <a:pt x="200501" y="210026"/>
                </a:cubicBezTo>
                <a:cubicBezTo>
                  <a:pt x="230029" y="247174"/>
                  <a:pt x="264319" y="261461"/>
                  <a:pt x="304324" y="261461"/>
                </a:cubicBezTo>
                <a:close/>
              </a:path>
            </a:pathLst>
          </a:custGeom>
          <a:solidFill>
            <a:srgbClr val="17ABDB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1" name="Freeform: Shape 3">
            <a:extLst>
              <a:ext uri="{FF2B5EF4-FFF2-40B4-BE49-F238E27FC236}">
                <a16:creationId xmlns:a16="http://schemas.microsoft.com/office/drawing/2014/main" id="{2E0336C3-FD2D-34F2-37FE-01F1463B9B1A}"/>
              </a:ext>
            </a:extLst>
          </p:cNvPr>
          <p:cNvSpPr>
            <a:spLocks noGrp="1"/>
          </p:cNvSpPr>
          <p:nvPr/>
        </p:nvSpPr>
        <p:spPr>
          <a:xfrm>
            <a:off x="443236" y="6026766"/>
            <a:ext cx="1520057" cy="415391"/>
          </a:xfrm>
          <a:custGeom>
            <a:avLst/>
            <a:gdLst>
              <a:gd name="connsiteX0" fmla="*/ 3092291 w 3171825"/>
              <a:gd name="connsiteY0" fmla="*/ 287179 h 866775"/>
              <a:gd name="connsiteX1" fmla="*/ 3059907 w 3171825"/>
              <a:gd name="connsiteY1" fmla="*/ 211931 h 866775"/>
              <a:gd name="connsiteX2" fmla="*/ 3027521 w 3171825"/>
              <a:gd name="connsiteY2" fmla="*/ 218599 h 866775"/>
              <a:gd name="connsiteX3" fmla="*/ 2960846 w 3171825"/>
              <a:gd name="connsiteY3" fmla="*/ 507206 h 866775"/>
              <a:gd name="connsiteX4" fmla="*/ 2816066 w 3171825"/>
              <a:gd name="connsiteY4" fmla="*/ 178594 h 866775"/>
              <a:gd name="connsiteX5" fmla="*/ 2679859 w 3171825"/>
              <a:gd name="connsiteY5" fmla="*/ 440531 h 866775"/>
              <a:gd name="connsiteX6" fmla="*/ 2670334 w 3171825"/>
              <a:gd name="connsiteY6" fmla="*/ 319564 h 866775"/>
              <a:gd name="connsiteX7" fmla="*/ 2677001 w 3171825"/>
              <a:gd name="connsiteY7" fmla="*/ 254794 h 866775"/>
              <a:gd name="connsiteX8" fmla="*/ 2611279 w 3171825"/>
              <a:gd name="connsiteY8" fmla="*/ 209074 h 866775"/>
              <a:gd name="connsiteX9" fmla="*/ 2533174 w 3171825"/>
              <a:gd name="connsiteY9" fmla="*/ 510064 h 866775"/>
              <a:gd name="connsiteX10" fmla="*/ 2470309 w 3171825"/>
              <a:gd name="connsiteY10" fmla="*/ 292894 h 866775"/>
              <a:gd name="connsiteX11" fmla="*/ 2405539 w 3171825"/>
              <a:gd name="connsiteY11" fmla="*/ 208121 h 866775"/>
              <a:gd name="connsiteX12" fmla="*/ 2325529 w 3171825"/>
              <a:gd name="connsiteY12" fmla="*/ 494824 h 866775"/>
              <a:gd name="connsiteX13" fmla="*/ 2206466 w 3171825"/>
              <a:gd name="connsiteY13" fmla="*/ 211931 h 866775"/>
              <a:gd name="connsiteX14" fmla="*/ 2087404 w 3171825"/>
              <a:gd name="connsiteY14" fmla="*/ 479584 h 866775"/>
              <a:gd name="connsiteX15" fmla="*/ 1983581 w 3171825"/>
              <a:gd name="connsiteY15" fmla="*/ 178594 h 866775"/>
              <a:gd name="connsiteX16" fmla="*/ 1877854 w 3171825"/>
              <a:gd name="connsiteY16" fmla="*/ 391954 h 866775"/>
              <a:gd name="connsiteX17" fmla="*/ 1867376 w 3171825"/>
              <a:gd name="connsiteY17" fmla="*/ 390049 h 866775"/>
              <a:gd name="connsiteX18" fmla="*/ 1866424 w 3171825"/>
              <a:gd name="connsiteY18" fmla="*/ 327184 h 866775"/>
              <a:gd name="connsiteX19" fmla="*/ 1807369 w 3171825"/>
              <a:gd name="connsiteY19" fmla="*/ 202406 h 866775"/>
              <a:gd name="connsiteX20" fmla="*/ 1654969 w 3171825"/>
              <a:gd name="connsiteY20" fmla="*/ 512921 h 866775"/>
              <a:gd name="connsiteX21" fmla="*/ 1592104 w 3171825"/>
              <a:gd name="connsiteY21" fmla="*/ 483394 h 866775"/>
              <a:gd name="connsiteX22" fmla="*/ 1719739 w 3171825"/>
              <a:gd name="connsiteY22" fmla="*/ 306229 h 866775"/>
              <a:gd name="connsiteX23" fmla="*/ 1619726 w 3171825"/>
              <a:gd name="connsiteY23" fmla="*/ 202406 h 866775"/>
              <a:gd name="connsiteX24" fmla="*/ 1483519 w 3171825"/>
              <a:gd name="connsiteY24" fmla="*/ 369094 h 866775"/>
              <a:gd name="connsiteX25" fmla="*/ 1503521 w 3171825"/>
              <a:gd name="connsiteY25" fmla="*/ 473869 h 866775"/>
              <a:gd name="connsiteX26" fmla="*/ 1418749 w 3171825"/>
              <a:gd name="connsiteY26" fmla="*/ 512921 h 866775"/>
              <a:gd name="connsiteX27" fmla="*/ 1400651 w 3171825"/>
              <a:gd name="connsiteY27" fmla="*/ 274796 h 866775"/>
              <a:gd name="connsiteX28" fmla="*/ 1336834 w 3171825"/>
              <a:gd name="connsiteY28" fmla="*/ 326231 h 866775"/>
              <a:gd name="connsiteX29" fmla="*/ 1262539 w 3171825"/>
              <a:gd name="connsiteY29" fmla="*/ 479584 h 866775"/>
              <a:gd name="connsiteX30" fmla="*/ 1223486 w 3171825"/>
              <a:gd name="connsiteY30" fmla="*/ 421481 h 866775"/>
              <a:gd name="connsiteX31" fmla="*/ 1402556 w 3171825"/>
              <a:gd name="connsiteY31" fmla="*/ 250031 h 866775"/>
              <a:gd name="connsiteX32" fmla="*/ 1343501 w 3171825"/>
              <a:gd name="connsiteY32" fmla="*/ 192881 h 866775"/>
              <a:gd name="connsiteX33" fmla="*/ 1181576 w 3171825"/>
              <a:gd name="connsiteY33" fmla="*/ 290989 h 866775"/>
              <a:gd name="connsiteX34" fmla="*/ 1086326 w 3171825"/>
              <a:gd name="connsiteY34" fmla="*/ 385286 h 866775"/>
              <a:gd name="connsiteX35" fmla="*/ 1088231 w 3171825"/>
              <a:gd name="connsiteY35" fmla="*/ 358616 h 866775"/>
              <a:gd name="connsiteX36" fmla="*/ 974884 w 3171825"/>
              <a:gd name="connsiteY36" fmla="*/ 204311 h 866775"/>
              <a:gd name="connsiteX37" fmla="*/ 883444 w 3171825"/>
              <a:gd name="connsiteY37" fmla="*/ 273844 h 866775"/>
              <a:gd name="connsiteX38" fmla="*/ 846296 w 3171825"/>
              <a:gd name="connsiteY38" fmla="*/ 213836 h 866775"/>
              <a:gd name="connsiteX39" fmla="*/ 805339 w 3171825"/>
              <a:gd name="connsiteY39" fmla="*/ 224314 h 866775"/>
              <a:gd name="connsiteX40" fmla="*/ 814864 w 3171825"/>
              <a:gd name="connsiteY40" fmla="*/ 334804 h 866775"/>
              <a:gd name="connsiteX41" fmla="*/ 742474 w 3171825"/>
              <a:gd name="connsiteY41" fmla="*/ 520541 h 866775"/>
              <a:gd name="connsiteX42" fmla="*/ 691991 w 3171825"/>
              <a:gd name="connsiteY42" fmla="*/ 309086 h 866775"/>
              <a:gd name="connsiteX43" fmla="*/ 671989 w 3171825"/>
              <a:gd name="connsiteY43" fmla="*/ 305276 h 866775"/>
              <a:gd name="connsiteX44" fmla="*/ 621506 w 3171825"/>
              <a:gd name="connsiteY44" fmla="*/ 399574 h 866775"/>
              <a:gd name="connsiteX45" fmla="*/ 539591 w 3171825"/>
              <a:gd name="connsiteY45" fmla="*/ 512921 h 866775"/>
              <a:gd name="connsiteX46" fmla="*/ 495776 w 3171825"/>
              <a:gd name="connsiteY46" fmla="*/ 443389 h 866775"/>
              <a:gd name="connsiteX47" fmla="*/ 685324 w 3171825"/>
              <a:gd name="connsiteY47" fmla="*/ 278606 h 866775"/>
              <a:gd name="connsiteX48" fmla="*/ 627221 w 3171825"/>
              <a:gd name="connsiteY48" fmla="*/ 214789 h 866775"/>
              <a:gd name="connsiteX49" fmla="*/ 437674 w 3171825"/>
              <a:gd name="connsiteY49" fmla="*/ 355759 h 866775"/>
              <a:gd name="connsiteX50" fmla="*/ 237649 w 3171825"/>
              <a:gd name="connsiteY50" fmla="*/ 529114 h 866775"/>
              <a:gd name="connsiteX51" fmla="*/ 97631 w 3171825"/>
              <a:gd name="connsiteY51" fmla="*/ 313849 h 866775"/>
              <a:gd name="connsiteX52" fmla="*/ 261461 w 3171825"/>
              <a:gd name="connsiteY52" fmla="*/ 69056 h 866775"/>
              <a:gd name="connsiteX53" fmla="*/ 329089 w 3171825"/>
              <a:gd name="connsiteY53" fmla="*/ 181451 h 866775"/>
              <a:gd name="connsiteX54" fmla="*/ 410051 w 3171825"/>
              <a:gd name="connsiteY54" fmla="*/ 121444 h 866775"/>
              <a:gd name="connsiteX55" fmla="*/ 265271 w 3171825"/>
              <a:gd name="connsiteY55" fmla="*/ 7144 h 866775"/>
              <a:gd name="connsiteX56" fmla="*/ 7144 w 3171825"/>
              <a:gd name="connsiteY56" fmla="*/ 324326 h 866775"/>
              <a:gd name="connsiteX57" fmla="*/ 220504 w 3171825"/>
              <a:gd name="connsiteY57" fmla="*/ 601504 h 866775"/>
              <a:gd name="connsiteX58" fmla="*/ 425291 w 3171825"/>
              <a:gd name="connsiteY58" fmla="*/ 472916 h 866775"/>
              <a:gd name="connsiteX59" fmla="*/ 525304 w 3171825"/>
              <a:gd name="connsiteY59" fmla="*/ 576739 h 866775"/>
              <a:gd name="connsiteX60" fmla="*/ 646271 w 3171825"/>
              <a:gd name="connsiteY60" fmla="*/ 485299 h 866775"/>
              <a:gd name="connsiteX61" fmla="*/ 734854 w 3171825"/>
              <a:gd name="connsiteY61" fmla="*/ 576739 h 866775"/>
              <a:gd name="connsiteX62" fmla="*/ 812959 w 3171825"/>
              <a:gd name="connsiteY62" fmla="*/ 532924 h 866775"/>
              <a:gd name="connsiteX63" fmla="*/ 904399 w 3171825"/>
              <a:gd name="connsiteY63" fmla="*/ 810101 h 866775"/>
              <a:gd name="connsiteX64" fmla="*/ 882491 w 3171825"/>
              <a:gd name="connsiteY64" fmla="*/ 577691 h 866775"/>
              <a:gd name="connsiteX65" fmla="*/ 969169 w 3171825"/>
              <a:gd name="connsiteY65" fmla="*/ 267176 h 866775"/>
              <a:gd name="connsiteX66" fmla="*/ 1015841 w 3171825"/>
              <a:gd name="connsiteY66" fmla="*/ 359569 h 866775"/>
              <a:gd name="connsiteX67" fmla="*/ 1007269 w 3171825"/>
              <a:gd name="connsiteY67" fmla="*/ 440531 h 866775"/>
              <a:gd name="connsiteX68" fmla="*/ 900589 w 3171825"/>
              <a:gd name="connsiteY68" fmla="*/ 545306 h 866775"/>
              <a:gd name="connsiteX69" fmla="*/ 941546 w 3171825"/>
              <a:gd name="connsiteY69" fmla="*/ 577691 h 866775"/>
              <a:gd name="connsiteX70" fmla="*/ 1072039 w 3171825"/>
              <a:gd name="connsiteY70" fmla="*/ 449104 h 866775"/>
              <a:gd name="connsiteX71" fmla="*/ 1150144 w 3171825"/>
              <a:gd name="connsiteY71" fmla="*/ 390049 h 866775"/>
              <a:gd name="connsiteX72" fmla="*/ 1149191 w 3171825"/>
              <a:gd name="connsiteY72" fmla="*/ 415766 h 866775"/>
              <a:gd name="connsiteX73" fmla="*/ 1244441 w 3171825"/>
              <a:gd name="connsiteY73" fmla="*/ 550069 h 866775"/>
              <a:gd name="connsiteX74" fmla="*/ 1349216 w 3171825"/>
              <a:gd name="connsiteY74" fmla="*/ 469106 h 866775"/>
              <a:gd name="connsiteX75" fmla="*/ 1352074 w 3171825"/>
              <a:gd name="connsiteY75" fmla="*/ 547211 h 866775"/>
              <a:gd name="connsiteX76" fmla="*/ 1155859 w 3171825"/>
              <a:gd name="connsiteY76" fmla="*/ 754856 h 866775"/>
              <a:gd name="connsiteX77" fmla="*/ 1259681 w 3171825"/>
              <a:gd name="connsiteY77" fmla="*/ 864394 h 866775"/>
              <a:gd name="connsiteX78" fmla="*/ 1419701 w 3171825"/>
              <a:gd name="connsiteY78" fmla="*/ 569119 h 866775"/>
              <a:gd name="connsiteX79" fmla="*/ 1529239 w 3171825"/>
              <a:gd name="connsiteY79" fmla="*/ 518636 h 866775"/>
              <a:gd name="connsiteX80" fmla="*/ 1640681 w 3171825"/>
              <a:gd name="connsiteY80" fmla="*/ 576739 h 866775"/>
              <a:gd name="connsiteX81" fmla="*/ 1813084 w 3171825"/>
              <a:gd name="connsiteY81" fmla="*/ 459581 h 866775"/>
              <a:gd name="connsiteX82" fmla="*/ 1868329 w 3171825"/>
              <a:gd name="connsiteY82" fmla="*/ 576739 h 866775"/>
              <a:gd name="connsiteX83" fmla="*/ 1980724 w 3171825"/>
              <a:gd name="connsiteY83" fmla="*/ 273844 h 866775"/>
              <a:gd name="connsiteX84" fmla="*/ 2074069 w 3171825"/>
              <a:gd name="connsiteY84" fmla="*/ 601504 h 866775"/>
              <a:gd name="connsiteX85" fmla="*/ 2198846 w 3171825"/>
              <a:gd name="connsiteY85" fmla="*/ 312896 h 866775"/>
              <a:gd name="connsiteX86" fmla="*/ 2307432 w 3171825"/>
              <a:gd name="connsiteY86" fmla="*/ 576739 h 866775"/>
              <a:gd name="connsiteX87" fmla="*/ 2412207 w 3171825"/>
              <a:gd name="connsiteY87" fmla="*/ 428149 h 866775"/>
              <a:gd name="connsiteX88" fmla="*/ 2521744 w 3171825"/>
              <a:gd name="connsiteY88" fmla="*/ 576739 h 866775"/>
              <a:gd name="connsiteX89" fmla="*/ 2618899 w 3171825"/>
              <a:gd name="connsiteY89" fmla="*/ 486251 h 866775"/>
              <a:gd name="connsiteX90" fmla="*/ 2670334 w 3171825"/>
              <a:gd name="connsiteY90" fmla="*/ 576739 h 866775"/>
              <a:gd name="connsiteX91" fmla="*/ 2803684 w 3171825"/>
              <a:gd name="connsiteY91" fmla="*/ 274796 h 866775"/>
              <a:gd name="connsiteX92" fmla="*/ 2947511 w 3171825"/>
              <a:gd name="connsiteY92" fmla="*/ 576739 h 866775"/>
              <a:gd name="connsiteX93" fmla="*/ 3040857 w 3171825"/>
              <a:gd name="connsiteY93" fmla="*/ 474821 h 866775"/>
              <a:gd name="connsiteX94" fmla="*/ 3121819 w 3171825"/>
              <a:gd name="connsiteY94" fmla="*/ 576739 h 866775"/>
              <a:gd name="connsiteX95" fmla="*/ 3169444 w 3171825"/>
              <a:gd name="connsiteY95" fmla="*/ 550069 h 866775"/>
              <a:gd name="connsiteX96" fmla="*/ 3092291 w 3171825"/>
              <a:gd name="connsiteY96" fmla="*/ 287179 h 866775"/>
              <a:gd name="connsiteX97" fmla="*/ 1267301 w 3171825"/>
              <a:gd name="connsiteY97" fmla="*/ 806291 h 866775"/>
              <a:gd name="connsiteX98" fmla="*/ 1226344 w 3171825"/>
              <a:gd name="connsiteY98" fmla="*/ 751999 h 866775"/>
              <a:gd name="connsiteX99" fmla="*/ 1353026 w 3171825"/>
              <a:gd name="connsiteY99" fmla="*/ 597694 h 866775"/>
              <a:gd name="connsiteX100" fmla="*/ 1267301 w 3171825"/>
              <a:gd name="connsiteY100" fmla="*/ 806291 h 866775"/>
              <a:gd name="connsiteX101" fmla="*/ 1614964 w 3171825"/>
              <a:gd name="connsiteY101" fmla="*/ 257651 h 866775"/>
              <a:gd name="connsiteX102" fmla="*/ 1653064 w 3171825"/>
              <a:gd name="connsiteY102" fmla="*/ 315754 h 866775"/>
              <a:gd name="connsiteX103" fmla="*/ 1569244 w 3171825"/>
              <a:gd name="connsiteY103" fmla="*/ 438626 h 866775"/>
              <a:gd name="connsiteX104" fmla="*/ 1614964 w 3171825"/>
              <a:gd name="connsiteY104" fmla="*/ 257651 h 866775"/>
            </a:gdLst>
            <a:ahLst/>
            <a:cxnLst/>
            <a:rect l="l" t="t" r="r" b="b"/>
            <a:pathLst>
              <a:path w="3171825" h="866775">
                <a:moveTo>
                  <a:pt x="3092291" y="287179"/>
                </a:moveTo>
                <a:cubicBezTo>
                  <a:pt x="3092291" y="241459"/>
                  <a:pt x="3089434" y="211931"/>
                  <a:pt x="3059907" y="211931"/>
                </a:cubicBezTo>
                <a:cubicBezTo>
                  <a:pt x="3046571" y="211931"/>
                  <a:pt x="3039904" y="214789"/>
                  <a:pt x="3027521" y="218599"/>
                </a:cubicBezTo>
                <a:cubicBezTo>
                  <a:pt x="3037999" y="371951"/>
                  <a:pt x="3003709" y="507206"/>
                  <a:pt x="2960846" y="507206"/>
                </a:cubicBezTo>
                <a:cubicBezTo>
                  <a:pt x="2905601" y="507206"/>
                  <a:pt x="2933224" y="178594"/>
                  <a:pt x="2816066" y="178594"/>
                </a:cubicBezTo>
                <a:cubicBezTo>
                  <a:pt x="2707482" y="178594"/>
                  <a:pt x="2692241" y="440531"/>
                  <a:pt x="2679859" y="440531"/>
                </a:cubicBezTo>
                <a:cubicBezTo>
                  <a:pt x="2671286" y="440531"/>
                  <a:pt x="2670334" y="371951"/>
                  <a:pt x="2670334" y="319564"/>
                </a:cubicBezTo>
                <a:cubicBezTo>
                  <a:pt x="2675096" y="294799"/>
                  <a:pt x="2677001" y="271939"/>
                  <a:pt x="2677001" y="254794"/>
                </a:cubicBezTo>
                <a:cubicBezTo>
                  <a:pt x="2677001" y="230029"/>
                  <a:pt x="2667476" y="188119"/>
                  <a:pt x="2611279" y="209074"/>
                </a:cubicBezTo>
                <a:cubicBezTo>
                  <a:pt x="2613184" y="396716"/>
                  <a:pt x="2576036" y="510064"/>
                  <a:pt x="2533174" y="510064"/>
                </a:cubicBezTo>
                <a:cubicBezTo>
                  <a:pt x="2471261" y="510064"/>
                  <a:pt x="2470309" y="340519"/>
                  <a:pt x="2470309" y="292894"/>
                </a:cubicBezTo>
                <a:cubicBezTo>
                  <a:pt x="2470309" y="247174"/>
                  <a:pt x="2473166" y="186214"/>
                  <a:pt x="2405539" y="208121"/>
                </a:cubicBezTo>
                <a:cubicBezTo>
                  <a:pt x="2395061" y="371951"/>
                  <a:pt x="2352199" y="494824"/>
                  <a:pt x="2325529" y="494824"/>
                </a:cubicBezTo>
                <a:cubicBezTo>
                  <a:pt x="2285524" y="494824"/>
                  <a:pt x="2293144" y="211931"/>
                  <a:pt x="2206466" y="211931"/>
                </a:cubicBezTo>
                <a:cubicBezTo>
                  <a:pt x="2128361" y="211931"/>
                  <a:pt x="2103596" y="479584"/>
                  <a:pt x="2087404" y="479584"/>
                </a:cubicBezTo>
                <a:cubicBezTo>
                  <a:pt x="2057876" y="479584"/>
                  <a:pt x="2096929" y="178594"/>
                  <a:pt x="1983581" y="178594"/>
                </a:cubicBezTo>
                <a:cubicBezTo>
                  <a:pt x="1924526" y="178594"/>
                  <a:pt x="1900714" y="279559"/>
                  <a:pt x="1877854" y="391954"/>
                </a:cubicBezTo>
                <a:cubicBezTo>
                  <a:pt x="1873091" y="413861"/>
                  <a:pt x="1868329" y="414814"/>
                  <a:pt x="1867376" y="390049"/>
                </a:cubicBezTo>
                <a:cubicBezTo>
                  <a:pt x="1866424" y="370046"/>
                  <a:pt x="1866424" y="347186"/>
                  <a:pt x="1866424" y="327184"/>
                </a:cubicBezTo>
                <a:cubicBezTo>
                  <a:pt x="1894999" y="213836"/>
                  <a:pt x="1859756" y="171926"/>
                  <a:pt x="1807369" y="202406"/>
                </a:cubicBezTo>
                <a:cubicBezTo>
                  <a:pt x="1824514" y="411004"/>
                  <a:pt x="1728311" y="512921"/>
                  <a:pt x="1654969" y="512921"/>
                </a:cubicBezTo>
                <a:cubicBezTo>
                  <a:pt x="1628299" y="512921"/>
                  <a:pt x="1607344" y="501491"/>
                  <a:pt x="1592104" y="483394"/>
                </a:cubicBezTo>
                <a:cubicBezTo>
                  <a:pt x="1680686" y="429101"/>
                  <a:pt x="1719739" y="367189"/>
                  <a:pt x="1719739" y="306229"/>
                </a:cubicBezTo>
                <a:cubicBezTo>
                  <a:pt x="1719739" y="240506"/>
                  <a:pt x="1681639" y="202406"/>
                  <a:pt x="1619726" y="202406"/>
                </a:cubicBezTo>
                <a:cubicBezTo>
                  <a:pt x="1532096" y="202406"/>
                  <a:pt x="1483519" y="292894"/>
                  <a:pt x="1483519" y="369094"/>
                </a:cubicBezTo>
                <a:cubicBezTo>
                  <a:pt x="1483519" y="410051"/>
                  <a:pt x="1491139" y="445294"/>
                  <a:pt x="1503521" y="473869"/>
                </a:cubicBezTo>
                <a:cubicBezTo>
                  <a:pt x="1473041" y="488156"/>
                  <a:pt x="1445419" y="500539"/>
                  <a:pt x="1418749" y="512921"/>
                </a:cubicBezTo>
                <a:cubicBezTo>
                  <a:pt x="1416844" y="433864"/>
                  <a:pt x="1407319" y="350996"/>
                  <a:pt x="1400651" y="274796"/>
                </a:cubicBezTo>
                <a:cubicBezTo>
                  <a:pt x="1353979" y="262414"/>
                  <a:pt x="1340644" y="284321"/>
                  <a:pt x="1336834" y="326231"/>
                </a:cubicBezTo>
                <a:cubicBezTo>
                  <a:pt x="1328261" y="420529"/>
                  <a:pt x="1293971" y="479584"/>
                  <a:pt x="1262539" y="479584"/>
                </a:cubicBezTo>
                <a:cubicBezTo>
                  <a:pt x="1239679" y="479584"/>
                  <a:pt x="1225391" y="451009"/>
                  <a:pt x="1223486" y="421481"/>
                </a:cubicBezTo>
                <a:cubicBezTo>
                  <a:pt x="1214914" y="270034"/>
                  <a:pt x="1337786" y="228124"/>
                  <a:pt x="1402556" y="250031"/>
                </a:cubicBezTo>
                <a:cubicBezTo>
                  <a:pt x="1415891" y="216694"/>
                  <a:pt x="1401604" y="192881"/>
                  <a:pt x="1343501" y="192881"/>
                </a:cubicBezTo>
                <a:cubicBezTo>
                  <a:pt x="1273016" y="192881"/>
                  <a:pt x="1220629" y="235744"/>
                  <a:pt x="1181576" y="290989"/>
                </a:cubicBezTo>
                <a:cubicBezTo>
                  <a:pt x="1155859" y="327184"/>
                  <a:pt x="1126331" y="353854"/>
                  <a:pt x="1086326" y="385286"/>
                </a:cubicBezTo>
                <a:cubicBezTo>
                  <a:pt x="1087279" y="375761"/>
                  <a:pt x="1088231" y="367189"/>
                  <a:pt x="1088231" y="358616"/>
                </a:cubicBezTo>
                <a:cubicBezTo>
                  <a:pt x="1088231" y="251936"/>
                  <a:pt x="1030129" y="204311"/>
                  <a:pt x="974884" y="204311"/>
                </a:cubicBezTo>
                <a:cubicBezTo>
                  <a:pt x="929164" y="204311"/>
                  <a:pt x="900589" y="231934"/>
                  <a:pt x="883444" y="273844"/>
                </a:cubicBezTo>
                <a:cubicBezTo>
                  <a:pt x="879634" y="231934"/>
                  <a:pt x="871061" y="213836"/>
                  <a:pt x="846296" y="213836"/>
                </a:cubicBezTo>
                <a:cubicBezTo>
                  <a:pt x="835819" y="213836"/>
                  <a:pt x="821531" y="216694"/>
                  <a:pt x="805339" y="224314"/>
                </a:cubicBezTo>
                <a:cubicBezTo>
                  <a:pt x="812959" y="248126"/>
                  <a:pt x="814864" y="300514"/>
                  <a:pt x="814864" y="334804"/>
                </a:cubicBezTo>
                <a:cubicBezTo>
                  <a:pt x="814864" y="463391"/>
                  <a:pt x="777716" y="520541"/>
                  <a:pt x="742474" y="520541"/>
                </a:cubicBezTo>
                <a:cubicBezTo>
                  <a:pt x="701516" y="520541"/>
                  <a:pt x="695801" y="368141"/>
                  <a:pt x="691991" y="309086"/>
                </a:cubicBezTo>
                <a:cubicBezTo>
                  <a:pt x="687229" y="307181"/>
                  <a:pt x="681514" y="305276"/>
                  <a:pt x="671989" y="305276"/>
                </a:cubicBezTo>
                <a:cubicBezTo>
                  <a:pt x="635794" y="305276"/>
                  <a:pt x="631031" y="354806"/>
                  <a:pt x="621506" y="399574"/>
                </a:cubicBezTo>
                <a:cubicBezTo>
                  <a:pt x="611029" y="450056"/>
                  <a:pt x="582454" y="512921"/>
                  <a:pt x="539591" y="512921"/>
                </a:cubicBezTo>
                <a:cubicBezTo>
                  <a:pt x="513874" y="512921"/>
                  <a:pt x="497681" y="488156"/>
                  <a:pt x="495776" y="443389"/>
                </a:cubicBezTo>
                <a:cubicBezTo>
                  <a:pt x="491966" y="352901"/>
                  <a:pt x="567214" y="245269"/>
                  <a:pt x="685324" y="278606"/>
                </a:cubicBezTo>
                <a:cubicBezTo>
                  <a:pt x="700564" y="242411"/>
                  <a:pt x="676751" y="214789"/>
                  <a:pt x="627221" y="214789"/>
                </a:cubicBezTo>
                <a:cubicBezTo>
                  <a:pt x="540544" y="214789"/>
                  <a:pt x="469106" y="279559"/>
                  <a:pt x="437674" y="355759"/>
                </a:cubicBezTo>
                <a:cubicBezTo>
                  <a:pt x="406241" y="426244"/>
                  <a:pt x="350996" y="529114"/>
                  <a:pt x="237649" y="529114"/>
                </a:cubicBezTo>
                <a:cubicBezTo>
                  <a:pt x="157639" y="529114"/>
                  <a:pt x="97631" y="459581"/>
                  <a:pt x="97631" y="313849"/>
                </a:cubicBezTo>
                <a:cubicBezTo>
                  <a:pt x="97631" y="188119"/>
                  <a:pt x="176689" y="69056"/>
                  <a:pt x="261461" y="69056"/>
                </a:cubicBezTo>
                <a:cubicBezTo>
                  <a:pt x="320516" y="69056"/>
                  <a:pt x="333851" y="127159"/>
                  <a:pt x="329089" y="181451"/>
                </a:cubicBezTo>
                <a:cubicBezTo>
                  <a:pt x="359569" y="206216"/>
                  <a:pt x="410051" y="183356"/>
                  <a:pt x="410051" y="121444"/>
                </a:cubicBezTo>
                <a:cubicBezTo>
                  <a:pt x="410051" y="79534"/>
                  <a:pt x="375761" y="7144"/>
                  <a:pt x="265271" y="7144"/>
                </a:cubicBezTo>
                <a:cubicBezTo>
                  <a:pt x="128111" y="7144"/>
                  <a:pt x="7144" y="144304"/>
                  <a:pt x="7144" y="324326"/>
                </a:cubicBezTo>
                <a:cubicBezTo>
                  <a:pt x="7144" y="498634"/>
                  <a:pt x="95726" y="601504"/>
                  <a:pt x="220504" y="601504"/>
                </a:cubicBezTo>
                <a:cubicBezTo>
                  <a:pt x="299561" y="601504"/>
                  <a:pt x="373856" y="556736"/>
                  <a:pt x="425291" y="472916"/>
                </a:cubicBezTo>
                <a:cubicBezTo>
                  <a:pt x="438626" y="545306"/>
                  <a:pt x="488156" y="576739"/>
                  <a:pt x="525304" y="576739"/>
                </a:cubicBezTo>
                <a:cubicBezTo>
                  <a:pt x="585311" y="576739"/>
                  <a:pt x="624364" y="537686"/>
                  <a:pt x="646271" y="485299"/>
                </a:cubicBezTo>
                <a:cubicBezTo>
                  <a:pt x="659606" y="537686"/>
                  <a:pt x="688181" y="576739"/>
                  <a:pt x="734854" y="576739"/>
                </a:cubicBezTo>
                <a:cubicBezTo>
                  <a:pt x="768191" y="576739"/>
                  <a:pt x="793909" y="559594"/>
                  <a:pt x="812959" y="532924"/>
                </a:cubicBezTo>
                <a:cubicBezTo>
                  <a:pt x="805339" y="716756"/>
                  <a:pt x="795814" y="832961"/>
                  <a:pt x="904399" y="810101"/>
                </a:cubicBezTo>
                <a:cubicBezTo>
                  <a:pt x="887254" y="757714"/>
                  <a:pt x="882491" y="663416"/>
                  <a:pt x="882491" y="577691"/>
                </a:cubicBezTo>
                <a:cubicBezTo>
                  <a:pt x="882491" y="344329"/>
                  <a:pt x="920591" y="267176"/>
                  <a:pt x="969169" y="267176"/>
                </a:cubicBezTo>
                <a:cubicBezTo>
                  <a:pt x="1004411" y="267176"/>
                  <a:pt x="1015841" y="311944"/>
                  <a:pt x="1015841" y="359569"/>
                </a:cubicBezTo>
                <a:cubicBezTo>
                  <a:pt x="1015841" y="385286"/>
                  <a:pt x="1012984" y="413861"/>
                  <a:pt x="1007269" y="440531"/>
                </a:cubicBezTo>
                <a:cubicBezTo>
                  <a:pt x="948214" y="477679"/>
                  <a:pt x="900589" y="507206"/>
                  <a:pt x="900589" y="545306"/>
                </a:cubicBezTo>
                <a:cubicBezTo>
                  <a:pt x="900589" y="574834"/>
                  <a:pt x="922496" y="577691"/>
                  <a:pt x="941546" y="577691"/>
                </a:cubicBezTo>
                <a:cubicBezTo>
                  <a:pt x="987266" y="577691"/>
                  <a:pt x="1041559" y="532924"/>
                  <a:pt x="1072039" y="449104"/>
                </a:cubicBezTo>
                <a:cubicBezTo>
                  <a:pt x="1098709" y="432911"/>
                  <a:pt x="1125379" y="414814"/>
                  <a:pt x="1150144" y="390049"/>
                </a:cubicBezTo>
                <a:cubicBezTo>
                  <a:pt x="1149191" y="398621"/>
                  <a:pt x="1149191" y="407194"/>
                  <a:pt x="1149191" y="415766"/>
                </a:cubicBezTo>
                <a:cubicBezTo>
                  <a:pt x="1149191" y="499586"/>
                  <a:pt x="1185386" y="550069"/>
                  <a:pt x="1244441" y="550069"/>
                </a:cubicBezTo>
                <a:cubicBezTo>
                  <a:pt x="1290161" y="550069"/>
                  <a:pt x="1324451" y="517684"/>
                  <a:pt x="1349216" y="469106"/>
                </a:cubicBezTo>
                <a:cubicBezTo>
                  <a:pt x="1351121" y="496729"/>
                  <a:pt x="1352074" y="523399"/>
                  <a:pt x="1352074" y="547211"/>
                </a:cubicBezTo>
                <a:cubicBezTo>
                  <a:pt x="1258729" y="590074"/>
                  <a:pt x="1155859" y="633889"/>
                  <a:pt x="1155859" y="754856"/>
                </a:cubicBezTo>
                <a:cubicBezTo>
                  <a:pt x="1155859" y="817721"/>
                  <a:pt x="1201579" y="864394"/>
                  <a:pt x="1259681" y="864394"/>
                </a:cubicBezTo>
                <a:cubicBezTo>
                  <a:pt x="1389221" y="864394"/>
                  <a:pt x="1418749" y="728186"/>
                  <a:pt x="1419701" y="569119"/>
                </a:cubicBezTo>
                <a:cubicBezTo>
                  <a:pt x="1461611" y="551021"/>
                  <a:pt x="1493044" y="536734"/>
                  <a:pt x="1529239" y="518636"/>
                </a:cubicBezTo>
                <a:cubicBezTo>
                  <a:pt x="1560671" y="557689"/>
                  <a:pt x="1602581" y="576739"/>
                  <a:pt x="1640681" y="576739"/>
                </a:cubicBezTo>
                <a:cubicBezTo>
                  <a:pt x="1714024" y="576739"/>
                  <a:pt x="1768316" y="537686"/>
                  <a:pt x="1813084" y="459581"/>
                </a:cubicBezTo>
                <a:cubicBezTo>
                  <a:pt x="1820704" y="519589"/>
                  <a:pt x="1835944" y="576739"/>
                  <a:pt x="1868329" y="576739"/>
                </a:cubicBezTo>
                <a:cubicBezTo>
                  <a:pt x="1926431" y="576739"/>
                  <a:pt x="1937861" y="273844"/>
                  <a:pt x="1980724" y="273844"/>
                </a:cubicBezTo>
                <a:cubicBezTo>
                  <a:pt x="2014061" y="273844"/>
                  <a:pt x="1986439" y="601504"/>
                  <a:pt x="2074069" y="601504"/>
                </a:cubicBezTo>
                <a:cubicBezTo>
                  <a:pt x="2148364" y="601504"/>
                  <a:pt x="2162651" y="312896"/>
                  <a:pt x="2198846" y="312896"/>
                </a:cubicBezTo>
                <a:cubicBezTo>
                  <a:pt x="2224564" y="312896"/>
                  <a:pt x="2226469" y="576739"/>
                  <a:pt x="2307432" y="576739"/>
                </a:cubicBezTo>
                <a:cubicBezTo>
                  <a:pt x="2347436" y="576739"/>
                  <a:pt x="2390299" y="529114"/>
                  <a:pt x="2412207" y="428149"/>
                </a:cubicBezTo>
                <a:cubicBezTo>
                  <a:pt x="2422684" y="494824"/>
                  <a:pt x="2456021" y="576739"/>
                  <a:pt x="2521744" y="576739"/>
                </a:cubicBezTo>
                <a:cubicBezTo>
                  <a:pt x="2559844" y="576739"/>
                  <a:pt x="2593182" y="537686"/>
                  <a:pt x="2618899" y="486251"/>
                </a:cubicBezTo>
                <a:cubicBezTo>
                  <a:pt x="2625566" y="539591"/>
                  <a:pt x="2640807" y="576739"/>
                  <a:pt x="2670334" y="576739"/>
                </a:cubicBezTo>
                <a:cubicBezTo>
                  <a:pt x="2746534" y="576739"/>
                  <a:pt x="2743676" y="274796"/>
                  <a:pt x="2803684" y="274796"/>
                </a:cubicBezTo>
                <a:cubicBezTo>
                  <a:pt x="2850357" y="274796"/>
                  <a:pt x="2836069" y="576739"/>
                  <a:pt x="2947511" y="576739"/>
                </a:cubicBezTo>
                <a:cubicBezTo>
                  <a:pt x="3000851" y="576739"/>
                  <a:pt x="3025616" y="531971"/>
                  <a:pt x="3040857" y="474821"/>
                </a:cubicBezTo>
                <a:cubicBezTo>
                  <a:pt x="3061811" y="558641"/>
                  <a:pt x="3094196" y="576739"/>
                  <a:pt x="3121819" y="576739"/>
                </a:cubicBezTo>
                <a:cubicBezTo>
                  <a:pt x="3138964" y="576739"/>
                  <a:pt x="3152299" y="571024"/>
                  <a:pt x="3169444" y="550069"/>
                </a:cubicBezTo>
                <a:cubicBezTo>
                  <a:pt x="3085624" y="511969"/>
                  <a:pt x="3092291" y="375761"/>
                  <a:pt x="3092291" y="287179"/>
                </a:cubicBezTo>
                <a:close/>
                <a:moveTo>
                  <a:pt x="1267301" y="806291"/>
                </a:moveTo>
                <a:cubicBezTo>
                  <a:pt x="1240631" y="806291"/>
                  <a:pt x="1226344" y="780574"/>
                  <a:pt x="1226344" y="751999"/>
                </a:cubicBezTo>
                <a:cubicBezTo>
                  <a:pt x="1226344" y="674846"/>
                  <a:pt x="1283494" y="632936"/>
                  <a:pt x="1353026" y="597694"/>
                </a:cubicBezTo>
                <a:cubicBezTo>
                  <a:pt x="1349216" y="768191"/>
                  <a:pt x="1310164" y="806291"/>
                  <a:pt x="1267301" y="806291"/>
                </a:cubicBezTo>
                <a:close/>
                <a:moveTo>
                  <a:pt x="1614964" y="257651"/>
                </a:moveTo>
                <a:cubicBezTo>
                  <a:pt x="1640681" y="257651"/>
                  <a:pt x="1655921" y="281464"/>
                  <a:pt x="1653064" y="315754"/>
                </a:cubicBezTo>
                <a:cubicBezTo>
                  <a:pt x="1650206" y="355759"/>
                  <a:pt x="1620679" y="402431"/>
                  <a:pt x="1569244" y="438626"/>
                </a:cubicBezTo>
                <a:cubicBezTo>
                  <a:pt x="1543526" y="362426"/>
                  <a:pt x="1563529" y="257651"/>
                  <a:pt x="1614964" y="257651"/>
                </a:cubicBezTo>
                <a:close/>
              </a:path>
            </a:pathLst>
          </a:custGeom>
          <a:solidFill>
            <a:srgbClr val="0072A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2" name="Freeform: Shape 4">
            <a:extLst>
              <a:ext uri="{FF2B5EF4-FFF2-40B4-BE49-F238E27FC236}">
                <a16:creationId xmlns:a16="http://schemas.microsoft.com/office/drawing/2014/main" id="{BCC79B1A-4DEF-2D28-22B2-7BFA7646E1A5}"/>
              </a:ext>
            </a:extLst>
          </p:cNvPr>
          <p:cNvSpPr>
            <a:spLocks noGrp="1"/>
          </p:cNvSpPr>
          <p:nvPr/>
        </p:nvSpPr>
        <p:spPr>
          <a:xfrm>
            <a:off x="1588513" y="6047292"/>
            <a:ext cx="45647" cy="50212"/>
          </a:xfrm>
          <a:custGeom>
            <a:avLst/>
            <a:gdLst>
              <a:gd name="connsiteX0" fmla="*/ 51942 w 95250"/>
              <a:gd name="connsiteY0" fmla="*/ 99569 h 104775"/>
              <a:gd name="connsiteX1" fmla="*/ 93853 w 95250"/>
              <a:gd name="connsiteY1" fmla="*/ 51944 h 104775"/>
              <a:gd name="connsiteX2" fmla="*/ 51942 w 95250"/>
              <a:gd name="connsiteY2" fmla="*/ 7176 h 104775"/>
              <a:gd name="connsiteX3" fmla="*/ 7175 w 95250"/>
              <a:gd name="connsiteY3" fmla="*/ 54801 h 104775"/>
              <a:gd name="connsiteX4" fmla="*/ 51942 w 95250"/>
              <a:gd name="connsiteY4" fmla="*/ 99569 h 104775"/>
            </a:gdLst>
            <a:ahLst/>
            <a:cxnLst/>
            <a:rect l="l" t="t" r="r" b="b"/>
            <a:pathLst>
              <a:path w="95250" h="104775">
                <a:moveTo>
                  <a:pt x="51942" y="99569"/>
                </a:moveTo>
                <a:cubicBezTo>
                  <a:pt x="76707" y="98616"/>
                  <a:pt x="93853" y="77661"/>
                  <a:pt x="93853" y="51944"/>
                </a:cubicBezTo>
                <a:cubicBezTo>
                  <a:pt x="93853" y="26226"/>
                  <a:pt x="76707" y="6224"/>
                  <a:pt x="51942" y="7176"/>
                </a:cubicBezTo>
                <a:cubicBezTo>
                  <a:pt x="27178" y="8129"/>
                  <a:pt x="7175" y="29084"/>
                  <a:pt x="7175" y="54801"/>
                </a:cubicBezTo>
                <a:cubicBezTo>
                  <a:pt x="6222" y="80519"/>
                  <a:pt x="27178" y="100521"/>
                  <a:pt x="51942" y="99569"/>
                </a:cubicBezTo>
                <a:close/>
              </a:path>
            </a:pathLst>
          </a:custGeom>
          <a:solidFill>
            <a:srgbClr val="0072A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3" name="Freeform: Shape 14">
            <a:extLst>
              <a:ext uri="{FF2B5EF4-FFF2-40B4-BE49-F238E27FC236}">
                <a16:creationId xmlns:a16="http://schemas.microsoft.com/office/drawing/2014/main" id="{95610CD6-85BD-3AFA-95C6-25178AB66F0D}"/>
              </a:ext>
            </a:extLst>
          </p:cNvPr>
          <p:cNvSpPr>
            <a:spLocks noGrp="1"/>
          </p:cNvSpPr>
          <p:nvPr/>
        </p:nvSpPr>
        <p:spPr>
          <a:xfrm>
            <a:off x="1886149" y="6055964"/>
            <a:ext cx="45647" cy="45647"/>
          </a:xfrm>
          <a:custGeom>
            <a:avLst/>
            <a:gdLst>
              <a:gd name="connsiteX0" fmla="*/ 48101 w 95250"/>
              <a:gd name="connsiteY0" fmla="*/ 94808 h 95250"/>
              <a:gd name="connsiteX1" fmla="*/ 89059 w 95250"/>
              <a:gd name="connsiteY1" fmla="*/ 49088 h 95250"/>
              <a:gd name="connsiteX2" fmla="*/ 48101 w 95250"/>
              <a:gd name="connsiteY2" fmla="*/ 7178 h 95250"/>
              <a:gd name="connsiteX3" fmla="*/ 7144 w 95250"/>
              <a:gd name="connsiteY3" fmla="*/ 52898 h 95250"/>
              <a:gd name="connsiteX4" fmla="*/ 48101 w 95250"/>
              <a:gd name="connsiteY4" fmla="*/ 94808 h 95250"/>
            </a:gdLst>
            <a:ahLst/>
            <a:cxnLst/>
            <a:rect l="l" t="t" r="r" b="b"/>
            <a:pathLst>
              <a:path w="95250" h="95250">
                <a:moveTo>
                  <a:pt x="48101" y="94808"/>
                </a:moveTo>
                <a:cubicBezTo>
                  <a:pt x="70961" y="93856"/>
                  <a:pt x="89059" y="73853"/>
                  <a:pt x="89059" y="49088"/>
                </a:cubicBezTo>
                <a:cubicBezTo>
                  <a:pt x="89059" y="25275"/>
                  <a:pt x="70961" y="6225"/>
                  <a:pt x="48101" y="7178"/>
                </a:cubicBezTo>
                <a:cubicBezTo>
                  <a:pt x="25241" y="8131"/>
                  <a:pt x="7144" y="28133"/>
                  <a:pt x="7144" y="52898"/>
                </a:cubicBezTo>
                <a:cubicBezTo>
                  <a:pt x="8096" y="76711"/>
                  <a:pt x="26194" y="95761"/>
                  <a:pt x="48101" y="94808"/>
                </a:cubicBezTo>
                <a:close/>
              </a:path>
            </a:pathLst>
          </a:custGeom>
          <a:solidFill>
            <a:srgbClr val="0072A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4" name="Freeform: Shape 20">
            <a:extLst>
              <a:ext uri="{FF2B5EF4-FFF2-40B4-BE49-F238E27FC236}">
                <a16:creationId xmlns:a16="http://schemas.microsoft.com/office/drawing/2014/main" id="{DE7326A8-CE97-C71F-CFF8-B35813A22238}"/>
              </a:ext>
            </a:extLst>
          </p:cNvPr>
          <p:cNvSpPr>
            <a:spLocks noGrp="1"/>
          </p:cNvSpPr>
          <p:nvPr/>
        </p:nvSpPr>
        <p:spPr>
          <a:xfrm>
            <a:off x="1982010" y="6021288"/>
            <a:ext cx="333225" cy="278449"/>
          </a:xfrm>
          <a:custGeom>
            <a:avLst/>
            <a:gdLst>
              <a:gd name="connsiteX0" fmla="*/ 689134 w 695325"/>
              <a:gd name="connsiteY0" fmla="*/ 368141 h 581025"/>
              <a:gd name="connsiteX1" fmla="*/ 571024 w 695325"/>
              <a:gd name="connsiteY1" fmla="*/ 127159 h 581025"/>
              <a:gd name="connsiteX2" fmla="*/ 388144 w 695325"/>
              <a:gd name="connsiteY2" fmla="*/ 13811 h 581025"/>
              <a:gd name="connsiteX3" fmla="*/ 371951 w 695325"/>
              <a:gd name="connsiteY3" fmla="*/ 7144 h 581025"/>
              <a:gd name="connsiteX4" fmla="*/ 371951 w 695325"/>
              <a:gd name="connsiteY4" fmla="*/ 7144 h 581025"/>
              <a:gd name="connsiteX5" fmla="*/ 371951 w 695325"/>
              <a:gd name="connsiteY5" fmla="*/ 7144 h 581025"/>
              <a:gd name="connsiteX6" fmla="*/ 7144 w 695325"/>
              <a:gd name="connsiteY6" fmla="*/ 383381 h 581025"/>
              <a:gd name="connsiteX7" fmla="*/ 132874 w 695325"/>
              <a:gd name="connsiteY7" fmla="*/ 569119 h 581025"/>
              <a:gd name="connsiteX8" fmla="*/ 262414 w 695325"/>
              <a:gd name="connsiteY8" fmla="*/ 571976 h 581025"/>
              <a:gd name="connsiteX9" fmla="*/ 358616 w 695325"/>
              <a:gd name="connsiteY9" fmla="*/ 506254 h 581025"/>
              <a:gd name="connsiteX10" fmla="*/ 577692 w 695325"/>
              <a:gd name="connsiteY10" fmla="*/ 271939 h 581025"/>
              <a:gd name="connsiteX11" fmla="*/ 690086 w 695325"/>
              <a:gd name="connsiteY11" fmla="*/ 374809 h 581025"/>
              <a:gd name="connsiteX12" fmla="*/ 689134 w 695325"/>
              <a:gd name="connsiteY12" fmla="*/ 368141 h 581025"/>
            </a:gdLst>
            <a:ahLst/>
            <a:cxnLst/>
            <a:rect l="l" t="t" r="r" b="b"/>
            <a:pathLst>
              <a:path w="695325" h="581025">
                <a:moveTo>
                  <a:pt x="689134" y="368141"/>
                </a:moveTo>
                <a:cubicBezTo>
                  <a:pt x="687229" y="271939"/>
                  <a:pt x="641509" y="191929"/>
                  <a:pt x="571024" y="127159"/>
                </a:cubicBezTo>
                <a:cubicBezTo>
                  <a:pt x="517684" y="78581"/>
                  <a:pt x="453866" y="41434"/>
                  <a:pt x="388144" y="13811"/>
                </a:cubicBezTo>
                <a:cubicBezTo>
                  <a:pt x="382429" y="11906"/>
                  <a:pt x="377666" y="9049"/>
                  <a:pt x="371951" y="7144"/>
                </a:cubicBezTo>
                <a:lnTo>
                  <a:pt x="371951" y="7144"/>
                </a:lnTo>
                <a:cubicBezTo>
                  <a:pt x="371951" y="7144"/>
                  <a:pt x="371951" y="7144"/>
                  <a:pt x="371951" y="7144"/>
                </a:cubicBezTo>
                <a:cubicBezTo>
                  <a:pt x="290036" y="105251"/>
                  <a:pt x="7144" y="178594"/>
                  <a:pt x="7144" y="383381"/>
                </a:cubicBezTo>
                <a:cubicBezTo>
                  <a:pt x="7144" y="463391"/>
                  <a:pt x="57626" y="538639"/>
                  <a:pt x="132874" y="569119"/>
                </a:cubicBezTo>
                <a:cubicBezTo>
                  <a:pt x="175736" y="585311"/>
                  <a:pt x="219551" y="586264"/>
                  <a:pt x="262414" y="571976"/>
                </a:cubicBezTo>
                <a:cubicBezTo>
                  <a:pt x="300514" y="559594"/>
                  <a:pt x="332899" y="535781"/>
                  <a:pt x="358616" y="506254"/>
                </a:cubicBezTo>
                <a:cubicBezTo>
                  <a:pt x="441484" y="413861"/>
                  <a:pt x="475774" y="271939"/>
                  <a:pt x="577692" y="271939"/>
                </a:cubicBezTo>
                <a:cubicBezTo>
                  <a:pt x="671036" y="271939"/>
                  <a:pt x="683419" y="338614"/>
                  <a:pt x="690086" y="374809"/>
                </a:cubicBezTo>
                <a:cubicBezTo>
                  <a:pt x="689134" y="373856"/>
                  <a:pt x="689134" y="371951"/>
                  <a:pt x="689134" y="368141"/>
                </a:cubicBezTo>
                <a:close/>
              </a:path>
            </a:pathLst>
          </a:custGeom>
          <a:solidFill>
            <a:srgbClr val="0072A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se slide 3c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EA84EC-0E0C-41F6-8286-BC5A87DC6C7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Click to edit master title Style</a:t>
            </a:r>
          </a:p>
        </p:txBody>
      </p:sp>
      <p:sp>
        <p:nvSpPr>
          <p:cNvPr id="3" name="Freeform: Shape 4">
            <a:extLst>
              <a:ext uri="{FF2B5EF4-FFF2-40B4-BE49-F238E27FC236}">
                <a16:creationId xmlns:a16="http://schemas.microsoft.com/office/drawing/2014/main" id="{FC0E4D70-5998-8125-42E2-E0EE77A84AC4}"/>
              </a:ext>
            </a:extLst>
          </p:cNvPr>
          <p:cNvSpPr>
            <a:spLocks noGrp="1"/>
          </p:cNvSpPr>
          <p:nvPr/>
        </p:nvSpPr>
        <p:spPr>
          <a:xfrm>
            <a:off x="443568" y="6026765"/>
            <a:ext cx="1520058" cy="415392"/>
          </a:xfrm>
          <a:custGeom>
            <a:avLst/>
            <a:gdLst>
              <a:gd name="connsiteX0" fmla="*/ 3092291 w 3171825"/>
              <a:gd name="connsiteY0" fmla="*/ 287179 h 866775"/>
              <a:gd name="connsiteX1" fmla="*/ 3059907 w 3171825"/>
              <a:gd name="connsiteY1" fmla="*/ 211931 h 866775"/>
              <a:gd name="connsiteX2" fmla="*/ 3027521 w 3171825"/>
              <a:gd name="connsiteY2" fmla="*/ 218599 h 866775"/>
              <a:gd name="connsiteX3" fmla="*/ 2960846 w 3171825"/>
              <a:gd name="connsiteY3" fmla="*/ 507206 h 866775"/>
              <a:gd name="connsiteX4" fmla="*/ 2816066 w 3171825"/>
              <a:gd name="connsiteY4" fmla="*/ 178594 h 866775"/>
              <a:gd name="connsiteX5" fmla="*/ 2679859 w 3171825"/>
              <a:gd name="connsiteY5" fmla="*/ 440531 h 866775"/>
              <a:gd name="connsiteX6" fmla="*/ 2670334 w 3171825"/>
              <a:gd name="connsiteY6" fmla="*/ 319564 h 866775"/>
              <a:gd name="connsiteX7" fmla="*/ 2677001 w 3171825"/>
              <a:gd name="connsiteY7" fmla="*/ 254794 h 866775"/>
              <a:gd name="connsiteX8" fmla="*/ 2611279 w 3171825"/>
              <a:gd name="connsiteY8" fmla="*/ 209074 h 866775"/>
              <a:gd name="connsiteX9" fmla="*/ 2533174 w 3171825"/>
              <a:gd name="connsiteY9" fmla="*/ 510064 h 866775"/>
              <a:gd name="connsiteX10" fmla="*/ 2470309 w 3171825"/>
              <a:gd name="connsiteY10" fmla="*/ 292894 h 866775"/>
              <a:gd name="connsiteX11" fmla="*/ 2405539 w 3171825"/>
              <a:gd name="connsiteY11" fmla="*/ 208121 h 866775"/>
              <a:gd name="connsiteX12" fmla="*/ 2325529 w 3171825"/>
              <a:gd name="connsiteY12" fmla="*/ 494824 h 866775"/>
              <a:gd name="connsiteX13" fmla="*/ 2206466 w 3171825"/>
              <a:gd name="connsiteY13" fmla="*/ 211931 h 866775"/>
              <a:gd name="connsiteX14" fmla="*/ 2087404 w 3171825"/>
              <a:gd name="connsiteY14" fmla="*/ 479584 h 866775"/>
              <a:gd name="connsiteX15" fmla="*/ 1983581 w 3171825"/>
              <a:gd name="connsiteY15" fmla="*/ 178594 h 866775"/>
              <a:gd name="connsiteX16" fmla="*/ 1877854 w 3171825"/>
              <a:gd name="connsiteY16" fmla="*/ 391954 h 866775"/>
              <a:gd name="connsiteX17" fmla="*/ 1867376 w 3171825"/>
              <a:gd name="connsiteY17" fmla="*/ 390049 h 866775"/>
              <a:gd name="connsiteX18" fmla="*/ 1866424 w 3171825"/>
              <a:gd name="connsiteY18" fmla="*/ 327184 h 866775"/>
              <a:gd name="connsiteX19" fmla="*/ 1807369 w 3171825"/>
              <a:gd name="connsiteY19" fmla="*/ 202406 h 866775"/>
              <a:gd name="connsiteX20" fmla="*/ 1654969 w 3171825"/>
              <a:gd name="connsiteY20" fmla="*/ 512921 h 866775"/>
              <a:gd name="connsiteX21" fmla="*/ 1592104 w 3171825"/>
              <a:gd name="connsiteY21" fmla="*/ 483394 h 866775"/>
              <a:gd name="connsiteX22" fmla="*/ 1719739 w 3171825"/>
              <a:gd name="connsiteY22" fmla="*/ 306229 h 866775"/>
              <a:gd name="connsiteX23" fmla="*/ 1619726 w 3171825"/>
              <a:gd name="connsiteY23" fmla="*/ 202406 h 866775"/>
              <a:gd name="connsiteX24" fmla="*/ 1483519 w 3171825"/>
              <a:gd name="connsiteY24" fmla="*/ 369094 h 866775"/>
              <a:gd name="connsiteX25" fmla="*/ 1503521 w 3171825"/>
              <a:gd name="connsiteY25" fmla="*/ 473869 h 866775"/>
              <a:gd name="connsiteX26" fmla="*/ 1418749 w 3171825"/>
              <a:gd name="connsiteY26" fmla="*/ 512921 h 866775"/>
              <a:gd name="connsiteX27" fmla="*/ 1400651 w 3171825"/>
              <a:gd name="connsiteY27" fmla="*/ 274796 h 866775"/>
              <a:gd name="connsiteX28" fmla="*/ 1336834 w 3171825"/>
              <a:gd name="connsiteY28" fmla="*/ 326231 h 866775"/>
              <a:gd name="connsiteX29" fmla="*/ 1262539 w 3171825"/>
              <a:gd name="connsiteY29" fmla="*/ 479584 h 866775"/>
              <a:gd name="connsiteX30" fmla="*/ 1223486 w 3171825"/>
              <a:gd name="connsiteY30" fmla="*/ 421481 h 866775"/>
              <a:gd name="connsiteX31" fmla="*/ 1402556 w 3171825"/>
              <a:gd name="connsiteY31" fmla="*/ 250031 h 866775"/>
              <a:gd name="connsiteX32" fmla="*/ 1343501 w 3171825"/>
              <a:gd name="connsiteY32" fmla="*/ 192881 h 866775"/>
              <a:gd name="connsiteX33" fmla="*/ 1181576 w 3171825"/>
              <a:gd name="connsiteY33" fmla="*/ 290989 h 866775"/>
              <a:gd name="connsiteX34" fmla="*/ 1086326 w 3171825"/>
              <a:gd name="connsiteY34" fmla="*/ 385286 h 866775"/>
              <a:gd name="connsiteX35" fmla="*/ 1088231 w 3171825"/>
              <a:gd name="connsiteY35" fmla="*/ 358616 h 866775"/>
              <a:gd name="connsiteX36" fmla="*/ 974884 w 3171825"/>
              <a:gd name="connsiteY36" fmla="*/ 204311 h 866775"/>
              <a:gd name="connsiteX37" fmla="*/ 883444 w 3171825"/>
              <a:gd name="connsiteY37" fmla="*/ 273844 h 866775"/>
              <a:gd name="connsiteX38" fmla="*/ 846296 w 3171825"/>
              <a:gd name="connsiteY38" fmla="*/ 213836 h 866775"/>
              <a:gd name="connsiteX39" fmla="*/ 805339 w 3171825"/>
              <a:gd name="connsiteY39" fmla="*/ 224314 h 866775"/>
              <a:gd name="connsiteX40" fmla="*/ 814864 w 3171825"/>
              <a:gd name="connsiteY40" fmla="*/ 334804 h 866775"/>
              <a:gd name="connsiteX41" fmla="*/ 742474 w 3171825"/>
              <a:gd name="connsiteY41" fmla="*/ 520541 h 866775"/>
              <a:gd name="connsiteX42" fmla="*/ 691991 w 3171825"/>
              <a:gd name="connsiteY42" fmla="*/ 309086 h 866775"/>
              <a:gd name="connsiteX43" fmla="*/ 671989 w 3171825"/>
              <a:gd name="connsiteY43" fmla="*/ 305276 h 866775"/>
              <a:gd name="connsiteX44" fmla="*/ 621506 w 3171825"/>
              <a:gd name="connsiteY44" fmla="*/ 399574 h 866775"/>
              <a:gd name="connsiteX45" fmla="*/ 539591 w 3171825"/>
              <a:gd name="connsiteY45" fmla="*/ 512921 h 866775"/>
              <a:gd name="connsiteX46" fmla="*/ 495776 w 3171825"/>
              <a:gd name="connsiteY46" fmla="*/ 443389 h 866775"/>
              <a:gd name="connsiteX47" fmla="*/ 685324 w 3171825"/>
              <a:gd name="connsiteY47" fmla="*/ 278606 h 866775"/>
              <a:gd name="connsiteX48" fmla="*/ 627221 w 3171825"/>
              <a:gd name="connsiteY48" fmla="*/ 214789 h 866775"/>
              <a:gd name="connsiteX49" fmla="*/ 437674 w 3171825"/>
              <a:gd name="connsiteY49" fmla="*/ 355759 h 866775"/>
              <a:gd name="connsiteX50" fmla="*/ 237649 w 3171825"/>
              <a:gd name="connsiteY50" fmla="*/ 529114 h 866775"/>
              <a:gd name="connsiteX51" fmla="*/ 97631 w 3171825"/>
              <a:gd name="connsiteY51" fmla="*/ 313849 h 866775"/>
              <a:gd name="connsiteX52" fmla="*/ 261461 w 3171825"/>
              <a:gd name="connsiteY52" fmla="*/ 69056 h 866775"/>
              <a:gd name="connsiteX53" fmla="*/ 329089 w 3171825"/>
              <a:gd name="connsiteY53" fmla="*/ 181451 h 866775"/>
              <a:gd name="connsiteX54" fmla="*/ 410051 w 3171825"/>
              <a:gd name="connsiteY54" fmla="*/ 121444 h 866775"/>
              <a:gd name="connsiteX55" fmla="*/ 265271 w 3171825"/>
              <a:gd name="connsiteY55" fmla="*/ 7144 h 866775"/>
              <a:gd name="connsiteX56" fmla="*/ 7144 w 3171825"/>
              <a:gd name="connsiteY56" fmla="*/ 324326 h 866775"/>
              <a:gd name="connsiteX57" fmla="*/ 220504 w 3171825"/>
              <a:gd name="connsiteY57" fmla="*/ 601504 h 866775"/>
              <a:gd name="connsiteX58" fmla="*/ 425291 w 3171825"/>
              <a:gd name="connsiteY58" fmla="*/ 472916 h 866775"/>
              <a:gd name="connsiteX59" fmla="*/ 525304 w 3171825"/>
              <a:gd name="connsiteY59" fmla="*/ 576739 h 866775"/>
              <a:gd name="connsiteX60" fmla="*/ 646271 w 3171825"/>
              <a:gd name="connsiteY60" fmla="*/ 485299 h 866775"/>
              <a:gd name="connsiteX61" fmla="*/ 734854 w 3171825"/>
              <a:gd name="connsiteY61" fmla="*/ 576739 h 866775"/>
              <a:gd name="connsiteX62" fmla="*/ 812959 w 3171825"/>
              <a:gd name="connsiteY62" fmla="*/ 532924 h 866775"/>
              <a:gd name="connsiteX63" fmla="*/ 904399 w 3171825"/>
              <a:gd name="connsiteY63" fmla="*/ 810101 h 866775"/>
              <a:gd name="connsiteX64" fmla="*/ 882491 w 3171825"/>
              <a:gd name="connsiteY64" fmla="*/ 577691 h 866775"/>
              <a:gd name="connsiteX65" fmla="*/ 969169 w 3171825"/>
              <a:gd name="connsiteY65" fmla="*/ 267176 h 866775"/>
              <a:gd name="connsiteX66" fmla="*/ 1015841 w 3171825"/>
              <a:gd name="connsiteY66" fmla="*/ 359569 h 866775"/>
              <a:gd name="connsiteX67" fmla="*/ 1007269 w 3171825"/>
              <a:gd name="connsiteY67" fmla="*/ 440531 h 866775"/>
              <a:gd name="connsiteX68" fmla="*/ 900589 w 3171825"/>
              <a:gd name="connsiteY68" fmla="*/ 545306 h 866775"/>
              <a:gd name="connsiteX69" fmla="*/ 941546 w 3171825"/>
              <a:gd name="connsiteY69" fmla="*/ 577691 h 866775"/>
              <a:gd name="connsiteX70" fmla="*/ 1072039 w 3171825"/>
              <a:gd name="connsiteY70" fmla="*/ 449104 h 866775"/>
              <a:gd name="connsiteX71" fmla="*/ 1150144 w 3171825"/>
              <a:gd name="connsiteY71" fmla="*/ 390049 h 866775"/>
              <a:gd name="connsiteX72" fmla="*/ 1149191 w 3171825"/>
              <a:gd name="connsiteY72" fmla="*/ 415766 h 866775"/>
              <a:gd name="connsiteX73" fmla="*/ 1244441 w 3171825"/>
              <a:gd name="connsiteY73" fmla="*/ 550069 h 866775"/>
              <a:gd name="connsiteX74" fmla="*/ 1349216 w 3171825"/>
              <a:gd name="connsiteY74" fmla="*/ 469106 h 866775"/>
              <a:gd name="connsiteX75" fmla="*/ 1352074 w 3171825"/>
              <a:gd name="connsiteY75" fmla="*/ 547211 h 866775"/>
              <a:gd name="connsiteX76" fmla="*/ 1155859 w 3171825"/>
              <a:gd name="connsiteY76" fmla="*/ 754856 h 866775"/>
              <a:gd name="connsiteX77" fmla="*/ 1259681 w 3171825"/>
              <a:gd name="connsiteY77" fmla="*/ 864394 h 866775"/>
              <a:gd name="connsiteX78" fmla="*/ 1419701 w 3171825"/>
              <a:gd name="connsiteY78" fmla="*/ 569119 h 866775"/>
              <a:gd name="connsiteX79" fmla="*/ 1529239 w 3171825"/>
              <a:gd name="connsiteY79" fmla="*/ 518636 h 866775"/>
              <a:gd name="connsiteX80" fmla="*/ 1640681 w 3171825"/>
              <a:gd name="connsiteY80" fmla="*/ 576739 h 866775"/>
              <a:gd name="connsiteX81" fmla="*/ 1813084 w 3171825"/>
              <a:gd name="connsiteY81" fmla="*/ 459581 h 866775"/>
              <a:gd name="connsiteX82" fmla="*/ 1868329 w 3171825"/>
              <a:gd name="connsiteY82" fmla="*/ 576739 h 866775"/>
              <a:gd name="connsiteX83" fmla="*/ 1980724 w 3171825"/>
              <a:gd name="connsiteY83" fmla="*/ 273844 h 866775"/>
              <a:gd name="connsiteX84" fmla="*/ 2074069 w 3171825"/>
              <a:gd name="connsiteY84" fmla="*/ 601504 h 866775"/>
              <a:gd name="connsiteX85" fmla="*/ 2198846 w 3171825"/>
              <a:gd name="connsiteY85" fmla="*/ 312896 h 866775"/>
              <a:gd name="connsiteX86" fmla="*/ 2307432 w 3171825"/>
              <a:gd name="connsiteY86" fmla="*/ 576739 h 866775"/>
              <a:gd name="connsiteX87" fmla="*/ 2412207 w 3171825"/>
              <a:gd name="connsiteY87" fmla="*/ 428149 h 866775"/>
              <a:gd name="connsiteX88" fmla="*/ 2521744 w 3171825"/>
              <a:gd name="connsiteY88" fmla="*/ 576739 h 866775"/>
              <a:gd name="connsiteX89" fmla="*/ 2618899 w 3171825"/>
              <a:gd name="connsiteY89" fmla="*/ 486251 h 866775"/>
              <a:gd name="connsiteX90" fmla="*/ 2670334 w 3171825"/>
              <a:gd name="connsiteY90" fmla="*/ 576739 h 866775"/>
              <a:gd name="connsiteX91" fmla="*/ 2803684 w 3171825"/>
              <a:gd name="connsiteY91" fmla="*/ 274796 h 866775"/>
              <a:gd name="connsiteX92" fmla="*/ 2947511 w 3171825"/>
              <a:gd name="connsiteY92" fmla="*/ 576739 h 866775"/>
              <a:gd name="connsiteX93" fmla="*/ 3040857 w 3171825"/>
              <a:gd name="connsiteY93" fmla="*/ 474821 h 866775"/>
              <a:gd name="connsiteX94" fmla="*/ 3121819 w 3171825"/>
              <a:gd name="connsiteY94" fmla="*/ 576739 h 866775"/>
              <a:gd name="connsiteX95" fmla="*/ 3169444 w 3171825"/>
              <a:gd name="connsiteY95" fmla="*/ 550069 h 866775"/>
              <a:gd name="connsiteX96" fmla="*/ 3092291 w 3171825"/>
              <a:gd name="connsiteY96" fmla="*/ 287179 h 866775"/>
              <a:gd name="connsiteX97" fmla="*/ 1267301 w 3171825"/>
              <a:gd name="connsiteY97" fmla="*/ 806291 h 866775"/>
              <a:gd name="connsiteX98" fmla="*/ 1226344 w 3171825"/>
              <a:gd name="connsiteY98" fmla="*/ 751999 h 866775"/>
              <a:gd name="connsiteX99" fmla="*/ 1353026 w 3171825"/>
              <a:gd name="connsiteY99" fmla="*/ 597694 h 866775"/>
              <a:gd name="connsiteX100" fmla="*/ 1267301 w 3171825"/>
              <a:gd name="connsiteY100" fmla="*/ 806291 h 866775"/>
              <a:gd name="connsiteX101" fmla="*/ 1614964 w 3171825"/>
              <a:gd name="connsiteY101" fmla="*/ 257651 h 866775"/>
              <a:gd name="connsiteX102" fmla="*/ 1653064 w 3171825"/>
              <a:gd name="connsiteY102" fmla="*/ 315754 h 866775"/>
              <a:gd name="connsiteX103" fmla="*/ 1569244 w 3171825"/>
              <a:gd name="connsiteY103" fmla="*/ 438626 h 866775"/>
              <a:gd name="connsiteX104" fmla="*/ 1614964 w 3171825"/>
              <a:gd name="connsiteY104" fmla="*/ 257651 h 866775"/>
            </a:gdLst>
            <a:ahLst/>
            <a:cxnLst/>
            <a:rect l="l" t="t" r="r" b="b"/>
            <a:pathLst>
              <a:path w="3171825" h="866775">
                <a:moveTo>
                  <a:pt x="3092291" y="287179"/>
                </a:moveTo>
                <a:cubicBezTo>
                  <a:pt x="3092291" y="241459"/>
                  <a:pt x="3089434" y="211931"/>
                  <a:pt x="3059907" y="211931"/>
                </a:cubicBezTo>
                <a:cubicBezTo>
                  <a:pt x="3046571" y="211931"/>
                  <a:pt x="3039904" y="214789"/>
                  <a:pt x="3027521" y="218599"/>
                </a:cubicBezTo>
                <a:cubicBezTo>
                  <a:pt x="3037999" y="371951"/>
                  <a:pt x="3003709" y="507206"/>
                  <a:pt x="2960846" y="507206"/>
                </a:cubicBezTo>
                <a:cubicBezTo>
                  <a:pt x="2905601" y="507206"/>
                  <a:pt x="2933224" y="178594"/>
                  <a:pt x="2816066" y="178594"/>
                </a:cubicBezTo>
                <a:cubicBezTo>
                  <a:pt x="2707482" y="178594"/>
                  <a:pt x="2692241" y="440531"/>
                  <a:pt x="2679859" y="440531"/>
                </a:cubicBezTo>
                <a:cubicBezTo>
                  <a:pt x="2671286" y="440531"/>
                  <a:pt x="2670334" y="371951"/>
                  <a:pt x="2670334" y="319564"/>
                </a:cubicBezTo>
                <a:cubicBezTo>
                  <a:pt x="2675096" y="294799"/>
                  <a:pt x="2677001" y="271939"/>
                  <a:pt x="2677001" y="254794"/>
                </a:cubicBezTo>
                <a:cubicBezTo>
                  <a:pt x="2677001" y="230029"/>
                  <a:pt x="2667476" y="188119"/>
                  <a:pt x="2611279" y="209074"/>
                </a:cubicBezTo>
                <a:cubicBezTo>
                  <a:pt x="2613184" y="396716"/>
                  <a:pt x="2576036" y="510064"/>
                  <a:pt x="2533174" y="510064"/>
                </a:cubicBezTo>
                <a:cubicBezTo>
                  <a:pt x="2471261" y="510064"/>
                  <a:pt x="2470309" y="340519"/>
                  <a:pt x="2470309" y="292894"/>
                </a:cubicBezTo>
                <a:cubicBezTo>
                  <a:pt x="2470309" y="247174"/>
                  <a:pt x="2473166" y="186214"/>
                  <a:pt x="2405539" y="208121"/>
                </a:cubicBezTo>
                <a:cubicBezTo>
                  <a:pt x="2395061" y="371951"/>
                  <a:pt x="2352199" y="494824"/>
                  <a:pt x="2325529" y="494824"/>
                </a:cubicBezTo>
                <a:cubicBezTo>
                  <a:pt x="2285524" y="494824"/>
                  <a:pt x="2293144" y="211931"/>
                  <a:pt x="2206466" y="211931"/>
                </a:cubicBezTo>
                <a:cubicBezTo>
                  <a:pt x="2128361" y="211931"/>
                  <a:pt x="2103596" y="479584"/>
                  <a:pt x="2087404" y="479584"/>
                </a:cubicBezTo>
                <a:cubicBezTo>
                  <a:pt x="2057876" y="479584"/>
                  <a:pt x="2096929" y="178594"/>
                  <a:pt x="1983581" y="178594"/>
                </a:cubicBezTo>
                <a:cubicBezTo>
                  <a:pt x="1924526" y="178594"/>
                  <a:pt x="1900714" y="279559"/>
                  <a:pt x="1877854" y="391954"/>
                </a:cubicBezTo>
                <a:cubicBezTo>
                  <a:pt x="1873091" y="413861"/>
                  <a:pt x="1868329" y="414814"/>
                  <a:pt x="1867376" y="390049"/>
                </a:cubicBezTo>
                <a:cubicBezTo>
                  <a:pt x="1866424" y="370046"/>
                  <a:pt x="1866424" y="347186"/>
                  <a:pt x="1866424" y="327184"/>
                </a:cubicBezTo>
                <a:cubicBezTo>
                  <a:pt x="1894999" y="213836"/>
                  <a:pt x="1859756" y="171926"/>
                  <a:pt x="1807369" y="202406"/>
                </a:cubicBezTo>
                <a:cubicBezTo>
                  <a:pt x="1824514" y="411004"/>
                  <a:pt x="1728311" y="512921"/>
                  <a:pt x="1654969" y="512921"/>
                </a:cubicBezTo>
                <a:cubicBezTo>
                  <a:pt x="1628299" y="512921"/>
                  <a:pt x="1607344" y="501491"/>
                  <a:pt x="1592104" y="483394"/>
                </a:cubicBezTo>
                <a:cubicBezTo>
                  <a:pt x="1680686" y="429101"/>
                  <a:pt x="1719739" y="367189"/>
                  <a:pt x="1719739" y="306229"/>
                </a:cubicBezTo>
                <a:cubicBezTo>
                  <a:pt x="1719739" y="240506"/>
                  <a:pt x="1681639" y="202406"/>
                  <a:pt x="1619726" y="202406"/>
                </a:cubicBezTo>
                <a:cubicBezTo>
                  <a:pt x="1532096" y="202406"/>
                  <a:pt x="1483519" y="292894"/>
                  <a:pt x="1483519" y="369094"/>
                </a:cubicBezTo>
                <a:cubicBezTo>
                  <a:pt x="1483519" y="410051"/>
                  <a:pt x="1491139" y="445294"/>
                  <a:pt x="1503521" y="473869"/>
                </a:cubicBezTo>
                <a:cubicBezTo>
                  <a:pt x="1473041" y="488156"/>
                  <a:pt x="1445419" y="500539"/>
                  <a:pt x="1418749" y="512921"/>
                </a:cubicBezTo>
                <a:cubicBezTo>
                  <a:pt x="1416844" y="433864"/>
                  <a:pt x="1407319" y="350996"/>
                  <a:pt x="1400651" y="274796"/>
                </a:cubicBezTo>
                <a:cubicBezTo>
                  <a:pt x="1353979" y="262414"/>
                  <a:pt x="1340644" y="284321"/>
                  <a:pt x="1336834" y="326231"/>
                </a:cubicBezTo>
                <a:cubicBezTo>
                  <a:pt x="1328261" y="420529"/>
                  <a:pt x="1293971" y="479584"/>
                  <a:pt x="1262539" y="479584"/>
                </a:cubicBezTo>
                <a:cubicBezTo>
                  <a:pt x="1239679" y="479584"/>
                  <a:pt x="1225391" y="451009"/>
                  <a:pt x="1223486" y="421481"/>
                </a:cubicBezTo>
                <a:cubicBezTo>
                  <a:pt x="1214914" y="270034"/>
                  <a:pt x="1337786" y="228124"/>
                  <a:pt x="1402556" y="250031"/>
                </a:cubicBezTo>
                <a:cubicBezTo>
                  <a:pt x="1415891" y="216694"/>
                  <a:pt x="1401604" y="192881"/>
                  <a:pt x="1343501" y="192881"/>
                </a:cubicBezTo>
                <a:cubicBezTo>
                  <a:pt x="1273016" y="192881"/>
                  <a:pt x="1220629" y="235744"/>
                  <a:pt x="1181576" y="290989"/>
                </a:cubicBezTo>
                <a:cubicBezTo>
                  <a:pt x="1155859" y="327184"/>
                  <a:pt x="1126331" y="353854"/>
                  <a:pt x="1086326" y="385286"/>
                </a:cubicBezTo>
                <a:cubicBezTo>
                  <a:pt x="1087279" y="375761"/>
                  <a:pt x="1088231" y="367189"/>
                  <a:pt x="1088231" y="358616"/>
                </a:cubicBezTo>
                <a:cubicBezTo>
                  <a:pt x="1088231" y="251936"/>
                  <a:pt x="1030129" y="204311"/>
                  <a:pt x="974884" y="204311"/>
                </a:cubicBezTo>
                <a:cubicBezTo>
                  <a:pt x="929164" y="204311"/>
                  <a:pt x="900589" y="231934"/>
                  <a:pt x="883444" y="273844"/>
                </a:cubicBezTo>
                <a:cubicBezTo>
                  <a:pt x="879634" y="231934"/>
                  <a:pt x="871061" y="213836"/>
                  <a:pt x="846296" y="213836"/>
                </a:cubicBezTo>
                <a:cubicBezTo>
                  <a:pt x="835819" y="213836"/>
                  <a:pt x="821531" y="216694"/>
                  <a:pt x="805339" y="224314"/>
                </a:cubicBezTo>
                <a:cubicBezTo>
                  <a:pt x="812959" y="248126"/>
                  <a:pt x="814864" y="300514"/>
                  <a:pt x="814864" y="334804"/>
                </a:cubicBezTo>
                <a:cubicBezTo>
                  <a:pt x="814864" y="463391"/>
                  <a:pt x="777716" y="520541"/>
                  <a:pt x="742474" y="520541"/>
                </a:cubicBezTo>
                <a:cubicBezTo>
                  <a:pt x="701516" y="520541"/>
                  <a:pt x="695801" y="368141"/>
                  <a:pt x="691991" y="309086"/>
                </a:cubicBezTo>
                <a:cubicBezTo>
                  <a:pt x="687229" y="307181"/>
                  <a:pt x="681514" y="305276"/>
                  <a:pt x="671989" y="305276"/>
                </a:cubicBezTo>
                <a:cubicBezTo>
                  <a:pt x="635794" y="305276"/>
                  <a:pt x="631031" y="354806"/>
                  <a:pt x="621506" y="399574"/>
                </a:cubicBezTo>
                <a:cubicBezTo>
                  <a:pt x="611029" y="450056"/>
                  <a:pt x="582454" y="512921"/>
                  <a:pt x="539591" y="512921"/>
                </a:cubicBezTo>
                <a:cubicBezTo>
                  <a:pt x="513874" y="512921"/>
                  <a:pt x="497681" y="488156"/>
                  <a:pt x="495776" y="443389"/>
                </a:cubicBezTo>
                <a:cubicBezTo>
                  <a:pt x="491966" y="352901"/>
                  <a:pt x="567214" y="245269"/>
                  <a:pt x="685324" y="278606"/>
                </a:cubicBezTo>
                <a:cubicBezTo>
                  <a:pt x="700564" y="242411"/>
                  <a:pt x="676751" y="214789"/>
                  <a:pt x="627221" y="214789"/>
                </a:cubicBezTo>
                <a:cubicBezTo>
                  <a:pt x="540544" y="214789"/>
                  <a:pt x="469106" y="279559"/>
                  <a:pt x="437674" y="355759"/>
                </a:cubicBezTo>
                <a:cubicBezTo>
                  <a:pt x="406241" y="426244"/>
                  <a:pt x="350996" y="529114"/>
                  <a:pt x="237649" y="529114"/>
                </a:cubicBezTo>
                <a:cubicBezTo>
                  <a:pt x="157639" y="529114"/>
                  <a:pt x="97631" y="459581"/>
                  <a:pt x="97631" y="313849"/>
                </a:cubicBezTo>
                <a:cubicBezTo>
                  <a:pt x="97631" y="188119"/>
                  <a:pt x="176689" y="69056"/>
                  <a:pt x="261461" y="69056"/>
                </a:cubicBezTo>
                <a:cubicBezTo>
                  <a:pt x="320516" y="69056"/>
                  <a:pt x="333851" y="127159"/>
                  <a:pt x="329089" y="181451"/>
                </a:cubicBezTo>
                <a:cubicBezTo>
                  <a:pt x="359569" y="206216"/>
                  <a:pt x="410051" y="183356"/>
                  <a:pt x="410051" y="121444"/>
                </a:cubicBezTo>
                <a:cubicBezTo>
                  <a:pt x="410051" y="79534"/>
                  <a:pt x="375761" y="7144"/>
                  <a:pt x="265271" y="7144"/>
                </a:cubicBezTo>
                <a:cubicBezTo>
                  <a:pt x="128111" y="7144"/>
                  <a:pt x="7144" y="144304"/>
                  <a:pt x="7144" y="324326"/>
                </a:cubicBezTo>
                <a:cubicBezTo>
                  <a:pt x="7144" y="498634"/>
                  <a:pt x="95726" y="601504"/>
                  <a:pt x="220504" y="601504"/>
                </a:cubicBezTo>
                <a:cubicBezTo>
                  <a:pt x="299561" y="601504"/>
                  <a:pt x="373856" y="556736"/>
                  <a:pt x="425291" y="472916"/>
                </a:cubicBezTo>
                <a:cubicBezTo>
                  <a:pt x="438626" y="545306"/>
                  <a:pt x="488156" y="576739"/>
                  <a:pt x="525304" y="576739"/>
                </a:cubicBezTo>
                <a:cubicBezTo>
                  <a:pt x="585311" y="576739"/>
                  <a:pt x="624364" y="537686"/>
                  <a:pt x="646271" y="485299"/>
                </a:cubicBezTo>
                <a:cubicBezTo>
                  <a:pt x="659606" y="537686"/>
                  <a:pt x="688181" y="576739"/>
                  <a:pt x="734854" y="576739"/>
                </a:cubicBezTo>
                <a:cubicBezTo>
                  <a:pt x="768191" y="576739"/>
                  <a:pt x="793909" y="559594"/>
                  <a:pt x="812959" y="532924"/>
                </a:cubicBezTo>
                <a:cubicBezTo>
                  <a:pt x="805339" y="716756"/>
                  <a:pt x="795814" y="832961"/>
                  <a:pt x="904399" y="810101"/>
                </a:cubicBezTo>
                <a:cubicBezTo>
                  <a:pt x="887254" y="757714"/>
                  <a:pt x="882491" y="663416"/>
                  <a:pt x="882491" y="577691"/>
                </a:cubicBezTo>
                <a:cubicBezTo>
                  <a:pt x="882491" y="344329"/>
                  <a:pt x="920591" y="267176"/>
                  <a:pt x="969169" y="267176"/>
                </a:cubicBezTo>
                <a:cubicBezTo>
                  <a:pt x="1004411" y="267176"/>
                  <a:pt x="1015841" y="311944"/>
                  <a:pt x="1015841" y="359569"/>
                </a:cubicBezTo>
                <a:cubicBezTo>
                  <a:pt x="1015841" y="385286"/>
                  <a:pt x="1012984" y="413861"/>
                  <a:pt x="1007269" y="440531"/>
                </a:cubicBezTo>
                <a:cubicBezTo>
                  <a:pt x="948214" y="477679"/>
                  <a:pt x="900589" y="507206"/>
                  <a:pt x="900589" y="545306"/>
                </a:cubicBezTo>
                <a:cubicBezTo>
                  <a:pt x="900589" y="574834"/>
                  <a:pt x="922496" y="577691"/>
                  <a:pt x="941546" y="577691"/>
                </a:cubicBezTo>
                <a:cubicBezTo>
                  <a:pt x="987266" y="577691"/>
                  <a:pt x="1041559" y="532924"/>
                  <a:pt x="1072039" y="449104"/>
                </a:cubicBezTo>
                <a:cubicBezTo>
                  <a:pt x="1098709" y="432911"/>
                  <a:pt x="1125379" y="414814"/>
                  <a:pt x="1150144" y="390049"/>
                </a:cubicBezTo>
                <a:cubicBezTo>
                  <a:pt x="1149191" y="398621"/>
                  <a:pt x="1149191" y="407194"/>
                  <a:pt x="1149191" y="415766"/>
                </a:cubicBezTo>
                <a:cubicBezTo>
                  <a:pt x="1149191" y="499586"/>
                  <a:pt x="1185386" y="550069"/>
                  <a:pt x="1244441" y="550069"/>
                </a:cubicBezTo>
                <a:cubicBezTo>
                  <a:pt x="1290161" y="550069"/>
                  <a:pt x="1324451" y="517684"/>
                  <a:pt x="1349216" y="469106"/>
                </a:cubicBezTo>
                <a:cubicBezTo>
                  <a:pt x="1351121" y="496729"/>
                  <a:pt x="1352074" y="523399"/>
                  <a:pt x="1352074" y="547211"/>
                </a:cubicBezTo>
                <a:cubicBezTo>
                  <a:pt x="1258729" y="590074"/>
                  <a:pt x="1155859" y="633889"/>
                  <a:pt x="1155859" y="754856"/>
                </a:cubicBezTo>
                <a:cubicBezTo>
                  <a:pt x="1155859" y="817721"/>
                  <a:pt x="1201579" y="864394"/>
                  <a:pt x="1259681" y="864394"/>
                </a:cubicBezTo>
                <a:cubicBezTo>
                  <a:pt x="1389221" y="864394"/>
                  <a:pt x="1418749" y="728186"/>
                  <a:pt x="1419701" y="569119"/>
                </a:cubicBezTo>
                <a:cubicBezTo>
                  <a:pt x="1461611" y="551021"/>
                  <a:pt x="1493044" y="536734"/>
                  <a:pt x="1529239" y="518636"/>
                </a:cubicBezTo>
                <a:cubicBezTo>
                  <a:pt x="1560671" y="557689"/>
                  <a:pt x="1602581" y="576739"/>
                  <a:pt x="1640681" y="576739"/>
                </a:cubicBezTo>
                <a:cubicBezTo>
                  <a:pt x="1714024" y="576739"/>
                  <a:pt x="1768316" y="537686"/>
                  <a:pt x="1813084" y="459581"/>
                </a:cubicBezTo>
                <a:cubicBezTo>
                  <a:pt x="1820704" y="519589"/>
                  <a:pt x="1835944" y="576739"/>
                  <a:pt x="1868329" y="576739"/>
                </a:cubicBezTo>
                <a:cubicBezTo>
                  <a:pt x="1926431" y="576739"/>
                  <a:pt x="1937861" y="273844"/>
                  <a:pt x="1980724" y="273844"/>
                </a:cubicBezTo>
                <a:cubicBezTo>
                  <a:pt x="2014061" y="273844"/>
                  <a:pt x="1986439" y="601504"/>
                  <a:pt x="2074069" y="601504"/>
                </a:cubicBezTo>
                <a:cubicBezTo>
                  <a:pt x="2148364" y="601504"/>
                  <a:pt x="2162651" y="312896"/>
                  <a:pt x="2198846" y="312896"/>
                </a:cubicBezTo>
                <a:cubicBezTo>
                  <a:pt x="2224564" y="312896"/>
                  <a:pt x="2226469" y="576739"/>
                  <a:pt x="2307432" y="576739"/>
                </a:cubicBezTo>
                <a:cubicBezTo>
                  <a:pt x="2347436" y="576739"/>
                  <a:pt x="2390299" y="529114"/>
                  <a:pt x="2412207" y="428149"/>
                </a:cubicBezTo>
                <a:cubicBezTo>
                  <a:pt x="2422684" y="494824"/>
                  <a:pt x="2456021" y="576739"/>
                  <a:pt x="2521744" y="576739"/>
                </a:cubicBezTo>
                <a:cubicBezTo>
                  <a:pt x="2559844" y="576739"/>
                  <a:pt x="2593182" y="537686"/>
                  <a:pt x="2618899" y="486251"/>
                </a:cubicBezTo>
                <a:cubicBezTo>
                  <a:pt x="2625566" y="539591"/>
                  <a:pt x="2640807" y="576739"/>
                  <a:pt x="2670334" y="576739"/>
                </a:cubicBezTo>
                <a:cubicBezTo>
                  <a:pt x="2746534" y="576739"/>
                  <a:pt x="2743676" y="274796"/>
                  <a:pt x="2803684" y="274796"/>
                </a:cubicBezTo>
                <a:cubicBezTo>
                  <a:pt x="2850357" y="274796"/>
                  <a:pt x="2836069" y="576739"/>
                  <a:pt x="2947511" y="576739"/>
                </a:cubicBezTo>
                <a:cubicBezTo>
                  <a:pt x="3000851" y="576739"/>
                  <a:pt x="3025616" y="531971"/>
                  <a:pt x="3040857" y="474821"/>
                </a:cubicBezTo>
                <a:cubicBezTo>
                  <a:pt x="3061811" y="558641"/>
                  <a:pt x="3094196" y="576739"/>
                  <a:pt x="3121819" y="576739"/>
                </a:cubicBezTo>
                <a:cubicBezTo>
                  <a:pt x="3138964" y="576739"/>
                  <a:pt x="3152299" y="571024"/>
                  <a:pt x="3169444" y="550069"/>
                </a:cubicBezTo>
                <a:cubicBezTo>
                  <a:pt x="3085624" y="511969"/>
                  <a:pt x="3092291" y="375761"/>
                  <a:pt x="3092291" y="287179"/>
                </a:cubicBezTo>
                <a:close/>
                <a:moveTo>
                  <a:pt x="1267301" y="806291"/>
                </a:moveTo>
                <a:cubicBezTo>
                  <a:pt x="1240631" y="806291"/>
                  <a:pt x="1226344" y="780574"/>
                  <a:pt x="1226344" y="751999"/>
                </a:cubicBezTo>
                <a:cubicBezTo>
                  <a:pt x="1226344" y="674846"/>
                  <a:pt x="1283494" y="632936"/>
                  <a:pt x="1353026" y="597694"/>
                </a:cubicBezTo>
                <a:cubicBezTo>
                  <a:pt x="1349216" y="768191"/>
                  <a:pt x="1310164" y="806291"/>
                  <a:pt x="1267301" y="806291"/>
                </a:cubicBezTo>
                <a:close/>
                <a:moveTo>
                  <a:pt x="1614964" y="257651"/>
                </a:moveTo>
                <a:cubicBezTo>
                  <a:pt x="1640681" y="257651"/>
                  <a:pt x="1655921" y="281464"/>
                  <a:pt x="1653064" y="315754"/>
                </a:cubicBezTo>
                <a:cubicBezTo>
                  <a:pt x="1650206" y="355759"/>
                  <a:pt x="1620679" y="402431"/>
                  <a:pt x="1569244" y="438626"/>
                </a:cubicBezTo>
                <a:cubicBezTo>
                  <a:pt x="1543526" y="362426"/>
                  <a:pt x="1563529" y="257651"/>
                  <a:pt x="1614964" y="257651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1" name="Freeform: Shape 5">
            <a:extLst>
              <a:ext uri="{FF2B5EF4-FFF2-40B4-BE49-F238E27FC236}">
                <a16:creationId xmlns:a16="http://schemas.microsoft.com/office/drawing/2014/main" id="{FBD6D893-3276-B285-3B03-8726CD1FFB2A}"/>
              </a:ext>
            </a:extLst>
          </p:cNvPr>
          <p:cNvSpPr>
            <a:spLocks noGrp="1"/>
          </p:cNvSpPr>
          <p:nvPr/>
        </p:nvSpPr>
        <p:spPr>
          <a:xfrm>
            <a:off x="1588847" y="6047291"/>
            <a:ext cx="45647" cy="50212"/>
          </a:xfrm>
          <a:custGeom>
            <a:avLst/>
            <a:gdLst>
              <a:gd name="connsiteX0" fmla="*/ 51942 w 95250"/>
              <a:gd name="connsiteY0" fmla="*/ 99569 h 104775"/>
              <a:gd name="connsiteX1" fmla="*/ 93853 w 95250"/>
              <a:gd name="connsiteY1" fmla="*/ 51944 h 104775"/>
              <a:gd name="connsiteX2" fmla="*/ 51942 w 95250"/>
              <a:gd name="connsiteY2" fmla="*/ 7176 h 104775"/>
              <a:gd name="connsiteX3" fmla="*/ 7175 w 95250"/>
              <a:gd name="connsiteY3" fmla="*/ 54801 h 104775"/>
              <a:gd name="connsiteX4" fmla="*/ 51942 w 95250"/>
              <a:gd name="connsiteY4" fmla="*/ 99569 h 104775"/>
            </a:gdLst>
            <a:ahLst/>
            <a:cxnLst/>
            <a:rect l="l" t="t" r="r" b="b"/>
            <a:pathLst>
              <a:path w="95250" h="104775">
                <a:moveTo>
                  <a:pt x="51942" y="99569"/>
                </a:moveTo>
                <a:cubicBezTo>
                  <a:pt x="76707" y="98616"/>
                  <a:pt x="93853" y="77661"/>
                  <a:pt x="93853" y="51944"/>
                </a:cubicBezTo>
                <a:cubicBezTo>
                  <a:pt x="93853" y="26226"/>
                  <a:pt x="76707" y="6224"/>
                  <a:pt x="51942" y="7176"/>
                </a:cubicBezTo>
                <a:cubicBezTo>
                  <a:pt x="27178" y="8129"/>
                  <a:pt x="7175" y="29084"/>
                  <a:pt x="7175" y="54801"/>
                </a:cubicBezTo>
                <a:cubicBezTo>
                  <a:pt x="6222" y="80519"/>
                  <a:pt x="27178" y="100521"/>
                  <a:pt x="51942" y="99569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2" name="Freeform: Shape 6">
            <a:extLst>
              <a:ext uri="{FF2B5EF4-FFF2-40B4-BE49-F238E27FC236}">
                <a16:creationId xmlns:a16="http://schemas.microsoft.com/office/drawing/2014/main" id="{6F9A7FDE-2DE1-AB6B-F371-23968DFB687D}"/>
              </a:ext>
            </a:extLst>
          </p:cNvPr>
          <p:cNvSpPr>
            <a:spLocks noGrp="1"/>
          </p:cNvSpPr>
          <p:nvPr/>
        </p:nvSpPr>
        <p:spPr>
          <a:xfrm>
            <a:off x="1886483" y="6055963"/>
            <a:ext cx="45647" cy="45647"/>
          </a:xfrm>
          <a:custGeom>
            <a:avLst/>
            <a:gdLst>
              <a:gd name="connsiteX0" fmla="*/ 48101 w 95250"/>
              <a:gd name="connsiteY0" fmla="*/ 94808 h 95250"/>
              <a:gd name="connsiteX1" fmla="*/ 89059 w 95250"/>
              <a:gd name="connsiteY1" fmla="*/ 49088 h 95250"/>
              <a:gd name="connsiteX2" fmla="*/ 48101 w 95250"/>
              <a:gd name="connsiteY2" fmla="*/ 7178 h 95250"/>
              <a:gd name="connsiteX3" fmla="*/ 7144 w 95250"/>
              <a:gd name="connsiteY3" fmla="*/ 52898 h 95250"/>
              <a:gd name="connsiteX4" fmla="*/ 48101 w 95250"/>
              <a:gd name="connsiteY4" fmla="*/ 94808 h 95250"/>
            </a:gdLst>
            <a:ahLst/>
            <a:cxnLst/>
            <a:rect l="l" t="t" r="r" b="b"/>
            <a:pathLst>
              <a:path w="95250" h="95250">
                <a:moveTo>
                  <a:pt x="48101" y="94808"/>
                </a:moveTo>
                <a:cubicBezTo>
                  <a:pt x="70961" y="93856"/>
                  <a:pt x="89059" y="73853"/>
                  <a:pt x="89059" y="49088"/>
                </a:cubicBezTo>
                <a:cubicBezTo>
                  <a:pt x="89059" y="25275"/>
                  <a:pt x="70961" y="6225"/>
                  <a:pt x="48101" y="7178"/>
                </a:cubicBezTo>
                <a:cubicBezTo>
                  <a:pt x="25241" y="8131"/>
                  <a:pt x="7144" y="28133"/>
                  <a:pt x="7144" y="52898"/>
                </a:cubicBezTo>
                <a:cubicBezTo>
                  <a:pt x="8096" y="76711"/>
                  <a:pt x="26194" y="95761"/>
                  <a:pt x="48101" y="94808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3" name="Freeform: Shape 7">
            <a:extLst>
              <a:ext uri="{FF2B5EF4-FFF2-40B4-BE49-F238E27FC236}">
                <a16:creationId xmlns:a16="http://schemas.microsoft.com/office/drawing/2014/main" id="{72366D37-668B-51CE-2CE6-C9DA736141BA}"/>
              </a:ext>
            </a:extLst>
          </p:cNvPr>
          <p:cNvSpPr>
            <a:spLocks noGrp="1"/>
          </p:cNvSpPr>
          <p:nvPr/>
        </p:nvSpPr>
        <p:spPr>
          <a:xfrm>
            <a:off x="1981885" y="6021288"/>
            <a:ext cx="324096" cy="278450"/>
          </a:xfrm>
          <a:custGeom>
            <a:avLst/>
            <a:gdLst>
              <a:gd name="connsiteX0" fmla="*/ 553879 w 676275"/>
              <a:gd name="connsiteY0" fmla="*/ 254794 h 581025"/>
              <a:gd name="connsiteX1" fmla="*/ 451009 w 676275"/>
              <a:gd name="connsiteY1" fmla="*/ 342424 h 581025"/>
              <a:gd name="connsiteX2" fmla="*/ 375761 w 676275"/>
              <a:gd name="connsiteY2" fmla="*/ 469106 h 581025"/>
              <a:gd name="connsiteX3" fmla="*/ 273844 w 676275"/>
              <a:gd name="connsiteY3" fmla="*/ 561499 h 581025"/>
              <a:gd name="connsiteX4" fmla="*/ 132874 w 676275"/>
              <a:gd name="connsiteY4" fmla="*/ 569119 h 581025"/>
              <a:gd name="connsiteX5" fmla="*/ 7144 w 676275"/>
              <a:gd name="connsiteY5" fmla="*/ 383381 h 581025"/>
              <a:gd name="connsiteX6" fmla="*/ 371951 w 676275"/>
              <a:gd name="connsiteY6" fmla="*/ 7144 h 581025"/>
              <a:gd name="connsiteX7" fmla="*/ 371951 w 676275"/>
              <a:gd name="connsiteY7" fmla="*/ 7144 h 581025"/>
              <a:gd name="connsiteX8" fmla="*/ 371951 w 676275"/>
              <a:gd name="connsiteY8" fmla="*/ 7144 h 581025"/>
              <a:gd name="connsiteX9" fmla="*/ 388144 w 676275"/>
              <a:gd name="connsiteY9" fmla="*/ 13811 h 581025"/>
              <a:gd name="connsiteX10" fmla="*/ 571024 w 676275"/>
              <a:gd name="connsiteY10" fmla="*/ 127159 h 581025"/>
              <a:gd name="connsiteX11" fmla="*/ 675799 w 676275"/>
              <a:gd name="connsiteY11" fmla="*/ 287179 h 581025"/>
              <a:gd name="connsiteX12" fmla="*/ 553879 w 676275"/>
              <a:gd name="connsiteY12" fmla="*/ 254794 h 581025"/>
            </a:gdLst>
            <a:ahLst/>
            <a:cxnLst/>
            <a:rect l="l" t="t" r="r" b="b"/>
            <a:pathLst>
              <a:path w="676275" h="581025">
                <a:moveTo>
                  <a:pt x="553879" y="254794"/>
                </a:moveTo>
                <a:cubicBezTo>
                  <a:pt x="507206" y="265271"/>
                  <a:pt x="475774" y="304324"/>
                  <a:pt x="451009" y="342424"/>
                </a:cubicBezTo>
                <a:cubicBezTo>
                  <a:pt x="424339" y="383381"/>
                  <a:pt x="403384" y="428149"/>
                  <a:pt x="375761" y="469106"/>
                </a:cubicBezTo>
                <a:cubicBezTo>
                  <a:pt x="349091" y="507206"/>
                  <a:pt x="316706" y="542449"/>
                  <a:pt x="273844" y="561499"/>
                </a:cubicBezTo>
                <a:cubicBezTo>
                  <a:pt x="229076" y="581501"/>
                  <a:pt x="179546" y="584359"/>
                  <a:pt x="132874" y="569119"/>
                </a:cubicBezTo>
                <a:cubicBezTo>
                  <a:pt x="58579" y="538639"/>
                  <a:pt x="7144" y="464344"/>
                  <a:pt x="7144" y="383381"/>
                </a:cubicBezTo>
                <a:cubicBezTo>
                  <a:pt x="7144" y="177641"/>
                  <a:pt x="290036" y="105251"/>
                  <a:pt x="371951" y="7144"/>
                </a:cubicBezTo>
                <a:cubicBezTo>
                  <a:pt x="371951" y="7144"/>
                  <a:pt x="371951" y="7144"/>
                  <a:pt x="371951" y="7144"/>
                </a:cubicBezTo>
                <a:lnTo>
                  <a:pt x="371951" y="7144"/>
                </a:lnTo>
                <a:cubicBezTo>
                  <a:pt x="377666" y="9049"/>
                  <a:pt x="382429" y="11906"/>
                  <a:pt x="388144" y="13811"/>
                </a:cubicBezTo>
                <a:cubicBezTo>
                  <a:pt x="454819" y="41434"/>
                  <a:pt x="517684" y="78581"/>
                  <a:pt x="571024" y="127159"/>
                </a:cubicBezTo>
                <a:cubicBezTo>
                  <a:pt x="620554" y="172879"/>
                  <a:pt x="657701" y="226219"/>
                  <a:pt x="675799" y="287179"/>
                </a:cubicBezTo>
                <a:cubicBezTo>
                  <a:pt x="646271" y="255746"/>
                  <a:pt x="595789" y="244316"/>
                  <a:pt x="553879" y="254794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4" name="Freeform: Shape 8">
            <a:extLst>
              <a:ext uri="{FF2B5EF4-FFF2-40B4-BE49-F238E27FC236}">
                <a16:creationId xmlns:a16="http://schemas.microsoft.com/office/drawing/2014/main" id="{9CF35CA0-09E8-81C3-4DA7-F503D6BAE3A3}"/>
              </a:ext>
            </a:extLst>
          </p:cNvPr>
          <p:cNvSpPr>
            <a:spLocks noGrp="1"/>
          </p:cNvSpPr>
          <p:nvPr/>
        </p:nvSpPr>
        <p:spPr>
          <a:xfrm>
            <a:off x="2096461" y="6150398"/>
            <a:ext cx="219107" cy="178025"/>
          </a:xfrm>
          <a:custGeom>
            <a:avLst/>
            <a:gdLst>
              <a:gd name="connsiteX0" fmla="*/ 443389 w 457200"/>
              <a:gd name="connsiteY0" fmla="*/ 151121 h 371475"/>
              <a:gd name="connsiteX1" fmla="*/ 340519 w 457200"/>
              <a:gd name="connsiteY1" fmla="*/ 250181 h 371475"/>
              <a:gd name="connsiteX2" fmla="*/ 193834 w 457200"/>
              <a:gd name="connsiteY2" fmla="*/ 204461 h 371475"/>
              <a:gd name="connsiteX3" fmla="*/ 299561 w 457200"/>
              <a:gd name="connsiteY3" fmla="*/ 298759 h 371475"/>
              <a:gd name="connsiteX4" fmla="*/ 161449 w 457200"/>
              <a:gd name="connsiteY4" fmla="*/ 360671 h 371475"/>
              <a:gd name="connsiteX5" fmla="*/ 79534 w 457200"/>
              <a:gd name="connsiteY5" fmla="*/ 367339 h 371475"/>
              <a:gd name="connsiteX6" fmla="*/ 7144 w 457200"/>
              <a:gd name="connsiteY6" fmla="*/ 348289 h 371475"/>
              <a:gd name="connsiteX7" fmla="*/ 120491 w 457200"/>
              <a:gd name="connsiteY7" fmla="*/ 276851 h 371475"/>
              <a:gd name="connsiteX8" fmla="*/ 188119 w 457200"/>
              <a:gd name="connsiteY8" fmla="*/ 175886 h 371475"/>
              <a:gd name="connsiteX9" fmla="*/ 250031 w 457200"/>
              <a:gd name="connsiteY9" fmla="*/ 64444 h 371475"/>
              <a:gd name="connsiteX10" fmla="*/ 339566 w 457200"/>
              <a:gd name="connsiteY10" fmla="*/ 7294 h 371475"/>
              <a:gd name="connsiteX11" fmla="*/ 438626 w 457200"/>
              <a:gd name="connsiteY11" fmla="*/ 58729 h 371475"/>
              <a:gd name="connsiteX12" fmla="*/ 443389 w 457200"/>
              <a:gd name="connsiteY12" fmla="*/ 151121 h 371475"/>
            </a:gdLst>
            <a:ahLst/>
            <a:cxnLst/>
            <a:rect l="l" t="t" r="r" b="b"/>
            <a:pathLst>
              <a:path w="457200" h="371475">
                <a:moveTo>
                  <a:pt x="443389" y="151121"/>
                </a:moveTo>
                <a:cubicBezTo>
                  <a:pt x="428149" y="198746"/>
                  <a:pt x="389096" y="236846"/>
                  <a:pt x="340519" y="250181"/>
                </a:cubicBezTo>
                <a:cubicBezTo>
                  <a:pt x="285274" y="265421"/>
                  <a:pt x="230029" y="249229"/>
                  <a:pt x="193834" y="204461"/>
                </a:cubicBezTo>
                <a:cubicBezTo>
                  <a:pt x="197644" y="261611"/>
                  <a:pt x="243364" y="299711"/>
                  <a:pt x="299561" y="298759"/>
                </a:cubicBezTo>
                <a:cubicBezTo>
                  <a:pt x="263366" y="334954"/>
                  <a:pt x="210026" y="352099"/>
                  <a:pt x="161449" y="360671"/>
                </a:cubicBezTo>
                <a:cubicBezTo>
                  <a:pt x="134779" y="365434"/>
                  <a:pt x="107156" y="368291"/>
                  <a:pt x="79534" y="367339"/>
                </a:cubicBezTo>
                <a:cubicBezTo>
                  <a:pt x="55721" y="366386"/>
                  <a:pt x="27146" y="363529"/>
                  <a:pt x="7144" y="348289"/>
                </a:cubicBezTo>
                <a:cubicBezTo>
                  <a:pt x="50959" y="334954"/>
                  <a:pt x="90011" y="310189"/>
                  <a:pt x="120491" y="276851"/>
                </a:cubicBezTo>
                <a:cubicBezTo>
                  <a:pt x="148114" y="246371"/>
                  <a:pt x="169069" y="211129"/>
                  <a:pt x="188119" y="175886"/>
                </a:cubicBezTo>
                <a:cubicBezTo>
                  <a:pt x="208121" y="138739"/>
                  <a:pt x="225266" y="98734"/>
                  <a:pt x="250031" y="64444"/>
                </a:cubicBezTo>
                <a:cubicBezTo>
                  <a:pt x="271939" y="33964"/>
                  <a:pt x="300514" y="9199"/>
                  <a:pt x="339566" y="7294"/>
                </a:cubicBezTo>
                <a:cubicBezTo>
                  <a:pt x="379571" y="5389"/>
                  <a:pt x="419576" y="21581"/>
                  <a:pt x="438626" y="58729"/>
                </a:cubicBezTo>
                <a:cubicBezTo>
                  <a:pt x="453866" y="88256"/>
                  <a:pt x="452914" y="120641"/>
                  <a:pt x="443389" y="151121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pic>
        <p:nvPicPr>
          <p:cNvPr id="22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896" y="1107202"/>
            <a:ext cx="8281358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/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t>Insert Picture and send to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anchor="t">
            <a:spAutoFit/>
          </a:bodyPr>
          <a:lstStyle>
            <a:lvl1pPr>
              <a:buNone/>
              <a:defRPr sz="1400">
                <a:latin typeface="Ubuntu Light"/>
                <a:ea typeface="Ubuntu Light"/>
                <a:cs typeface="Ubuntu Light"/>
              </a:defRPr>
            </a:lvl1pPr>
          </a:lstStyle>
          <a:p>
            <a:pPr lvl="0">
              <a:buNone/>
            </a:pPr>
            <a:r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/>
                <a:ea typeface="Ubuntu Light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053956"/>
            <a:ext cx="4609034" cy="1495794"/>
          </a:xfrm>
        </p:spPr>
        <p:txBody>
          <a:bodyPr wrap="square" lIns="0" tIns="0" rIns="0" bIns="0" anchor="b">
            <a:spAutoFit/>
          </a:bodyPr>
          <a:lstStyle>
            <a:lvl1pPr algn="l">
              <a:lnSpc>
                <a:spcPct val="90000"/>
              </a:lnSpc>
              <a:buNone/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9" name="Freeform: Shape 2">
            <a:extLst>
              <a:ext uri="{FF2B5EF4-FFF2-40B4-BE49-F238E27FC236}">
                <a16:creationId xmlns:a16="http://schemas.microsoft.com/office/drawing/2014/main" id="{09E51387-52A5-B06A-AEC1-9A4DA7D2DACC}"/>
              </a:ext>
            </a:extLst>
          </p:cNvPr>
          <p:cNvSpPr>
            <a:spLocks noGrp="1"/>
          </p:cNvSpPr>
          <p:nvPr/>
        </p:nvSpPr>
        <p:spPr>
          <a:xfrm>
            <a:off x="2093388" y="6148189"/>
            <a:ext cx="219107" cy="178024"/>
          </a:xfrm>
          <a:custGeom>
            <a:avLst/>
            <a:gdLst>
              <a:gd name="connsiteX0" fmla="*/ 304324 w 457200"/>
              <a:gd name="connsiteY0" fmla="*/ 261461 h 371475"/>
              <a:gd name="connsiteX1" fmla="*/ 456724 w 457200"/>
              <a:gd name="connsiteY1" fmla="*/ 110014 h 371475"/>
              <a:gd name="connsiteX2" fmla="*/ 344329 w 457200"/>
              <a:gd name="connsiteY2" fmla="*/ 7144 h 371475"/>
              <a:gd name="connsiteX3" fmla="*/ 125254 w 457200"/>
              <a:gd name="connsiteY3" fmla="*/ 241459 h 371475"/>
              <a:gd name="connsiteX4" fmla="*/ 7144 w 457200"/>
              <a:gd name="connsiteY4" fmla="*/ 348139 h 371475"/>
              <a:gd name="connsiteX5" fmla="*/ 96679 w 457200"/>
              <a:gd name="connsiteY5" fmla="*/ 372904 h 371475"/>
              <a:gd name="connsiteX6" fmla="*/ 306229 w 457200"/>
              <a:gd name="connsiteY6" fmla="*/ 304324 h 371475"/>
              <a:gd name="connsiteX7" fmla="*/ 200501 w 457200"/>
              <a:gd name="connsiteY7" fmla="*/ 210026 h 371475"/>
              <a:gd name="connsiteX8" fmla="*/ 304324 w 457200"/>
              <a:gd name="connsiteY8" fmla="*/ 261461 h 371475"/>
            </a:gdLst>
            <a:ahLst/>
            <a:cxnLst/>
            <a:rect l="l" t="t" r="r" b="b"/>
            <a:pathLst>
              <a:path w="457200" h="371475">
                <a:moveTo>
                  <a:pt x="304324" y="261461"/>
                </a:moveTo>
                <a:cubicBezTo>
                  <a:pt x="390049" y="261461"/>
                  <a:pt x="455771" y="191929"/>
                  <a:pt x="456724" y="110014"/>
                </a:cubicBezTo>
                <a:cubicBezTo>
                  <a:pt x="451009" y="73819"/>
                  <a:pt x="438626" y="7144"/>
                  <a:pt x="344329" y="7144"/>
                </a:cubicBezTo>
                <a:cubicBezTo>
                  <a:pt x="242411" y="7144"/>
                  <a:pt x="208121" y="150019"/>
                  <a:pt x="125254" y="241459"/>
                </a:cubicBezTo>
                <a:cubicBezTo>
                  <a:pt x="118586" y="293846"/>
                  <a:pt x="69056" y="340519"/>
                  <a:pt x="7144" y="348139"/>
                </a:cubicBezTo>
                <a:cubicBezTo>
                  <a:pt x="22384" y="364331"/>
                  <a:pt x="55721" y="372904"/>
                  <a:pt x="96679" y="372904"/>
                </a:cubicBezTo>
                <a:cubicBezTo>
                  <a:pt x="170021" y="372904"/>
                  <a:pt x="259556" y="350996"/>
                  <a:pt x="306229" y="304324"/>
                </a:cubicBezTo>
                <a:cubicBezTo>
                  <a:pt x="244316" y="305276"/>
                  <a:pt x="204311" y="265271"/>
                  <a:pt x="200501" y="210026"/>
                </a:cubicBezTo>
                <a:cubicBezTo>
                  <a:pt x="230029" y="247174"/>
                  <a:pt x="264319" y="261461"/>
                  <a:pt x="304324" y="261461"/>
                </a:cubicBezTo>
                <a:close/>
              </a:path>
            </a:pathLst>
          </a:custGeom>
          <a:solidFill>
            <a:srgbClr val="17ABDB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0" name="Freeform: Shape 3">
            <a:extLst>
              <a:ext uri="{FF2B5EF4-FFF2-40B4-BE49-F238E27FC236}">
                <a16:creationId xmlns:a16="http://schemas.microsoft.com/office/drawing/2014/main" id="{1A2D993C-1439-0B90-F87F-84C15E66CF4C}"/>
              </a:ext>
            </a:extLst>
          </p:cNvPr>
          <p:cNvSpPr>
            <a:spLocks noGrp="1"/>
          </p:cNvSpPr>
          <p:nvPr/>
        </p:nvSpPr>
        <p:spPr>
          <a:xfrm>
            <a:off x="443236" y="6026766"/>
            <a:ext cx="1520057" cy="415391"/>
          </a:xfrm>
          <a:custGeom>
            <a:avLst/>
            <a:gdLst>
              <a:gd name="connsiteX0" fmla="*/ 3092291 w 3171825"/>
              <a:gd name="connsiteY0" fmla="*/ 287179 h 866775"/>
              <a:gd name="connsiteX1" fmla="*/ 3059907 w 3171825"/>
              <a:gd name="connsiteY1" fmla="*/ 211931 h 866775"/>
              <a:gd name="connsiteX2" fmla="*/ 3027521 w 3171825"/>
              <a:gd name="connsiteY2" fmla="*/ 218599 h 866775"/>
              <a:gd name="connsiteX3" fmla="*/ 2960846 w 3171825"/>
              <a:gd name="connsiteY3" fmla="*/ 507206 h 866775"/>
              <a:gd name="connsiteX4" fmla="*/ 2816066 w 3171825"/>
              <a:gd name="connsiteY4" fmla="*/ 178594 h 866775"/>
              <a:gd name="connsiteX5" fmla="*/ 2679859 w 3171825"/>
              <a:gd name="connsiteY5" fmla="*/ 440531 h 866775"/>
              <a:gd name="connsiteX6" fmla="*/ 2670334 w 3171825"/>
              <a:gd name="connsiteY6" fmla="*/ 319564 h 866775"/>
              <a:gd name="connsiteX7" fmla="*/ 2677001 w 3171825"/>
              <a:gd name="connsiteY7" fmla="*/ 254794 h 866775"/>
              <a:gd name="connsiteX8" fmla="*/ 2611279 w 3171825"/>
              <a:gd name="connsiteY8" fmla="*/ 209074 h 866775"/>
              <a:gd name="connsiteX9" fmla="*/ 2533174 w 3171825"/>
              <a:gd name="connsiteY9" fmla="*/ 510064 h 866775"/>
              <a:gd name="connsiteX10" fmla="*/ 2470309 w 3171825"/>
              <a:gd name="connsiteY10" fmla="*/ 292894 h 866775"/>
              <a:gd name="connsiteX11" fmla="*/ 2405539 w 3171825"/>
              <a:gd name="connsiteY11" fmla="*/ 208121 h 866775"/>
              <a:gd name="connsiteX12" fmla="*/ 2325529 w 3171825"/>
              <a:gd name="connsiteY12" fmla="*/ 494824 h 866775"/>
              <a:gd name="connsiteX13" fmla="*/ 2206466 w 3171825"/>
              <a:gd name="connsiteY13" fmla="*/ 211931 h 866775"/>
              <a:gd name="connsiteX14" fmla="*/ 2087404 w 3171825"/>
              <a:gd name="connsiteY14" fmla="*/ 479584 h 866775"/>
              <a:gd name="connsiteX15" fmla="*/ 1983581 w 3171825"/>
              <a:gd name="connsiteY15" fmla="*/ 178594 h 866775"/>
              <a:gd name="connsiteX16" fmla="*/ 1877854 w 3171825"/>
              <a:gd name="connsiteY16" fmla="*/ 391954 h 866775"/>
              <a:gd name="connsiteX17" fmla="*/ 1867376 w 3171825"/>
              <a:gd name="connsiteY17" fmla="*/ 390049 h 866775"/>
              <a:gd name="connsiteX18" fmla="*/ 1866424 w 3171825"/>
              <a:gd name="connsiteY18" fmla="*/ 327184 h 866775"/>
              <a:gd name="connsiteX19" fmla="*/ 1807369 w 3171825"/>
              <a:gd name="connsiteY19" fmla="*/ 202406 h 866775"/>
              <a:gd name="connsiteX20" fmla="*/ 1654969 w 3171825"/>
              <a:gd name="connsiteY20" fmla="*/ 512921 h 866775"/>
              <a:gd name="connsiteX21" fmla="*/ 1592104 w 3171825"/>
              <a:gd name="connsiteY21" fmla="*/ 483394 h 866775"/>
              <a:gd name="connsiteX22" fmla="*/ 1719739 w 3171825"/>
              <a:gd name="connsiteY22" fmla="*/ 306229 h 866775"/>
              <a:gd name="connsiteX23" fmla="*/ 1619726 w 3171825"/>
              <a:gd name="connsiteY23" fmla="*/ 202406 h 866775"/>
              <a:gd name="connsiteX24" fmla="*/ 1483519 w 3171825"/>
              <a:gd name="connsiteY24" fmla="*/ 369094 h 866775"/>
              <a:gd name="connsiteX25" fmla="*/ 1503521 w 3171825"/>
              <a:gd name="connsiteY25" fmla="*/ 473869 h 866775"/>
              <a:gd name="connsiteX26" fmla="*/ 1418749 w 3171825"/>
              <a:gd name="connsiteY26" fmla="*/ 512921 h 866775"/>
              <a:gd name="connsiteX27" fmla="*/ 1400651 w 3171825"/>
              <a:gd name="connsiteY27" fmla="*/ 274796 h 866775"/>
              <a:gd name="connsiteX28" fmla="*/ 1336834 w 3171825"/>
              <a:gd name="connsiteY28" fmla="*/ 326231 h 866775"/>
              <a:gd name="connsiteX29" fmla="*/ 1262539 w 3171825"/>
              <a:gd name="connsiteY29" fmla="*/ 479584 h 866775"/>
              <a:gd name="connsiteX30" fmla="*/ 1223486 w 3171825"/>
              <a:gd name="connsiteY30" fmla="*/ 421481 h 866775"/>
              <a:gd name="connsiteX31" fmla="*/ 1402556 w 3171825"/>
              <a:gd name="connsiteY31" fmla="*/ 250031 h 866775"/>
              <a:gd name="connsiteX32" fmla="*/ 1343501 w 3171825"/>
              <a:gd name="connsiteY32" fmla="*/ 192881 h 866775"/>
              <a:gd name="connsiteX33" fmla="*/ 1181576 w 3171825"/>
              <a:gd name="connsiteY33" fmla="*/ 290989 h 866775"/>
              <a:gd name="connsiteX34" fmla="*/ 1086326 w 3171825"/>
              <a:gd name="connsiteY34" fmla="*/ 385286 h 866775"/>
              <a:gd name="connsiteX35" fmla="*/ 1088231 w 3171825"/>
              <a:gd name="connsiteY35" fmla="*/ 358616 h 866775"/>
              <a:gd name="connsiteX36" fmla="*/ 974884 w 3171825"/>
              <a:gd name="connsiteY36" fmla="*/ 204311 h 866775"/>
              <a:gd name="connsiteX37" fmla="*/ 883444 w 3171825"/>
              <a:gd name="connsiteY37" fmla="*/ 273844 h 866775"/>
              <a:gd name="connsiteX38" fmla="*/ 846296 w 3171825"/>
              <a:gd name="connsiteY38" fmla="*/ 213836 h 866775"/>
              <a:gd name="connsiteX39" fmla="*/ 805339 w 3171825"/>
              <a:gd name="connsiteY39" fmla="*/ 224314 h 866775"/>
              <a:gd name="connsiteX40" fmla="*/ 814864 w 3171825"/>
              <a:gd name="connsiteY40" fmla="*/ 334804 h 866775"/>
              <a:gd name="connsiteX41" fmla="*/ 742474 w 3171825"/>
              <a:gd name="connsiteY41" fmla="*/ 520541 h 866775"/>
              <a:gd name="connsiteX42" fmla="*/ 691991 w 3171825"/>
              <a:gd name="connsiteY42" fmla="*/ 309086 h 866775"/>
              <a:gd name="connsiteX43" fmla="*/ 671989 w 3171825"/>
              <a:gd name="connsiteY43" fmla="*/ 305276 h 866775"/>
              <a:gd name="connsiteX44" fmla="*/ 621506 w 3171825"/>
              <a:gd name="connsiteY44" fmla="*/ 399574 h 866775"/>
              <a:gd name="connsiteX45" fmla="*/ 539591 w 3171825"/>
              <a:gd name="connsiteY45" fmla="*/ 512921 h 866775"/>
              <a:gd name="connsiteX46" fmla="*/ 495776 w 3171825"/>
              <a:gd name="connsiteY46" fmla="*/ 443389 h 866775"/>
              <a:gd name="connsiteX47" fmla="*/ 685324 w 3171825"/>
              <a:gd name="connsiteY47" fmla="*/ 278606 h 866775"/>
              <a:gd name="connsiteX48" fmla="*/ 627221 w 3171825"/>
              <a:gd name="connsiteY48" fmla="*/ 214789 h 866775"/>
              <a:gd name="connsiteX49" fmla="*/ 437674 w 3171825"/>
              <a:gd name="connsiteY49" fmla="*/ 355759 h 866775"/>
              <a:gd name="connsiteX50" fmla="*/ 237649 w 3171825"/>
              <a:gd name="connsiteY50" fmla="*/ 529114 h 866775"/>
              <a:gd name="connsiteX51" fmla="*/ 97631 w 3171825"/>
              <a:gd name="connsiteY51" fmla="*/ 313849 h 866775"/>
              <a:gd name="connsiteX52" fmla="*/ 261461 w 3171825"/>
              <a:gd name="connsiteY52" fmla="*/ 69056 h 866775"/>
              <a:gd name="connsiteX53" fmla="*/ 329089 w 3171825"/>
              <a:gd name="connsiteY53" fmla="*/ 181451 h 866775"/>
              <a:gd name="connsiteX54" fmla="*/ 410051 w 3171825"/>
              <a:gd name="connsiteY54" fmla="*/ 121444 h 866775"/>
              <a:gd name="connsiteX55" fmla="*/ 265271 w 3171825"/>
              <a:gd name="connsiteY55" fmla="*/ 7144 h 866775"/>
              <a:gd name="connsiteX56" fmla="*/ 7144 w 3171825"/>
              <a:gd name="connsiteY56" fmla="*/ 324326 h 866775"/>
              <a:gd name="connsiteX57" fmla="*/ 220504 w 3171825"/>
              <a:gd name="connsiteY57" fmla="*/ 601504 h 866775"/>
              <a:gd name="connsiteX58" fmla="*/ 425291 w 3171825"/>
              <a:gd name="connsiteY58" fmla="*/ 472916 h 866775"/>
              <a:gd name="connsiteX59" fmla="*/ 525304 w 3171825"/>
              <a:gd name="connsiteY59" fmla="*/ 576739 h 866775"/>
              <a:gd name="connsiteX60" fmla="*/ 646271 w 3171825"/>
              <a:gd name="connsiteY60" fmla="*/ 485299 h 866775"/>
              <a:gd name="connsiteX61" fmla="*/ 734854 w 3171825"/>
              <a:gd name="connsiteY61" fmla="*/ 576739 h 866775"/>
              <a:gd name="connsiteX62" fmla="*/ 812959 w 3171825"/>
              <a:gd name="connsiteY62" fmla="*/ 532924 h 866775"/>
              <a:gd name="connsiteX63" fmla="*/ 904399 w 3171825"/>
              <a:gd name="connsiteY63" fmla="*/ 810101 h 866775"/>
              <a:gd name="connsiteX64" fmla="*/ 882491 w 3171825"/>
              <a:gd name="connsiteY64" fmla="*/ 577691 h 866775"/>
              <a:gd name="connsiteX65" fmla="*/ 969169 w 3171825"/>
              <a:gd name="connsiteY65" fmla="*/ 267176 h 866775"/>
              <a:gd name="connsiteX66" fmla="*/ 1015841 w 3171825"/>
              <a:gd name="connsiteY66" fmla="*/ 359569 h 866775"/>
              <a:gd name="connsiteX67" fmla="*/ 1007269 w 3171825"/>
              <a:gd name="connsiteY67" fmla="*/ 440531 h 866775"/>
              <a:gd name="connsiteX68" fmla="*/ 900589 w 3171825"/>
              <a:gd name="connsiteY68" fmla="*/ 545306 h 866775"/>
              <a:gd name="connsiteX69" fmla="*/ 941546 w 3171825"/>
              <a:gd name="connsiteY69" fmla="*/ 577691 h 866775"/>
              <a:gd name="connsiteX70" fmla="*/ 1072039 w 3171825"/>
              <a:gd name="connsiteY70" fmla="*/ 449104 h 866775"/>
              <a:gd name="connsiteX71" fmla="*/ 1150144 w 3171825"/>
              <a:gd name="connsiteY71" fmla="*/ 390049 h 866775"/>
              <a:gd name="connsiteX72" fmla="*/ 1149191 w 3171825"/>
              <a:gd name="connsiteY72" fmla="*/ 415766 h 866775"/>
              <a:gd name="connsiteX73" fmla="*/ 1244441 w 3171825"/>
              <a:gd name="connsiteY73" fmla="*/ 550069 h 866775"/>
              <a:gd name="connsiteX74" fmla="*/ 1349216 w 3171825"/>
              <a:gd name="connsiteY74" fmla="*/ 469106 h 866775"/>
              <a:gd name="connsiteX75" fmla="*/ 1352074 w 3171825"/>
              <a:gd name="connsiteY75" fmla="*/ 547211 h 866775"/>
              <a:gd name="connsiteX76" fmla="*/ 1155859 w 3171825"/>
              <a:gd name="connsiteY76" fmla="*/ 754856 h 866775"/>
              <a:gd name="connsiteX77" fmla="*/ 1259681 w 3171825"/>
              <a:gd name="connsiteY77" fmla="*/ 864394 h 866775"/>
              <a:gd name="connsiteX78" fmla="*/ 1419701 w 3171825"/>
              <a:gd name="connsiteY78" fmla="*/ 569119 h 866775"/>
              <a:gd name="connsiteX79" fmla="*/ 1529239 w 3171825"/>
              <a:gd name="connsiteY79" fmla="*/ 518636 h 866775"/>
              <a:gd name="connsiteX80" fmla="*/ 1640681 w 3171825"/>
              <a:gd name="connsiteY80" fmla="*/ 576739 h 866775"/>
              <a:gd name="connsiteX81" fmla="*/ 1813084 w 3171825"/>
              <a:gd name="connsiteY81" fmla="*/ 459581 h 866775"/>
              <a:gd name="connsiteX82" fmla="*/ 1868329 w 3171825"/>
              <a:gd name="connsiteY82" fmla="*/ 576739 h 866775"/>
              <a:gd name="connsiteX83" fmla="*/ 1980724 w 3171825"/>
              <a:gd name="connsiteY83" fmla="*/ 273844 h 866775"/>
              <a:gd name="connsiteX84" fmla="*/ 2074069 w 3171825"/>
              <a:gd name="connsiteY84" fmla="*/ 601504 h 866775"/>
              <a:gd name="connsiteX85" fmla="*/ 2198846 w 3171825"/>
              <a:gd name="connsiteY85" fmla="*/ 312896 h 866775"/>
              <a:gd name="connsiteX86" fmla="*/ 2307432 w 3171825"/>
              <a:gd name="connsiteY86" fmla="*/ 576739 h 866775"/>
              <a:gd name="connsiteX87" fmla="*/ 2412207 w 3171825"/>
              <a:gd name="connsiteY87" fmla="*/ 428149 h 866775"/>
              <a:gd name="connsiteX88" fmla="*/ 2521744 w 3171825"/>
              <a:gd name="connsiteY88" fmla="*/ 576739 h 866775"/>
              <a:gd name="connsiteX89" fmla="*/ 2618899 w 3171825"/>
              <a:gd name="connsiteY89" fmla="*/ 486251 h 866775"/>
              <a:gd name="connsiteX90" fmla="*/ 2670334 w 3171825"/>
              <a:gd name="connsiteY90" fmla="*/ 576739 h 866775"/>
              <a:gd name="connsiteX91" fmla="*/ 2803684 w 3171825"/>
              <a:gd name="connsiteY91" fmla="*/ 274796 h 866775"/>
              <a:gd name="connsiteX92" fmla="*/ 2947511 w 3171825"/>
              <a:gd name="connsiteY92" fmla="*/ 576739 h 866775"/>
              <a:gd name="connsiteX93" fmla="*/ 3040857 w 3171825"/>
              <a:gd name="connsiteY93" fmla="*/ 474821 h 866775"/>
              <a:gd name="connsiteX94" fmla="*/ 3121819 w 3171825"/>
              <a:gd name="connsiteY94" fmla="*/ 576739 h 866775"/>
              <a:gd name="connsiteX95" fmla="*/ 3169444 w 3171825"/>
              <a:gd name="connsiteY95" fmla="*/ 550069 h 866775"/>
              <a:gd name="connsiteX96" fmla="*/ 3092291 w 3171825"/>
              <a:gd name="connsiteY96" fmla="*/ 287179 h 866775"/>
              <a:gd name="connsiteX97" fmla="*/ 1267301 w 3171825"/>
              <a:gd name="connsiteY97" fmla="*/ 806291 h 866775"/>
              <a:gd name="connsiteX98" fmla="*/ 1226344 w 3171825"/>
              <a:gd name="connsiteY98" fmla="*/ 751999 h 866775"/>
              <a:gd name="connsiteX99" fmla="*/ 1353026 w 3171825"/>
              <a:gd name="connsiteY99" fmla="*/ 597694 h 866775"/>
              <a:gd name="connsiteX100" fmla="*/ 1267301 w 3171825"/>
              <a:gd name="connsiteY100" fmla="*/ 806291 h 866775"/>
              <a:gd name="connsiteX101" fmla="*/ 1614964 w 3171825"/>
              <a:gd name="connsiteY101" fmla="*/ 257651 h 866775"/>
              <a:gd name="connsiteX102" fmla="*/ 1653064 w 3171825"/>
              <a:gd name="connsiteY102" fmla="*/ 315754 h 866775"/>
              <a:gd name="connsiteX103" fmla="*/ 1569244 w 3171825"/>
              <a:gd name="connsiteY103" fmla="*/ 438626 h 866775"/>
              <a:gd name="connsiteX104" fmla="*/ 1614964 w 3171825"/>
              <a:gd name="connsiteY104" fmla="*/ 257651 h 866775"/>
            </a:gdLst>
            <a:ahLst/>
            <a:cxnLst/>
            <a:rect l="l" t="t" r="r" b="b"/>
            <a:pathLst>
              <a:path w="3171825" h="866775">
                <a:moveTo>
                  <a:pt x="3092291" y="287179"/>
                </a:moveTo>
                <a:cubicBezTo>
                  <a:pt x="3092291" y="241459"/>
                  <a:pt x="3089434" y="211931"/>
                  <a:pt x="3059907" y="211931"/>
                </a:cubicBezTo>
                <a:cubicBezTo>
                  <a:pt x="3046571" y="211931"/>
                  <a:pt x="3039904" y="214789"/>
                  <a:pt x="3027521" y="218599"/>
                </a:cubicBezTo>
                <a:cubicBezTo>
                  <a:pt x="3037999" y="371951"/>
                  <a:pt x="3003709" y="507206"/>
                  <a:pt x="2960846" y="507206"/>
                </a:cubicBezTo>
                <a:cubicBezTo>
                  <a:pt x="2905601" y="507206"/>
                  <a:pt x="2933224" y="178594"/>
                  <a:pt x="2816066" y="178594"/>
                </a:cubicBezTo>
                <a:cubicBezTo>
                  <a:pt x="2707482" y="178594"/>
                  <a:pt x="2692241" y="440531"/>
                  <a:pt x="2679859" y="440531"/>
                </a:cubicBezTo>
                <a:cubicBezTo>
                  <a:pt x="2671286" y="440531"/>
                  <a:pt x="2670334" y="371951"/>
                  <a:pt x="2670334" y="319564"/>
                </a:cubicBezTo>
                <a:cubicBezTo>
                  <a:pt x="2675096" y="294799"/>
                  <a:pt x="2677001" y="271939"/>
                  <a:pt x="2677001" y="254794"/>
                </a:cubicBezTo>
                <a:cubicBezTo>
                  <a:pt x="2677001" y="230029"/>
                  <a:pt x="2667476" y="188119"/>
                  <a:pt x="2611279" y="209074"/>
                </a:cubicBezTo>
                <a:cubicBezTo>
                  <a:pt x="2613184" y="396716"/>
                  <a:pt x="2576036" y="510064"/>
                  <a:pt x="2533174" y="510064"/>
                </a:cubicBezTo>
                <a:cubicBezTo>
                  <a:pt x="2471261" y="510064"/>
                  <a:pt x="2470309" y="340519"/>
                  <a:pt x="2470309" y="292894"/>
                </a:cubicBezTo>
                <a:cubicBezTo>
                  <a:pt x="2470309" y="247174"/>
                  <a:pt x="2473166" y="186214"/>
                  <a:pt x="2405539" y="208121"/>
                </a:cubicBezTo>
                <a:cubicBezTo>
                  <a:pt x="2395061" y="371951"/>
                  <a:pt x="2352199" y="494824"/>
                  <a:pt x="2325529" y="494824"/>
                </a:cubicBezTo>
                <a:cubicBezTo>
                  <a:pt x="2285524" y="494824"/>
                  <a:pt x="2293144" y="211931"/>
                  <a:pt x="2206466" y="211931"/>
                </a:cubicBezTo>
                <a:cubicBezTo>
                  <a:pt x="2128361" y="211931"/>
                  <a:pt x="2103596" y="479584"/>
                  <a:pt x="2087404" y="479584"/>
                </a:cubicBezTo>
                <a:cubicBezTo>
                  <a:pt x="2057876" y="479584"/>
                  <a:pt x="2096929" y="178594"/>
                  <a:pt x="1983581" y="178594"/>
                </a:cubicBezTo>
                <a:cubicBezTo>
                  <a:pt x="1924526" y="178594"/>
                  <a:pt x="1900714" y="279559"/>
                  <a:pt x="1877854" y="391954"/>
                </a:cubicBezTo>
                <a:cubicBezTo>
                  <a:pt x="1873091" y="413861"/>
                  <a:pt x="1868329" y="414814"/>
                  <a:pt x="1867376" y="390049"/>
                </a:cubicBezTo>
                <a:cubicBezTo>
                  <a:pt x="1866424" y="370046"/>
                  <a:pt x="1866424" y="347186"/>
                  <a:pt x="1866424" y="327184"/>
                </a:cubicBezTo>
                <a:cubicBezTo>
                  <a:pt x="1894999" y="213836"/>
                  <a:pt x="1859756" y="171926"/>
                  <a:pt x="1807369" y="202406"/>
                </a:cubicBezTo>
                <a:cubicBezTo>
                  <a:pt x="1824514" y="411004"/>
                  <a:pt x="1728311" y="512921"/>
                  <a:pt x="1654969" y="512921"/>
                </a:cubicBezTo>
                <a:cubicBezTo>
                  <a:pt x="1628299" y="512921"/>
                  <a:pt x="1607344" y="501491"/>
                  <a:pt x="1592104" y="483394"/>
                </a:cubicBezTo>
                <a:cubicBezTo>
                  <a:pt x="1680686" y="429101"/>
                  <a:pt x="1719739" y="367189"/>
                  <a:pt x="1719739" y="306229"/>
                </a:cubicBezTo>
                <a:cubicBezTo>
                  <a:pt x="1719739" y="240506"/>
                  <a:pt x="1681639" y="202406"/>
                  <a:pt x="1619726" y="202406"/>
                </a:cubicBezTo>
                <a:cubicBezTo>
                  <a:pt x="1532096" y="202406"/>
                  <a:pt x="1483519" y="292894"/>
                  <a:pt x="1483519" y="369094"/>
                </a:cubicBezTo>
                <a:cubicBezTo>
                  <a:pt x="1483519" y="410051"/>
                  <a:pt x="1491139" y="445294"/>
                  <a:pt x="1503521" y="473869"/>
                </a:cubicBezTo>
                <a:cubicBezTo>
                  <a:pt x="1473041" y="488156"/>
                  <a:pt x="1445419" y="500539"/>
                  <a:pt x="1418749" y="512921"/>
                </a:cubicBezTo>
                <a:cubicBezTo>
                  <a:pt x="1416844" y="433864"/>
                  <a:pt x="1407319" y="350996"/>
                  <a:pt x="1400651" y="274796"/>
                </a:cubicBezTo>
                <a:cubicBezTo>
                  <a:pt x="1353979" y="262414"/>
                  <a:pt x="1340644" y="284321"/>
                  <a:pt x="1336834" y="326231"/>
                </a:cubicBezTo>
                <a:cubicBezTo>
                  <a:pt x="1328261" y="420529"/>
                  <a:pt x="1293971" y="479584"/>
                  <a:pt x="1262539" y="479584"/>
                </a:cubicBezTo>
                <a:cubicBezTo>
                  <a:pt x="1239679" y="479584"/>
                  <a:pt x="1225391" y="451009"/>
                  <a:pt x="1223486" y="421481"/>
                </a:cubicBezTo>
                <a:cubicBezTo>
                  <a:pt x="1214914" y="270034"/>
                  <a:pt x="1337786" y="228124"/>
                  <a:pt x="1402556" y="250031"/>
                </a:cubicBezTo>
                <a:cubicBezTo>
                  <a:pt x="1415891" y="216694"/>
                  <a:pt x="1401604" y="192881"/>
                  <a:pt x="1343501" y="192881"/>
                </a:cubicBezTo>
                <a:cubicBezTo>
                  <a:pt x="1273016" y="192881"/>
                  <a:pt x="1220629" y="235744"/>
                  <a:pt x="1181576" y="290989"/>
                </a:cubicBezTo>
                <a:cubicBezTo>
                  <a:pt x="1155859" y="327184"/>
                  <a:pt x="1126331" y="353854"/>
                  <a:pt x="1086326" y="385286"/>
                </a:cubicBezTo>
                <a:cubicBezTo>
                  <a:pt x="1087279" y="375761"/>
                  <a:pt x="1088231" y="367189"/>
                  <a:pt x="1088231" y="358616"/>
                </a:cubicBezTo>
                <a:cubicBezTo>
                  <a:pt x="1088231" y="251936"/>
                  <a:pt x="1030129" y="204311"/>
                  <a:pt x="974884" y="204311"/>
                </a:cubicBezTo>
                <a:cubicBezTo>
                  <a:pt x="929164" y="204311"/>
                  <a:pt x="900589" y="231934"/>
                  <a:pt x="883444" y="273844"/>
                </a:cubicBezTo>
                <a:cubicBezTo>
                  <a:pt x="879634" y="231934"/>
                  <a:pt x="871061" y="213836"/>
                  <a:pt x="846296" y="213836"/>
                </a:cubicBezTo>
                <a:cubicBezTo>
                  <a:pt x="835819" y="213836"/>
                  <a:pt x="821531" y="216694"/>
                  <a:pt x="805339" y="224314"/>
                </a:cubicBezTo>
                <a:cubicBezTo>
                  <a:pt x="812959" y="248126"/>
                  <a:pt x="814864" y="300514"/>
                  <a:pt x="814864" y="334804"/>
                </a:cubicBezTo>
                <a:cubicBezTo>
                  <a:pt x="814864" y="463391"/>
                  <a:pt x="777716" y="520541"/>
                  <a:pt x="742474" y="520541"/>
                </a:cubicBezTo>
                <a:cubicBezTo>
                  <a:pt x="701516" y="520541"/>
                  <a:pt x="695801" y="368141"/>
                  <a:pt x="691991" y="309086"/>
                </a:cubicBezTo>
                <a:cubicBezTo>
                  <a:pt x="687229" y="307181"/>
                  <a:pt x="681514" y="305276"/>
                  <a:pt x="671989" y="305276"/>
                </a:cubicBezTo>
                <a:cubicBezTo>
                  <a:pt x="635794" y="305276"/>
                  <a:pt x="631031" y="354806"/>
                  <a:pt x="621506" y="399574"/>
                </a:cubicBezTo>
                <a:cubicBezTo>
                  <a:pt x="611029" y="450056"/>
                  <a:pt x="582454" y="512921"/>
                  <a:pt x="539591" y="512921"/>
                </a:cubicBezTo>
                <a:cubicBezTo>
                  <a:pt x="513874" y="512921"/>
                  <a:pt x="497681" y="488156"/>
                  <a:pt x="495776" y="443389"/>
                </a:cubicBezTo>
                <a:cubicBezTo>
                  <a:pt x="491966" y="352901"/>
                  <a:pt x="567214" y="245269"/>
                  <a:pt x="685324" y="278606"/>
                </a:cubicBezTo>
                <a:cubicBezTo>
                  <a:pt x="700564" y="242411"/>
                  <a:pt x="676751" y="214789"/>
                  <a:pt x="627221" y="214789"/>
                </a:cubicBezTo>
                <a:cubicBezTo>
                  <a:pt x="540544" y="214789"/>
                  <a:pt x="469106" y="279559"/>
                  <a:pt x="437674" y="355759"/>
                </a:cubicBezTo>
                <a:cubicBezTo>
                  <a:pt x="406241" y="426244"/>
                  <a:pt x="350996" y="529114"/>
                  <a:pt x="237649" y="529114"/>
                </a:cubicBezTo>
                <a:cubicBezTo>
                  <a:pt x="157639" y="529114"/>
                  <a:pt x="97631" y="459581"/>
                  <a:pt x="97631" y="313849"/>
                </a:cubicBezTo>
                <a:cubicBezTo>
                  <a:pt x="97631" y="188119"/>
                  <a:pt x="176689" y="69056"/>
                  <a:pt x="261461" y="69056"/>
                </a:cubicBezTo>
                <a:cubicBezTo>
                  <a:pt x="320516" y="69056"/>
                  <a:pt x="333851" y="127159"/>
                  <a:pt x="329089" y="181451"/>
                </a:cubicBezTo>
                <a:cubicBezTo>
                  <a:pt x="359569" y="206216"/>
                  <a:pt x="410051" y="183356"/>
                  <a:pt x="410051" y="121444"/>
                </a:cubicBezTo>
                <a:cubicBezTo>
                  <a:pt x="410051" y="79534"/>
                  <a:pt x="375761" y="7144"/>
                  <a:pt x="265271" y="7144"/>
                </a:cubicBezTo>
                <a:cubicBezTo>
                  <a:pt x="128111" y="7144"/>
                  <a:pt x="7144" y="144304"/>
                  <a:pt x="7144" y="324326"/>
                </a:cubicBezTo>
                <a:cubicBezTo>
                  <a:pt x="7144" y="498634"/>
                  <a:pt x="95726" y="601504"/>
                  <a:pt x="220504" y="601504"/>
                </a:cubicBezTo>
                <a:cubicBezTo>
                  <a:pt x="299561" y="601504"/>
                  <a:pt x="373856" y="556736"/>
                  <a:pt x="425291" y="472916"/>
                </a:cubicBezTo>
                <a:cubicBezTo>
                  <a:pt x="438626" y="545306"/>
                  <a:pt x="488156" y="576739"/>
                  <a:pt x="525304" y="576739"/>
                </a:cubicBezTo>
                <a:cubicBezTo>
                  <a:pt x="585311" y="576739"/>
                  <a:pt x="624364" y="537686"/>
                  <a:pt x="646271" y="485299"/>
                </a:cubicBezTo>
                <a:cubicBezTo>
                  <a:pt x="659606" y="537686"/>
                  <a:pt x="688181" y="576739"/>
                  <a:pt x="734854" y="576739"/>
                </a:cubicBezTo>
                <a:cubicBezTo>
                  <a:pt x="768191" y="576739"/>
                  <a:pt x="793909" y="559594"/>
                  <a:pt x="812959" y="532924"/>
                </a:cubicBezTo>
                <a:cubicBezTo>
                  <a:pt x="805339" y="716756"/>
                  <a:pt x="795814" y="832961"/>
                  <a:pt x="904399" y="810101"/>
                </a:cubicBezTo>
                <a:cubicBezTo>
                  <a:pt x="887254" y="757714"/>
                  <a:pt x="882491" y="663416"/>
                  <a:pt x="882491" y="577691"/>
                </a:cubicBezTo>
                <a:cubicBezTo>
                  <a:pt x="882491" y="344329"/>
                  <a:pt x="920591" y="267176"/>
                  <a:pt x="969169" y="267176"/>
                </a:cubicBezTo>
                <a:cubicBezTo>
                  <a:pt x="1004411" y="267176"/>
                  <a:pt x="1015841" y="311944"/>
                  <a:pt x="1015841" y="359569"/>
                </a:cubicBezTo>
                <a:cubicBezTo>
                  <a:pt x="1015841" y="385286"/>
                  <a:pt x="1012984" y="413861"/>
                  <a:pt x="1007269" y="440531"/>
                </a:cubicBezTo>
                <a:cubicBezTo>
                  <a:pt x="948214" y="477679"/>
                  <a:pt x="900589" y="507206"/>
                  <a:pt x="900589" y="545306"/>
                </a:cubicBezTo>
                <a:cubicBezTo>
                  <a:pt x="900589" y="574834"/>
                  <a:pt x="922496" y="577691"/>
                  <a:pt x="941546" y="577691"/>
                </a:cubicBezTo>
                <a:cubicBezTo>
                  <a:pt x="987266" y="577691"/>
                  <a:pt x="1041559" y="532924"/>
                  <a:pt x="1072039" y="449104"/>
                </a:cubicBezTo>
                <a:cubicBezTo>
                  <a:pt x="1098709" y="432911"/>
                  <a:pt x="1125379" y="414814"/>
                  <a:pt x="1150144" y="390049"/>
                </a:cubicBezTo>
                <a:cubicBezTo>
                  <a:pt x="1149191" y="398621"/>
                  <a:pt x="1149191" y="407194"/>
                  <a:pt x="1149191" y="415766"/>
                </a:cubicBezTo>
                <a:cubicBezTo>
                  <a:pt x="1149191" y="499586"/>
                  <a:pt x="1185386" y="550069"/>
                  <a:pt x="1244441" y="550069"/>
                </a:cubicBezTo>
                <a:cubicBezTo>
                  <a:pt x="1290161" y="550069"/>
                  <a:pt x="1324451" y="517684"/>
                  <a:pt x="1349216" y="469106"/>
                </a:cubicBezTo>
                <a:cubicBezTo>
                  <a:pt x="1351121" y="496729"/>
                  <a:pt x="1352074" y="523399"/>
                  <a:pt x="1352074" y="547211"/>
                </a:cubicBezTo>
                <a:cubicBezTo>
                  <a:pt x="1258729" y="590074"/>
                  <a:pt x="1155859" y="633889"/>
                  <a:pt x="1155859" y="754856"/>
                </a:cubicBezTo>
                <a:cubicBezTo>
                  <a:pt x="1155859" y="817721"/>
                  <a:pt x="1201579" y="864394"/>
                  <a:pt x="1259681" y="864394"/>
                </a:cubicBezTo>
                <a:cubicBezTo>
                  <a:pt x="1389221" y="864394"/>
                  <a:pt x="1418749" y="728186"/>
                  <a:pt x="1419701" y="569119"/>
                </a:cubicBezTo>
                <a:cubicBezTo>
                  <a:pt x="1461611" y="551021"/>
                  <a:pt x="1493044" y="536734"/>
                  <a:pt x="1529239" y="518636"/>
                </a:cubicBezTo>
                <a:cubicBezTo>
                  <a:pt x="1560671" y="557689"/>
                  <a:pt x="1602581" y="576739"/>
                  <a:pt x="1640681" y="576739"/>
                </a:cubicBezTo>
                <a:cubicBezTo>
                  <a:pt x="1714024" y="576739"/>
                  <a:pt x="1768316" y="537686"/>
                  <a:pt x="1813084" y="459581"/>
                </a:cubicBezTo>
                <a:cubicBezTo>
                  <a:pt x="1820704" y="519589"/>
                  <a:pt x="1835944" y="576739"/>
                  <a:pt x="1868329" y="576739"/>
                </a:cubicBezTo>
                <a:cubicBezTo>
                  <a:pt x="1926431" y="576739"/>
                  <a:pt x="1937861" y="273844"/>
                  <a:pt x="1980724" y="273844"/>
                </a:cubicBezTo>
                <a:cubicBezTo>
                  <a:pt x="2014061" y="273844"/>
                  <a:pt x="1986439" y="601504"/>
                  <a:pt x="2074069" y="601504"/>
                </a:cubicBezTo>
                <a:cubicBezTo>
                  <a:pt x="2148364" y="601504"/>
                  <a:pt x="2162651" y="312896"/>
                  <a:pt x="2198846" y="312896"/>
                </a:cubicBezTo>
                <a:cubicBezTo>
                  <a:pt x="2224564" y="312896"/>
                  <a:pt x="2226469" y="576739"/>
                  <a:pt x="2307432" y="576739"/>
                </a:cubicBezTo>
                <a:cubicBezTo>
                  <a:pt x="2347436" y="576739"/>
                  <a:pt x="2390299" y="529114"/>
                  <a:pt x="2412207" y="428149"/>
                </a:cubicBezTo>
                <a:cubicBezTo>
                  <a:pt x="2422684" y="494824"/>
                  <a:pt x="2456021" y="576739"/>
                  <a:pt x="2521744" y="576739"/>
                </a:cubicBezTo>
                <a:cubicBezTo>
                  <a:pt x="2559844" y="576739"/>
                  <a:pt x="2593182" y="537686"/>
                  <a:pt x="2618899" y="486251"/>
                </a:cubicBezTo>
                <a:cubicBezTo>
                  <a:pt x="2625566" y="539591"/>
                  <a:pt x="2640807" y="576739"/>
                  <a:pt x="2670334" y="576739"/>
                </a:cubicBezTo>
                <a:cubicBezTo>
                  <a:pt x="2746534" y="576739"/>
                  <a:pt x="2743676" y="274796"/>
                  <a:pt x="2803684" y="274796"/>
                </a:cubicBezTo>
                <a:cubicBezTo>
                  <a:pt x="2850357" y="274796"/>
                  <a:pt x="2836069" y="576739"/>
                  <a:pt x="2947511" y="576739"/>
                </a:cubicBezTo>
                <a:cubicBezTo>
                  <a:pt x="3000851" y="576739"/>
                  <a:pt x="3025616" y="531971"/>
                  <a:pt x="3040857" y="474821"/>
                </a:cubicBezTo>
                <a:cubicBezTo>
                  <a:pt x="3061811" y="558641"/>
                  <a:pt x="3094196" y="576739"/>
                  <a:pt x="3121819" y="576739"/>
                </a:cubicBezTo>
                <a:cubicBezTo>
                  <a:pt x="3138964" y="576739"/>
                  <a:pt x="3152299" y="571024"/>
                  <a:pt x="3169444" y="550069"/>
                </a:cubicBezTo>
                <a:cubicBezTo>
                  <a:pt x="3085624" y="511969"/>
                  <a:pt x="3092291" y="375761"/>
                  <a:pt x="3092291" y="287179"/>
                </a:cubicBezTo>
                <a:close/>
                <a:moveTo>
                  <a:pt x="1267301" y="806291"/>
                </a:moveTo>
                <a:cubicBezTo>
                  <a:pt x="1240631" y="806291"/>
                  <a:pt x="1226344" y="780574"/>
                  <a:pt x="1226344" y="751999"/>
                </a:cubicBezTo>
                <a:cubicBezTo>
                  <a:pt x="1226344" y="674846"/>
                  <a:pt x="1283494" y="632936"/>
                  <a:pt x="1353026" y="597694"/>
                </a:cubicBezTo>
                <a:cubicBezTo>
                  <a:pt x="1349216" y="768191"/>
                  <a:pt x="1310164" y="806291"/>
                  <a:pt x="1267301" y="806291"/>
                </a:cubicBezTo>
                <a:close/>
                <a:moveTo>
                  <a:pt x="1614964" y="257651"/>
                </a:moveTo>
                <a:cubicBezTo>
                  <a:pt x="1640681" y="257651"/>
                  <a:pt x="1655921" y="281464"/>
                  <a:pt x="1653064" y="315754"/>
                </a:cubicBezTo>
                <a:cubicBezTo>
                  <a:pt x="1650206" y="355759"/>
                  <a:pt x="1620679" y="402431"/>
                  <a:pt x="1569244" y="438626"/>
                </a:cubicBezTo>
                <a:cubicBezTo>
                  <a:pt x="1543526" y="362426"/>
                  <a:pt x="1563529" y="257651"/>
                  <a:pt x="1614964" y="257651"/>
                </a:cubicBezTo>
                <a:close/>
              </a:path>
            </a:pathLst>
          </a:custGeom>
          <a:solidFill>
            <a:srgbClr val="0072A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1" name="Freeform: Shape 4">
            <a:extLst>
              <a:ext uri="{FF2B5EF4-FFF2-40B4-BE49-F238E27FC236}">
                <a16:creationId xmlns:a16="http://schemas.microsoft.com/office/drawing/2014/main" id="{9D4A7921-9C3C-6166-B6B7-CEDC5FF28EEB}"/>
              </a:ext>
            </a:extLst>
          </p:cNvPr>
          <p:cNvSpPr>
            <a:spLocks noGrp="1"/>
          </p:cNvSpPr>
          <p:nvPr/>
        </p:nvSpPr>
        <p:spPr>
          <a:xfrm>
            <a:off x="1588513" y="6047292"/>
            <a:ext cx="45647" cy="50212"/>
          </a:xfrm>
          <a:custGeom>
            <a:avLst/>
            <a:gdLst>
              <a:gd name="connsiteX0" fmla="*/ 51942 w 95250"/>
              <a:gd name="connsiteY0" fmla="*/ 99569 h 104775"/>
              <a:gd name="connsiteX1" fmla="*/ 93853 w 95250"/>
              <a:gd name="connsiteY1" fmla="*/ 51944 h 104775"/>
              <a:gd name="connsiteX2" fmla="*/ 51942 w 95250"/>
              <a:gd name="connsiteY2" fmla="*/ 7176 h 104775"/>
              <a:gd name="connsiteX3" fmla="*/ 7175 w 95250"/>
              <a:gd name="connsiteY3" fmla="*/ 54801 h 104775"/>
              <a:gd name="connsiteX4" fmla="*/ 51942 w 95250"/>
              <a:gd name="connsiteY4" fmla="*/ 99569 h 104775"/>
            </a:gdLst>
            <a:ahLst/>
            <a:cxnLst/>
            <a:rect l="l" t="t" r="r" b="b"/>
            <a:pathLst>
              <a:path w="95250" h="104775">
                <a:moveTo>
                  <a:pt x="51942" y="99569"/>
                </a:moveTo>
                <a:cubicBezTo>
                  <a:pt x="76707" y="98616"/>
                  <a:pt x="93853" y="77661"/>
                  <a:pt x="93853" y="51944"/>
                </a:cubicBezTo>
                <a:cubicBezTo>
                  <a:pt x="93853" y="26226"/>
                  <a:pt x="76707" y="6224"/>
                  <a:pt x="51942" y="7176"/>
                </a:cubicBezTo>
                <a:cubicBezTo>
                  <a:pt x="27178" y="8129"/>
                  <a:pt x="7175" y="29084"/>
                  <a:pt x="7175" y="54801"/>
                </a:cubicBezTo>
                <a:cubicBezTo>
                  <a:pt x="6222" y="80519"/>
                  <a:pt x="27178" y="100521"/>
                  <a:pt x="51942" y="99569"/>
                </a:cubicBezTo>
                <a:close/>
              </a:path>
            </a:pathLst>
          </a:custGeom>
          <a:solidFill>
            <a:srgbClr val="0072A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2" name="Freeform: Shape 14">
            <a:extLst>
              <a:ext uri="{FF2B5EF4-FFF2-40B4-BE49-F238E27FC236}">
                <a16:creationId xmlns:a16="http://schemas.microsoft.com/office/drawing/2014/main" id="{F10A1F9A-93B6-1683-DDEE-2FA6B370E583}"/>
              </a:ext>
            </a:extLst>
          </p:cNvPr>
          <p:cNvSpPr>
            <a:spLocks noGrp="1"/>
          </p:cNvSpPr>
          <p:nvPr/>
        </p:nvSpPr>
        <p:spPr>
          <a:xfrm>
            <a:off x="1886149" y="6055964"/>
            <a:ext cx="45647" cy="45647"/>
          </a:xfrm>
          <a:custGeom>
            <a:avLst/>
            <a:gdLst>
              <a:gd name="connsiteX0" fmla="*/ 48101 w 95250"/>
              <a:gd name="connsiteY0" fmla="*/ 94808 h 95250"/>
              <a:gd name="connsiteX1" fmla="*/ 89059 w 95250"/>
              <a:gd name="connsiteY1" fmla="*/ 49088 h 95250"/>
              <a:gd name="connsiteX2" fmla="*/ 48101 w 95250"/>
              <a:gd name="connsiteY2" fmla="*/ 7178 h 95250"/>
              <a:gd name="connsiteX3" fmla="*/ 7144 w 95250"/>
              <a:gd name="connsiteY3" fmla="*/ 52898 h 95250"/>
              <a:gd name="connsiteX4" fmla="*/ 48101 w 95250"/>
              <a:gd name="connsiteY4" fmla="*/ 94808 h 95250"/>
            </a:gdLst>
            <a:ahLst/>
            <a:cxnLst/>
            <a:rect l="l" t="t" r="r" b="b"/>
            <a:pathLst>
              <a:path w="95250" h="95250">
                <a:moveTo>
                  <a:pt x="48101" y="94808"/>
                </a:moveTo>
                <a:cubicBezTo>
                  <a:pt x="70961" y="93856"/>
                  <a:pt x="89059" y="73853"/>
                  <a:pt x="89059" y="49088"/>
                </a:cubicBezTo>
                <a:cubicBezTo>
                  <a:pt x="89059" y="25275"/>
                  <a:pt x="70961" y="6225"/>
                  <a:pt x="48101" y="7178"/>
                </a:cubicBezTo>
                <a:cubicBezTo>
                  <a:pt x="25241" y="8131"/>
                  <a:pt x="7144" y="28133"/>
                  <a:pt x="7144" y="52898"/>
                </a:cubicBezTo>
                <a:cubicBezTo>
                  <a:pt x="8096" y="76711"/>
                  <a:pt x="26194" y="95761"/>
                  <a:pt x="48101" y="94808"/>
                </a:cubicBezTo>
                <a:close/>
              </a:path>
            </a:pathLst>
          </a:custGeom>
          <a:solidFill>
            <a:srgbClr val="0072A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3" name="Freeform: Shape 20">
            <a:extLst>
              <a:ext uri="{FF2B5EF4-FFF2-40B4-BE49-F238E27FC236}">
                <a16:creationId xmlns:a16="http://schemas.microsoft.com/office/drawing/2014/main" id="{74BF5A15-51F5-5003-8669-EA9C008D0092}"/>
              </a:ext>
            </a:extLst>
          </p:cNvPr>
          <p:cNvSpPr>
            <a:spLocks noGrp="1"/>
          </p:cNvSpPr>
          <p:nvPr/>
        </p:nvSpPr>
        <p:spPr>
          <a:xfrm>
            <a:off x="1982010" y="6021288"/>
            <a:ext cx="333225" cy="278449"/>
          </a:xfrm>
          <a:custGeom>
            <a:avLst/>
            <a:gdLst>
              <a:gd name="connsiteX0" fmla="*/ 689134 w 695325"/>
              <a:gd name="connsiteY0" fmla="*/ 368141 h 581025"/>
              <a:gd name="connsiteX1" fmla="*/ 571024 w 695325"/>
              <a:gd name="connsiteY1" fmla="*/ 127159 h 581025"/>
              <a:gd name="connsiteX2" fmla="*/ 388144 w 695325"/>
              <a:gd name="connsiteY2" fmla="*/ 13811 h 581025"/>
              <a:gd name="connsiteX3" fmla="*/ 371951 w 695325"/>
              <a:gd name="connsiteY3" fmla="*/ 7144 h 581025"/>
              <a:gd name="connsiteX4" fmla="*/ 371951 w 695325"/>
              <a:gd name="connsiteY4" fmla="*/ 7144 h 581025"/>
              <a:gd name="connsiteX5" fmla="*/ 371951 w 695325"/>
              <a:gd name="connsiteY5" fmla="*/ 7144 h 581025"/>
              <a:gd name="connsiteX6" fmla="*/ 7144 w 695325"/>
              <a:gd name="connsiteY6" fmla="*/ 383381 h 581025"/>
              <a:gd name="connsiteX7" fmla="*/ 132874 w 695325"/>
              <a:gd name="connsiteY7" fmla="*/ 569119 h 581025"/>
              <a:gd name="connsiteX8" fmla="*/ 262414 w 695325"/>
              <a:gd name="connsiteY8" fmla="*/ 571976 h 581025"/>
              <a:gd name="connsiteX9" fmla="*/ 358616 w 695325"/>
              <a:gd name="connsiteY9" fmla="*/ 506254 h 581025"/>
              <a:gd name="connsiteX10" fmla="*/ 577692 w 695325"/>
              <a:gd name="connsiteY10" fmla="*/ 271939 h 581025"/>
              <a:gd name="connsiteX11" fmla="*/ 690086 w 695325"/>
              <a:gd name="connsiteY11" fmla="*/ 374809 h 581025"/>
              <a:gd name="connsiteX12" fmla="*/ 689134 w 695325"/>
              <a:gd name="connsiteY12" fmla="*/ 368141 h 581025"/>
            </a:gdLst>
            <a:ahLst/>
            <a:cxnLst/>
            <a:rect l="l" t="t" r="r" b="b"/>
            <a:pathLst>
              <a:path w="695325" h="581025">
                <a:moveTo>
                  <a:pt x="689134" y="368141"/>
                </a:moveTo>
                <a:cubicBezTo>
                  <a:pt x="687229" y="271939"/>
                  <a:pt x="641509" y="191929"/>
                  <a:pt x="571024" y="127159"/>
                </a:cubicBezTo>
                <a:cubicBezTo>
                  <a:pt x="517684" y="78581"/>
                  <a:pt x="453866" y="41434"/>
                  <a:pt x="388144" y="13811"/>
                </a:cubicBezTo>
                <a:cubicBezTo>
                  <a:pt x="382429" y="11906"/>
                  <a:pt x="377666" y="9049"/>
                  <a:pt x="371951" y="7144"/>
                </a:cubicBezTo>
                <a:lnTo>
                  <a:pt x="371951" y="7144"/>
                </a:lnTo>
                <a:cubicBezTo>
                  <a:pt x="371951" y="7144"/>
                  <a:pt x="371951" y="7144"/>
                  <a:pt x="371951" y="7144"/>
                </a:cubicBezTo>
                <a:cubicBezTo>
                  <a:pt x="290036" y="105251"/>
                  <a:pt x="7144" y="178594"/>
                  <a:pt x="7144" y="383381"/>
                </a:cubicBezTo>
                <a:cubicBezTo>
                  <a:pt x="7144" y="463391"/>
                  <a:pt x="57626" y="538639"/>
                  <a:pt x="132874" y="569119"/>
                </a:cubicBezTo>
                <a:cubicBezTo>
                  <a:pt x="175736" y="585311"/>
                  <a:pt x="219551" y="586264"/>
                  <a:pt x="262414" y="571976"/>
                </a:cubicBezTo>
                <a:cubicBezTo>
                  <a:pt x="300514" y="559594"/>
                  <a:pt x="332899" y="535781"/>
                  <a:pt x="358616" y="506254"/>
                </a:cubicBezTo>
                <a:cubicBezTo>
                  <a:pt x="441484" y="413861"/>
                  <a:pt x="475774" y="271939"/>
                  <a:pt x="577692" y="271939"/>
                </a:cubicBezTo>
                <a:cubicBezTo>
                  <a:pt x="671036" y="271939"/>
                  <a:pt x="683419" y="338614"/>
                  <a:pt x="690086" y="374809"/>
                </a:cubicBezTo>
                <a:cubicBezTo>
                  <a:pt x="689134" y="373856"/>
                  <a:pt x="689134" y="371951"/>
                  <a:pt x="689134" y="368141"/>
                </a:cubicBezTo>
                <a:close/>
              </a:path>
            </a:pathLst>
          </a:custGeom>
          <a:solidFill>
            <a:srgbClr val="0072A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/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t>Insert Picture and send to back</a:t>
            </a:r>
          </a:p>
        </p:txBody>
      </p:sp>
      <p:sp>
        <p:nvSpPr>
          <p:cNvPr id="9" name="Freeform: Shape 2">
            <a:extLst>
              <a:ext uri="{FF2B5EF4-FFF2-40B4-BE49-F238E27FC236}">
                <a16:creationId xmlns:a16="http://schemas.microsoft.com/office/drawing/2014/main" id="{21C01B30-4538-A317-44E5-BDF28A06DCAA}"/>
              </a:ext>
            </a:extLst>
          </p:cNvPr>
          <p:cNvSpPr>
            <a:spLocks noGrp="1"/>
          </p:cNvSpPr>
          <p:nvPr/>
        </p:nvSpPr>
        <p:spPr>
          <a:xfrm>
            <a:off x="2093388" y="6148189"/>
            <a:ext cx="219107" cy="178024"/>
          </a:xfrm>
          <a:custGeom>
            <a:avLst/>
            <a:gdLst>
              <a:gd name="connsiteX0" fmla="*/ 304324 w 457200"/>
              <a:gd name="connsiteY0" fmla="*/ 261461 h 371475"/>
              <a:gd name="connsiteX1" fmla="*/ 456724 w 457200"/>
              <a:gd name="connsiteY1" fmla="*/ 110014 h 371475"/>
              <a:gd name="connsiteX2" fmla="*/ 344329 w 457200"/>
              <a:gd name="connsiteY2" fmla="*/ 7144 h 371475"/>
              <a:gd name="connsiteX3" fmla="*/ 125254 w 457200"/>
              <a:gd name="connsiteY3" fmla="*/ 241459 h 371475"/>
              <a:gd name="connsiteX4" fmla="*/ 7144 w 457200"/>
              <a:gd name="connsiteY4" fmla="*/ 348139 h 371475"/>
              <a:gd name="connsiteX5" fmla="*/ 96679 w 457200"/>
              <a:gd name="connsiteY5" fmla="*/ 372904 h 371475"/>
              <a:gd name="connsiteX6" fmla="*/ 306229 w 457200"/>
              <a:gd name="connsiteY6" fmla="*/ 304324 h 371475"/>
              <a:gd name="connsiteX7" fmla="*/ 200501 w 457200"/>
              <a:gd name="connsiteY7" fmla="*/ 210026 h 371475"/>
              <a:gd name="connsiteX8" fmla="*/ 304324 w 457200"/>
              <a:gd name="connsiteY8" fmla="*/ 261461 h 371475"/>
            </a:gdLst>
            <a:ahLst/>
            <a:cxnLst/>
            <a:rect l="l" t="t" r="r" b="b"/>
            <a:pathLst>
              <a:path w="457200" h="371475">
                <a:moveTo>
                  <a:pt x="304324" y="261461"/>
                </a:moveTo>
                <a:cubicBezTo>
                  <a:pt x="390049" y="261461"/>
                  <a:pt x="455771" y="191929"/>
                  <a:pt x="456724" y="110014"/>
                </a:cubicBezTo>
                <a:cubicBezTo>
                  <a:pt x="451009" y="73819"/>
                  <a:pt x="438626" y="7144"/>
                  <a:pt x="344329" y="7144"/>
                </a:cubicBezTo>
                <a:cubicBezTo>
                  <a:pt x="242411" y="7144"/>
                  <a:pt x="208121" y="150019"/>
                  <a:pt x="125254" y="241459"/>
                </a:cubicBezTo>
                <a:cubicBezTo>
                  <a:pt x="118586" y="293846"/>
                  <a:pt x="69056" y="340519"/>
                  <a:pt x="7144" y="348139"/>
                </a:cubicBezTo>
                <a:cubicBezTo>
                  <a:pt x="22384" y="364331"/>
                  <a:pt x="55721" y="372904"/>
                  <a:pt x="96679" y="372904"/>
                </a:cubicBezTo>
                <a:cubicBezTo>
                  <a:pt x="170021" y="372904"/>
                  <a:pt x="259556" y="350996"/>
                  <a:pt x="306229" y="304324"/>
                </a:cubicBezTo>
                <a:cubicBezTo>
                  <a:pt x="244316" y="305276"/>
                  <a:pt x="204311" y="265271"/>
                  <a:pt x="200501" y="210026"/>
                </a:cubicBezTo>
                <a:cubicBezTo>
                  <a:pt x="230029" y="247174"/>
                  <a:pt x="264319" y="261461"/>
                  <a:pt x="304324" y="261461"/>
                </a:cubicBezTo>
                <a:close/>
              </a:path>
            </a:pathLst>
          </a:custGeom>
          <a:solidFill>
            <a:srgbClr val="17ABDB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0" name="Freeform: Shape 3">
            <a:extLst>
              <a:ext uri="{FF2B5EF4-FFF2-40B4-BE49-F238E27FC236}">
                <a16:creationId xmlns:a16="http://schemas.microsoft.com/office/drawing/2014/main" id="{A9A8C1E0-9587-0DA1-86EF-2B2312071C5E}"/>
              </a:ext>
            </a:extLst>
          </p:cNvPr>
          <p:cNvSpPr>
            <a:spLocks noGrp="1"/>
          </p:cNvSpPr>
          <p:nvPr/>
        </p:nvSpPr>
        <p:spPr>
          <a:xfrm>
            <a:off x="443236" y="6026766"/>
            <a:ext cx="1520057" cy="415391"/>
          </a:xfrm>
          <a:custGeom>
            <a:avLst/>
            <a:gdLst>
              <a:gd name="connsiteX0" fmla="*/ 3092291 w 3171825"/>
              <a:gd name="connsiteY0" fmla="*/ 287179 h 866775"/>
              <a:gd name="connsiteX1" fmla="*/ 3059907 w 3171825"/>
              <a:gd name="connsiteY1" fmla="*/ 211931 h 866775"/>
              <a:gd name="connsiteX2" fmla="*/ 3027521 w 3171825"/>
              <a:gd name="connsiteY2" fmla="*/ 218599 h 866775"/>
              <a:gd name="connsiteX3" fmla="*/ 2960846 w 3171825"/>
              <a:gd name="connsiteY3" fmla="*/ 507206 h 866775"/>
              <a:gd name="connsiteX4" fmla="*/ 2816066 w 3171825"/>
              <a:gd name="connsiteY4" fmla="*/ 178594 h 866775"/>
              <a:gd name="connsiteX5" fmla="*/ 2679859 w 3171825"/>
              <a:gd name="connsiteY5" fmla="*/ 440531 h 866775"/>
              <a:gd name="connsiteX6" fmla="*/ 2670334 w 3171825"/>
              <a:gd name="connsiteY6" fmla="*/ 319564 h 866775"/>
              <a:gd name="connsiteX7" fmla="*/ 2677001 w 3171825"/>
              <a:gd name="connsiteY7" fmla="*/ 254794 h 866775"/>
              <a:gd name="connsiteX8" fmla="*/ 2611279 w 3171825"/>
              <a:gd name="connsiteY8" fmla="*/ 209074 h 866775"/>
              <a:gd name="connsiteX9" fmla="*/ 2533174 w 3171825"/>
              <a:gd name="connsiteY9" fmla="*/ 510064 h 866775"/>
              <a:gd name="connsiteX10" fmla="*/ 2470309 w 3171825"/>
              <a:gd name="connsiteY10" fmla="*/ 292894 h 866775"/>
              <a:gd name="connsiteX11" fmla="*/ 2405539 w 3171825"/>
              <a:gd name="connsiteY11" fmla="*/ 208121 h 866775"/>
              <a:gd name="connsiteX12" fmla="*/ 2325529 w 3171825"/>
              <a:gd name="connsiteY12" fmla="*/ 494824 h 866775"/>
              <a:gd name="connsiteX13" fmla="*/ 2206466 w 3171825"/>
              <a:gd name="connsiteY13" fmla="*/ 211931 h 866775"/>
              <a:gd name="connsiteX14" fmla="*/ 2087404 w 3171825"/>
              <a:gd name="connsiteY14" fmla="*/ 479584 h 866775"/>
              <a:gd name="connsiteX15" fmla="*/ 1983581 w 3171825"/>
              <a:gd name="connsiteY15" fmla="*/ 178594 h 866775"/>
              <a:gd name="connsiteX16" fmla="*/ 1877854 w 3171825"/>
              <a:gd name="connsiteY16" fmla="*/ 391954 h 866775"/>
              <a:gd name="connsiteX17" fmla="*/ 1867376 w 3171825"/>
              <a:gd name="connsiteY17" fmla="*/ 390049 h 866775"/>
              <a:gd name="connsiteX18" fmla="*/ 1866424 w 3171825"/>
              <a:gd name="connsiteY18" fmla="*/ 327184 h 866775"/>
              <a:gd name="connsiteX19" fmla="*/ 1807369 w 3171825"/>
              <a:gd name="connsiteY19" fmla="*/ 202406 h 866775"/>
              <a:gd name="connsiteX20" fmla="*/ 1654969 w 3171825"/>
              <a:gd name="connsiteY20" fmla="*/ 512921 h 866775"/>
              <a:gd name="connsiteX21" fmla="*/ 1592104 w 3171825"/>
              <a:gd name="connsiteY21" fmla="*/ 483394 h 866775"/>
              <a:gd name="connsiteX22" fmla="*/ 1719739 w 3171825"/>
              <a:gd name="connsiteY22" fmla="*/ 306229 h 866775"/>
              <a:gd name="connsiteX23" fmla="*/ 1619726 w 3171825"/>
              <a:gd name="connsiteY23" fmla="*/ 202406 h 866775"/>
              <a:gd name="connsiteX24" fmla="*/ 1483519 w 3171825"/>
              <a:gd name="connsiteY24" fmla="*/ 369094 h 866775"/>
              <a:gd name="connsiteX25" fmla="*/ 1503521 w 3171825"/>
              <a:gd name="connsiteY25" fmla="*/ 473869 h 866775"/>
              <a:gd name="connsiteX26" fmla="*/ 1418749 w 3171825"/>
              <a:gd name="connsiteY26" fmla="*/ 512921 h 866775"/>
              <a:gd name="connsiteX27" fmla="*/ 1400651 w 3171825"/>
              <a:gd name="connsiteY27" fmla="*/ 274796 h 866775"/>
              <a:gd name="connsiteX28" fmla="*/ 1336834 w 3171825"/>
              <a:gd name="connsiteY28" fmla="*/ 326231 h 866775"/>
              <a:gd name="connsiteX29" fmla="*/ 1262539 w 3171825"/>
              <a:gd name="connsiteY29" fmla="*/ 479584 h 866775"/>
              <a:gd name="connsiteX30" fmla="*/ 1223486 w 3171825"/>
              <a:gd name="connsiteY30" fmla="*/ 421481 h 866775"/>
              <a:gd name="connsiteX31" fmla="*/ 1402556 w 3171825"/>
              <a:gd name="connsiteY31" fmla="*/ 250031 h 866775"/>
              <a:gd name="connsiteX32" fmla="*/ 1343501 w 3171825"/>
              <a:gd name="connsiteY32" fmla="*/ 192881 h 866775"/>
              <a:gd name="connsiteX33" fmla="*/ 1181576 w 3171825"/>
              <a:gd name="connsiteY33" fmla="*/ 290989 h 866775"/>
              <a:gd name="connsiteX34" fmla="*/ 1086326 w 3171825"/>
              <a:gd name="connsiteY34" fmla="*/ 385286 h 866775"/>
              <a:gd name="connsiteX35" fmla="*/ 1088231 w 3171825"/>
              <a:gd name="connsiteY35" fmla="*/ 358616 h 866775"/>
              <a:gd name="connsiteX36" fmla="*/ 974884 w 3171825"/>
              <a:gd name="connsiteY36" fmla="*/ 204311 h 866775"/>
              <a:gd name="connsiteX37" fmla="*/ 883444 w 3171825"/>
              <a:gd name="connsiteY37" fmla="*/ 273844 h 866775"/>
              <a:gd name="connsiteX38" fmla="*/ 846296 w 3171825"/>
              <a:gd name="connsiteY38" fmla="*/ 213836 h 866775"/>
              <a:gd name="connsiteX39" fmla="*/ 805339 w 3171825"/>
              <a:gd name="connsiteY39" fmla="*/ 224314 h 866775"/>
              <a:gd name="connsiteX40" fmla="*/ 814864 w 3171825"/>
              <a:gd name="connsiteY40" fmla="*/ 334804 h 866775"/>
              <a:gd name="connsiteX41" fmla="*/ 742474 w 3171825"/>
              <a:gd name="connsiteY41" fmla="*/ 520541 h 866775"/>
              <a:gd name="connsiteX42" fmla="*/ 691991 w 3171825"/>
              <a:gd name="connsiteY42" fmla="*/ 309086 h 866775"/>
              <a:gd name="connsiteX43" fmla="*/ 671989 w 3171825"/>
              <a:gd name="connsiteY43" fmla="*/ 305276 h 866775"/>
              <a:gd name="connsiteX44" fmla="*/ 621506 w 3171825"/>
              <a:gd name="connsiteY44" fmla="*/ 399574 h 866775"/>
              <a:gd name="connsiteX45" fmla="*/ 539591 w 3171825"/>
              <a:gd name="connsiteY45" fmla="*/ 512921 h 866775"/>
              <a:gd name="connsiteX46" fmla="*/ 495776 w 3171825"/>
              <a:gd name="connsiteY46" fmla="*/ 443389 h 866775"/>
              <a:gd name="connsiteX47" fmla="*/ 685324 w 3171825"/>
              <a:gd name="connsiteY47" fmla="*/ 278606 h 866775"/>
              <a:gd name="connsiteX48" fmla="*/ 627221 w 3171825"/>
              <a:gd name="connsiteY48" fmla="*/ 214789 h 866775"/>
              <a:gd name="connsiteX49" fmla="*/ 437674 w 3171825"/>
              <a:gd name="connsiteY49" fmla="*/ 355759 h 866775"/>
              <a:gd name="connsiteX50" fmla="*/ 237649 w 3171825"/>
              <a:gd name="connsiteY50" fmla="*/ 529114 h 866775"/>
              <a:gd name="connsiteX51" fmla="*/ 97631 w 3171825"/>
              <a:gd name="connsiteY51" fmla="*/ 313849 h 866775"/>
              <a:gd name="connsiteX52" fmla="*/ 261461 w 3171825"/>
              <a:gd name="connsiteY52" fmla="*/ 69056 h 866775"/>
              <a:gd name="connsiteX53" fmla="*/ 329089 w 3171825"/>
              <a:gd name="connsiteY53" fmla="*/ 181451 h 866775"/>
              <a:gd name="connsiteX54" fmla="*/ 410051 w 3171825"/>
              <a:gd name="connsiteY54" fmla="*/ 121444 h 866775"/>
              <a:gd name="connsiteX55" fmla="*/ 265271 w 3171825"/>
              <a:gd name="connsiteY55" fmla="*/ 7144 h 866775"/>
              <a:gd name="connsiteX56" fmla="*/ 7144 w 3171825"/>
              <a:gd name="connsiteY56" fmla="*/ 324326 h 866775"/>
              <a:gd name="connsiteX57" fmla="*/ 220504 w 3171825"/>
              <a:gd name="connsiteY57" fmla="*/ 601504 h 866775"/>
              <a:gd name="connsiteX58" fmla="*/ 425291 w 3171825"/>
              <a:gd name="connsiteY58" fmla="*/ 472916 h 866775"/>
              <a:gd name="connsiteX59" fmla="*/ 525304 w 3171825"/>
              <a:gd name="connsiteY59" fmla="*/ 576739 h 866775"/>
              <a:gd name="connsiteX60" fmla="*/ 646271 w 3171825"/>
              <a:gd name="connsiteY60" fmla="*/ 485299 h 866775"/>
              <a:gd name="connsiteX61" fmla="*/ 734854 w 3171825"/>
              <a:gd name="connsiteY61" fmla="*/ 576739 h 866775"/>
              <a:gd name="connsiteX62" fmla="*/ 812959 w 3171825"/>
              <a:gd name="connsiteY62" fmla="*/ 532924 h 866775"/>
              <a:gd name="connsiteX63" fmla="*/ 904399 w 3171825"/>
              <a:gd name="connsiteY63" fmla="*/ 810101 h 866775"/>
              <a:gd name="connsiteX64" fmla="*/ 882491 w 3171825"/>
              <a:gd name="connsiteY64" fmla="*/ 577691 h 866775"/>
              <a:gd name="connsiteX65" fmla="*/ 969169 w 3171825"/>
              <a:gd name="connsiteY65" fmla="*/ 267176 h 866775"/>
              <a:gd name="connsiteX66" fmla="*/ 1015841 w 3171825"/>
              <a:gd name="connsiteY66" fmla="*/ 359569 h 866775"/>
              <a:gd name="connsiteX67" fmla="*/ 1007269 w 3171825"/>
              <a:gd name="connsiteY67" fmla="*/ 440531 h 866775"/>
              <a:gd name="connsiteX68" fmla="*/ 900589 w 3171825"/>
              <a:gd name="connsiteY68" fmla="*/ 545306 h 866775"/>
              <a:gd name="connsiteX69" fmla="*/ 941546 w 3171825"/>
              <a:gd name="connsiteY69" fmla="*/ 577691 h 866775"/>
              <a:gd name="connsiteX70" fmla="*/ 1072039 w 3171825"/>
              <a:gd name="connsiteY70" fmla="*/ 449104 h 866775"/>
              <a:gd name="connsiteX71" fmla="*/ 1150144 w 3171825"/>
              <a:gd name="connsiteY71" fmla="*/ 390049 h 866775"/>
              <a:gd name="connsiteX72" fmla="*/ 1149191 w 3171825"/>
              <a:gd name="connsiteY72" fmla="*/ 415766 h 866775"/>
              <a:gd name="connsiteX73" fmla="*/ 1244441 w 3171825"/>
              <a:gd name="connsiteY73" fmla="*/ 550069 h 866775"/>
              <a:gd name="connsiteX74" fmla="*/ 1349216 w 3171825"/>
              <a:gd name="connsiteY74" fmla="*/ 469106 h 866775"/>
              <a:gd name="connsiteX75" fmla="*/ 1352074 w 3171825"/>
              <a:gd name="connsiteY75" fmla="*/ 547211 h 866775"/>
              <a:gd name="connsiteX76" fmla="*/ 1155859 w 3171825"/>
              <a:gd name="connsiteY76" fmla="*/ 754856 h 866775"/>
              <a:gd name="connsiteX77" fmla="*/ 1259681 w 3171825"/>
              <a:gd name="connsiteY77" fmla="*/ 864394 h 866775"/>
              <a:gd name="connsiteX78" fmla="*/ 1419701 w 3171825"/>
              <a:gd name="connsiteY78" fmla="*/ 569119 h 866775"/>
              <a:gd name="connsiteX79" fmla="*/ 1529239 w 3171825"/>
              <a:gd name="connsiteY79" fmla="*/ 518636 h 866775"/>
              <a:gd name="connsiteX80" fmla="*/ 1640681 w 3171825"/>
              <a:gd name="connsiteY80" fmla="*/ 576739 h 866775"/>
              <a:gd name="connsiteX81" fmla="*/ 1813084 w 3171825"/>
              <a:gd name="connsiteY81" fmla="*/ 459581 h 866775"/>
              <a:gd name="connsiteX82" fmla="*/ 1868329 w 3171825"/>
              <a:gd name="connsiteY82" fmla="*/ 576739 h 866775"/>
              <a:gd name="connsiteX83" fmla="*/ 1980724 w 3171825"/>
              <a:gd name="connsiteY83" fmla="*/ 273844 h 866775"/>
              <a:gd name="connsiteX84" fmla="*/ 2074069 w 3171825"/>
              <a:gd name="connsiteY84" fmla="*/ 601504 h 866775"/>
              <a:gd name="connsiteX85" fmla="*/ 2198846 w 3171825"/>
              <a:gd name="connsiteY85" fmla="*/ 312896 h 866775"/>
              <a:gd name="connsiteX86" fmla="*/ 2307432 w 3171825"/>
              <a:gd name="connsiteY86" fmla="*/ 576739 h 866775"/>
              <a:gd name="connsiteX87" fmla="*/ 2412207 w 3171825"/>
              <a:gd name="connsiteY87" fmla="*/ 428149 h 866775"/>
              <a:gd name="connsiteX88" fmla="*/ 2521744 w 3171825"/>
              <a:gd name="connsiteY88" fmla="*/ 576739 h 866775"/>
              <a:gd name="connsiteX89" fmla="*/ 2618899 w 3171825"/>
              <a:gd name="connsiteY89" fmla="*/ 486251 h 866775"/>
              <a:gd name="connsiteX90" fmla="*/ 2670334 w 3171825"/>
              <a:gd name="connsiteY90" fmla="*/ 576739 h 866775"/>
              <a:gd name="connsiteX91" fmla="*/ 2803684 w 3171825"/>
              <a:gd name="connsiteY91" fmla="*/ 274796 h 866775"/>
              <a:gd name="connsiteX92" fmla="*/ 2947511 w 3171825"/>
              <a:gd name="connsiteY92" fmla="*/ 576739 h 866775"/>
              <a:gd name="connsiteX93" fmla="*/ 3040857 w 3171825"/>
              <a:gd name="connsiteY93" fmla="*/ 474821 h 866775"/>
              <a:gd name="connsiteX94" fmla="*/ 3121819 w 3171825"/>
              <a:gd name="connsiteY94" fmla="*/ 576739 h 866775"/>
              <a:gd name="connsiteX95" fmla="*/ 3169444 w 3171825"/>
              <a:gd name="connsiteY95" fmla="*/ 550069 h 866775"/>
              <a:gd name="connsiteX96" fmla="*/ 3092291 w 3171825"/>
              <a:gd name="connsiteY96" fmla="*/ 287179 h 866775"/>
              <a:gd name="connsiteX97" fmla="*/ 1267301 w 3171825"/>
              <a:gd name="connsiteY97" fmla="*/ 806291 h 866775"/>
              <a:gd name="connsiteX98" fmla="*/ 1226344 w 3171825"/>
              <a:gd name="connsiteY98" fmla="*/ 751999 h 866775"/>
              <a:gd name="connsiteX99" fmla="*/ 1353026 w 3171825"/>
              <a:gd name="connsiteY99" fmla="*/ 597694 h 866775"/>
              <a:gd name="connsiteX100" fmla="*/ 1267301 w 3171825"/>
              <a:gd name="connsiteY100" fmla="*/ 806291 h 866775"/>
              <a:gd name="connsiteX101" fmla="*/ 1614964 w 3171825"/>
              <a:gd name="connsiteY101" fmla="*/ 257651 h 866775"/>
              <a:gd name="connsiteX102" fmla="*/ 1653064 w 3171825"/>
              <a:gd name="connsiteY102" fmla="*/ 315754 h 866775"/>
              <a:gd name="connsiteX103" fmla="*/ 1569244 w 3171825"/>
              <a:gd name="connsiteY103" fmla="*/ 438626 h 866775"/>
              <a:gd name="connsiteX104" fmla="*/ 1614964 w 3171825"/>
              <a:gd name="connsiteY104" fmla="*/ 257651 h 866775"/>
            </a:gdLst>
            <a:ahLst/>
            <a:cxnLst/>
            <a:rect l="l" t="t" r="r" b="b"/>
            <a:pathLst>
              <a:path w="3171825" h="866775">
                <a:moveTo>
                  <a:pt x="3092291" y="287179"/>
                </a:moveTo>
                <a:cubicBezTo>
                  <a:pt x="3092291" y="241459"/>
                  <a:pt x="3089434" y="211931"/>
                  <a:pt x="3059907" y="211931"/>
                </a:cubicBezTo>
                <a:cubicBezTo>
                  <a:pt x="3046571" y="211931"/>
                  <a:pt x="3039904" y="214789"/>
                  <a:pt x="3027521" y="218599"/>
                </a:cubicBezTo>
                <a:cubicBezTo>
                  <a:pt x="3037999" y="371951"/>
                  <a:pt x="3003709" y="507206"/>
                  <a:pt x="2960846" y="507206"/>
                </a:cubicBezTo>
                <a:cubicBezTo>
                  <a:pt x="2905601" y="507206"/>
                  <a:pt x="2933224" y="178594"/>
                  <a:pt x="2816066" y="178594"/>
                </a:cubicBezTo>
                <a:cubicBezTo>
                  <a:pt x="2707482" y="178594"/>
                  <a:pt x="2692241" y="440531"/>
                  <a:pt x="2679859" y="440531"/>
                </a:cubicBezTo>
                <a:cubicBezTo>
                  <a:pt x="2671286" y="440531"/>
                  <a:pt x="2670334" y="371951"/>
                  <a:pt x="2670334" y="319564"/>
                </a:cubicBezTo>
                <a:cubicBezTo>
                  <a:pt x="2675096" y="294799"/>
                  <a:pt x="2677001" y="271939"/>
                  <a:pt x="2677001" y="254794"/>
                </a:cubicBezTo>
                <a:cubicBezTo>
                  <a:pt x="2677001" y="230029"/>
                  <a:pt x="2667476" y="188119"/>
                  <a:pt x="2611279" y="209074"/>
                </a:cubicBezTo>
                <a:cubicBezTo>
                  <a:pt x="2613184" y="396716"/>
                  <a:pt x="2576036" y="510064"/>
                  <a:pt x="2533174" y="510064"/>
                </a:cubicBezTo>
                <a:cubicBezTo>
                  <a:pt x="2471261" y="510064"/>
                  <a:pt x="2470309" y="340519"/>
                  <a:pt x="2470309" y="292894"/>
                </a:cubicBezTo>
                <a:cubicBezTo>
                  <a:pt x="2470309" y="247174"/>
                  <a:pt x="2473166" y="186214"/>
                  <a:pt x="2405539" y="208121"/>
                </a:cubicBezTo>
                <a:cubicBezTo>
                  <a:pt x="2395061" y="371951"/>
                  <a:pt x="2352199" y="494824"/>
                  <a:pt x="2325529" y="494824"/>
                </a:cubicBezTo>
                <a:cubicBezTo>
                  <a:pt x="2285524" y="494824"/>
                  <a:pt x="2293144" y="211931"/>
                  <a:pt x="2206466" y="211931"/>
                </a:cubicBezTo>
                <a:cubicBezTo>
                  <a:pt x="2128361" y="211931"/>
                  <a:pt x="2103596" y="479584"/>
                  <a:pt x="2087404" y="479584"/>
                </a:cubicBezTo>
                <a:cubicBezTo>
                  <a:pt x="2057876" y="479584"/>
                  <a:pt x="2096929" y="178594"/>
                  <a:pt x="1983581" y="178594"/>
                </a:cubicBezTo>
                <a:cubicBezTo>
                  <a:pt x="1924526" y="178594"/>
                  <a:pt x="1900714" y="279559"/>
                  <a:pt x="1877854" y="391954"/>
                </a:cubicBezTo>
                <a:cubicBezTo>
                  <a:pt x="1873091" y="413861"/>
                  <a:pt x="1868329" y="414814"/>
                  <a:pt x="1867376" y="390049"/>
                </a:cubicBezTo>
                <a:cubicBezTo>
                  <a:pt x="1866424" y="370046"/>
                  <a:pt x="1866424" y="347186"/>
                  <a:pt x="1866424" y="327184"/>
                </a:cubicBezTo>
                <a:cubicBezTo>
                  <a:pt x="1894999" y="213836"/>
                  <a:pt x="1859756" y="171926"/>
                  <a:pt x="1807369" y="202406"/>
                </a:cubicBezTo>
                <a:cubicBezTo>
                  <a:pt x="1824514" y="411004"/>
                  <a:pt x="1728311" y="512921"/>
                  <a:pt x="1654969" y="512921"/>
                </a:cubicBezTo>
                <a:cubicBezTo>
                  <a:pt x="1628299" y="512921"/>
                  <a:pt x="1607344" y="501491"/>
                  <a:pt x="1592104" y="483394"/>
                </a:cubicBezTo>
                <a:cubicBezTo>
                  <a:pt x="1680686" y="429101"/>
                  <a:pt x="1719739" y="367189"/>
                  <a:pt x="1719739" y="306229"/>
                </a:cubicBezTo>
                <a:cubicBezTo>
                  <a:pt x="1719739" y="240506"/>
                  <a:pt x="1681639" y="202406"/>
                  <a:pt x="1619726" y="202406"/>
                </a:cubicBezTo>
                <a:cubicBezTo>
                  <a:pt x="1532096" y="202406"/>
                  <a:pt x="1483519" y="292894"/>
                  <a:pt x="1483519" y="369094"/>
                </a:cubicBezTo>
                <a:cubicBezTo>
                  <a:pt x="1483519" y="410051"/>
                  <a:pt x="1491139" y="445294"/>
                  <a:pt x="1503521" y="473869"/>
                </a:cubicBezTo>
                <a:cubicBezTo>
                  <a:pt x="1473041" y="488156"/>
                  <a:pt x="1445419" y="500539"/>
                  <a:pt x="1418749" y="512921"/>
                </a:cubicBezTo>
                <a:cubicBezTo>
                  <a:pt x="1416844" y="433864"/>
                  <a:pt x="1407319" y="350996"/>
                  <a:pt x="1400651" y="274796"/>
                </a:cubicBezTo>
                <a:cubicBezTo>
                  <a:pt x="1353979" y="262414"/>
                  <a:pt x="1340644" y="284321"/>
                  <a:pt x="1336834" y="326231"/>
                </a:cubicBezTo>
                <a:cubicBezTo>
                  <a:pt x="1328261" y="420529"/>
                  <a:pt x="1293971" y="479584"/>
                  <a:pt x="1262539" y="479584"/>
                </a:cubicBezTo>
                <a:cubicBezTo>
                  <a:pt x="1239679" y="479584"/>
                  <a:pt x="1225391" y="451009"/>
                  <a:pt x="1223486" y="421481"/>
                </a:cubicBezTo>
                <a:cubicBezTo>
                  <a:pt x="1214914" y="270034"/>
                  <a:pt x="1337786" y="228124"/>
                  <a:pt x="1402556" y="250031"/>
                </a:cubicBezTo>
                <a:cubicBezTo>
                  <a:pt x="1415891" y="216694"/>
                  <a:pt x="1401604" y="192881"/>
                  <a:pt x="1343501" y="192881"/>
                </a:cubicBezTo>
                <a:cubicBezTo>
                  <a:pt x="1273016" y="192881"/>
                  <a:pt x="1220629" y="235744"/>
                  <a:pt x="1181576" y="290989"/>
                </a:cubicBezTo>
                <a:cubicBezTo>
                  <a:pt x="1155859" y="327184"/>
                  <a:pt x="1126331" y="353854"/>
                  <a:pt x="1086326" y="385286"/>
                </a:cubicBezTo>
                <a:cubicBezTo>
                  <a:pt x="1087279" y="375761"/>
                  <a:pt x="1088231" y="367189"/>
                  <a:pt x="1088231" y="358616"/>
                </a:cubicBezTo>
                <a:cubicBezTo>
                  <a:pt x="1088231" y="251936"/>
                  <a:pt x="1030129" y="204311"/>
                  <a:pt x="974884" y="204311"/>
                </a:cubicBezTo>
                <a:cubicBezTo>
                  <a:pt x="929164" y="204311"/>
                  <a:pt x="900589" y="231934"/>
                  <a:pt x="883444" y="273844"/>
                </a:cubicBezTo>
                <a:cubicBezTo>
                  <a:pt x="879634" y="231934"/>
                  <a:pt x="871061" y="213836"/>
                  <a:pt x="846296" y="213836"/>
                </a:cubicBezTo>
                <a:cubicBezTo>
                  <a:pt x="835819" y="213836"/>
                  <a:pt x="821531" y="216694"/>
                  <a:pt x="805339" y="224314"/>
                </a:cubicBezTo>
                <a:cubicBezTo>
                  <a:pt x="812959" y="248126"/>
                  <a:pt x="814864" y="300514"/>
                  <a:pt x="814864" y="334804"/>
                </a:cubicBezTo>
                <a:cubicBezTo>
                  <a:pt x="814864" y="463391"/>
                  <a:pt x="777716" y="520541"/>
                  <a:pt x="742474" y="520541"/>
                </a:cubicBezTo>
                <a:cubicBezTo>
                  <a:pt x="701516" y="520541"/>
                  <a:pt x="695801" y="368141"/>
                  <a:pt x="691991" y="309086"/>
                </a:cubicBezTo>
                <a:cubicBezTo>
                  <a:pt x="687229" y="307181"/>
                  <a:pt x="681514" y="305276"/>
                  <a:pt x="671989" y="305276"/>
                </a:cubicBezTo>
                <a:cubicBezTo>
                  <a:pt x="635794" y="305276"/>
                  <a:pt x="631031" y="354806"/>
                  <a:pt x="621506" y="399574"/>
                </a:cubicBezTo>
                <a:cubicBezTo>
                  <a:pt x="611029" y="450056"/>
                  <a:pt x="582454" y="512921"/>
                  <a:pt x="539591" y="512921"/>
                </a:cubicBezTo>
                <a:cubicBezTo>
                  <a:pt x="513874" y="512921"/>
                  <a:pt x="497681" y="488156"/>
                  <a:pt x="495776" y="443389"/>
                </a:cubicBezTo>
                <a:cubicBezTo>
                  <a:pt x="491966" y="352901"/>
                  <a:pt x="567214" y="245269"/>
                  <a:pt x="685324" y="278606"/>
                </a:cubicBezTo>
                <a:cubicBezTo>
                  <a:pt x="700564" y="242411"/>
                  <a:pt x="676751" y="214789"/>
                  <a:pt x="627221" y="214789"/>
                </a:cubicBezTo>
                <a:cubicBezTo>
                  <a:pt x="540544" y="214789"/>
                  <a:pt x="469106" y="279559"/>
                  <a:pt x="437674" y="355759"/>
                </a:cubicBezTo>
                <a:cubicBezTo>
                  <a:pt x="406241" y="426244"/>
                  <a:pt x="350996" y="529114"/>
                  <a:pt x="237649" y="529114"/>
                </a:cubicBezTo>
                <a:cubicBezTo>
                  <a:pt x="157639" y="529114"/>
                  <a:pt x="97631" y="459581"/>
                  <a:pt x="97631" y="313849"/>
                </a:cubicBezTo>
                <a:cubicBezTo>
                  <a:pt x="97631" y="188119"/>
                  <a:pt x="176689" y="69056"/>
                  <a:pt x="261461" y="69056"/>
                </a:cubicBezTo>
                <a:cubicBezTo>
                  <a:pt x="320516" y="69056"/>
                  <a:pt x="333851" y="127159"/>
                  <a:pt x="329089" y="181451"/>
                </a:cubicBezTo>
                <a:cubicBezTo>
                  <a:pt x="359569" y="206216"/>
                  <a:pt x="410051" y="183356"/>
                  <a:pt x="410051" y="121444"/>
                </a:cubicBezTo>
                <a:cubicBezTo>
                  <a:pt x="410051" y="79534"/>
                  <a:pt x="375761" y="7144"/>
                  <a:pt x="265271" y="7144"/>
                </a:cubicBezTo>
                <a:cubicBezTo>
                  <a:pt x="128111" y="7144"/>
                  <a:pt x="7144" y="144304"/>
                  <a:pt x="7144" y="324326"/>
                </a:cubicBezTo>
                <a:cubicBezTo>
                  <a:pt x="7144" y="498634"/>
                  <a:pt x="95726" y="601504"/>
                  <a:pt x="220504" y="601504"/>
                </a:cubicBezTo>
                <a:cubicBezTo>
                  <a:pt x="299561" y="601504"/>
                  <a:pt x="373856" y="556736"/>
                  <a:pt x="425291" y="472916"/>
                </a:cubicBezTo>
                <a:cubicBezTo>
                  <a:pt x="438626" y="545306"/>
                  <a:pt x="488156" y="576739"/>
                  <a:pt x="525304" y="576739"/>
                </a:cubicBezTo>
                <a:cubicBezTo>
                  <a:pt x="585311" y="576739"/>
                  <a:pt x="624364" y="537686"/>
                  <a:pt x="646271" y="485299"/>
                </a:cubicBezTo>
                <a:cubicBezTo>
                  <a:pt x="659606" y="537686"/>
                  <a:pt x="688181" y="576739"/>
                  <a:pt x="734854" y="576739"/>
                </a:cubicBezTo>
                <a:cubicBezTo>
                  <a:pt x="768191" y="576739"/>
                  <a:pt x="793909" y="559594"/>
                  <a:pt x="812959" y="532924"/>
                </a:cubicBezTo>
                <a:cubicBezTo>
                  <a:pt x="805339" y="716756"/>
                  <a:pt x="795814" y="832961"/>
                  <a:pt x="904399" y="810101"/>
                </a:cubicBezTo>
                <a:cubicBezTo>
                  <a:pt x="887254" y="757714"/>
                  <a:pt x="882491" y="663416"/>
                  <a:pt x="882491" y="577691"/>
                </a:cubicBezTo>
                <a:cubicBezTo>
                  <a:pt x="882491" y="344329"/>
                  <a:pt x="920591" y="267176"/>
                  <a:pt x="969169" y="267176"/>
                </a:cubicBezTo>
                <a:cubicBezTo>
                  <a:pt x="1004411" y="267176"/>
                  <a:pt x="1015841" y="311944"/>
                  <a:pt x="1015841" y="359569"/>
                </a:cubicBezTo>
                <a:cubicBezTo>
                  <a:pt x="1015841" y="385286"/>
                  <a:pt x="1012984" y="413861"/>
                  <a:pt x="1007269" y="440531"/>
                </a:cubicBezTo>
                <a:cubicBezTo>
                  <a:pt x="948214" y="477679"/>
                  <a:pt x="900589" y="507206"/>
                  <a:pt x="900589" y="545306"/>
                </a:cubicBezTo>
                <a:cubicBezTo>
                  <a:pt x="900589" y="574834"/>
                  <a:pt x="922496" y="577691"/>
                  <a:pt x="941546" y="577691"/>
                </a:cubicBezTo>
                <a:cubicBezTo>
                  <a:pt x="987266" y="577691"/>
                  <a:pt x="1041559" y="532924"/>
                  <a:pt x="1072039" y="449104"/>
                </a:cubicBezTo>
                <a:cubicBezTo>
                  <a:pt x="1098709" y="432911"/>
                  <a:pt x="1125379" y="414814"/>
                  <a:pt x="1150144" y="390049"/>
                </a:cubicBezTo>
                <a:cubicBezTo>
                  <a:pt x="1149191" y="398621"/>
                  <a:pt x="1149191" y="407194"/>
                  <a:pt x="1149191" y="415766"/>
                </a:cubicBezTo>
                <a:cubicBezTo>
                  <a:pt x="1149191" y="499586"/>
                  <a:pt x="1185386" y="550069"/>
                  <a:pt x="1244441" y="550069"/>
                </a:cubicBezTo>
                <a:cubicBezTo>
                  <a:pt x="1290161" y="550069"/>
                  <a:pt x="1324451" y="517684"/>
                  <a:pt x="1349216" y="469106"/>
                </a:cubicBezTo>
                <a:cubicBezTo>
                  <a:pt x="1351121" y="496729"/>
                  <a:pt x="1352074" y="523399"/>
                  <a:pt x="1352074" y="547211"/>
                </a:cubicBezTo>
                <a:cubicBezTo>
                  <a:pt x="1258729" y="590074"/>
                  <a:pt x="1155859" y="633889"/>
                  <a:pt x="1155859" y="754856"/>
                </a:cubicBezTo>
                <a:cubicBezTo>
                  <a:pt x="1155859" y="817721"/>
                  <a:pt x="1201579" y="864394"/>
                  <a:pt x="1259681" y="864394"/>
                </a:cubicBezTo>
                <a:cubicBezTo>
                  <a:pt x="1389221" y="864394"/>
                  <a:pt x="1418749" y="728186"/>
                  <a:pt x="1419701" y="569119"/>
                </a:cubicBezTo>
                <a:cubicBezTo>
                  <a:pt x="1461611" y="551021"/>
                  <a:pt x="1493044" y="536734"/>
                  <a:pt x="1529239" y="518636"/>
                </a:cubicBezTo>
                <a:cubicBezTo>
                  <a:pt x="1560671" y="557689"/>
                  <a:pt x="1602581" y="576739"/>
                  <a:pt x="1640681" y="576739"/>
                </a:cubicBezTo>
                <a:cubicBezTo>
                  <a:pt x="1714024" y="576739"/>
                  <a:pt x="1768316" y="537686"/>
                  <a:pt x="1813084" y="459581"/>
                </a:cubicBezTo>
                <a:cubicBezTo>
                  <a:pt x="1820704" y="519589"/>
                  <a:pt x="1835944" y="576739"/>
                  <a:pt x="1868329" y="576739"/>
                </a:cubicBezTo>
                <a:cubicBezTo>
                  <a:pt x="1926431" y="576739"/>
                  <a:pt x="1937861" y="273844"/>
                  <a:pt x="1980724" y="273844"/>
                </a:cubicBezTo>
                <a:cubicBezTo>
                  <a:pt x="2014061" y="273844"/>
                  <a:pt x="1986439" y="601504"/>
                  <a:pt x="2074069" y="601504"/>
                </a:cubicBezTo>
                <a:cubicBezTo>
                  <a:pt x="2148364" y="601504"/>
                  <a:pt x="2162651" y="312896"/>
                  <a:pt x="2198846" y="312896"/>
                </a:cubicBezTo>
                <a:cubicBezTo>
                  <a:pt x="2224564" y="312896"/>
                  <a:pt x="2226469" y="576739"/>
                  <a:pt x="2307432" y="576739"/>
                </a:cubicBezTo>
                <a:cubicBezTo>
                  <a:pt x="2347436" y="576739"/>
                  <a:pt x="2390299" y="529114"/>
                  <a:pt x="2412207" y="428149"/>
                </a:cubicBezTo>
                <a:cubicBezTo>
                  <a:pt x="2422684" y="494824"/>
                  <a:pt x="2456021" y="576739"/>
                  <a:pt x="2521744" y="576739"/>
                </a:cubicBezTo>
                <a:cubicBezTo>
                  <a:pt x="2559844" y="576739"/>
                  <a:pt x="2593182" y="537686"/>
                  <a:pt x="2618899" y="486251"/>
                </a:cubicBezTo>
                <a:cubicBezTo>
                  <a:pt x="2625566" y="539591"/>
                  <a:pt x="2640807" y="576739"/>
                  <a:pt x="2670334" y="576739"/>
                </a:cubicBezTo>
                <a:cubicBezTo>
                  <a:pt x="2746534" y="576739"/>
                  <a:pt x="2743676" y="274796"/>
                  <a:pt x="2803684" y="274796"/>
                </a:cubicBezTo>
                <a:cubicBezTo>
                  <a:pt x="2850357" y="274796"/>
                  <a:pt x="2836069" y="576739"/>
                  <a:pt x="2947511" y="576739"/>
                </a:cubicBezTo>
                <a:cubicBezTo>
                  <a:pt x="3000851" y="576739"/>
                  <a:pt x="3025616" y="531971"/>
                  <a:pt x="3040857" y="474821"/>
                </a:cubicBezTo>
                <a:cubicBezTo>
                  <a:pt x="3061811" y="558641"/>
                  <a:pt x="3094196" y="576739"/>
                  <a:pt x="3121819" y="576739"/>
                </a:cubicBezTo>
                <a:cubicBezTo>
                  <a:pt x="3138964" y="576739"/>
                  <a:pt x="3152299" y="571024"/>
                  <a:pt x="3169444" y="550069"/>
                </a:cubicBezTo>
                <a:cubicBezTo>
                  <a:pt x="3085624" y="511969"/>
                  <a:pt x="3092291" y="375761"/>
                  <a:pt x="3092291" y="287179"/>
                </a:cubicBezTo>
                <a:close/>
                <a:moveTo>
                  <a:pt x="1267301" y="806291"/>
                </a:moveTo>
                <a:cubicBezTo>
                  <a:pt x="1240631" y="806291"/>
                  <a:pt x="1226344" y="780574"/>
                  <a:pt x="1226344" y="751999"/>
                </a:cubicBezTo>
                <a:cubicBezTo>
                  <a:pt x="1226344" y="674846"/>
                  <a:pt x="1283494" y="632936"/>
                  <a:pt x="1353026" y="597694"/>
                </a:cubicBezTo>
                <a:cubicBezTo>
                  <a:pt x="1349216" y="768191"/>
                  <a:pt x="1310164" y="806291"/>
                  <a:pt x="1267301" y="806291"/>
                </a:cubicBezTo>
                <a:close/>
                <a:moveTo>
                  <a:pt x="1614964" y="257651"/>
                </a:moveTo>
                <a:cubicBezTo>
                  <a:pt x="1640681" y="257651"/>
                  <a:pt x="1655921" y="281464"/>
                  <a:pt x="1653064" y="315754"/>
                </a:cubicBezTo>
                <a:cubicBezTo>
                  <a:pt x="1650206" y="355759"/>
                  <a:pt x="1620679" y="402431"/>
                  <a:pt x="1569244" y="438626"/>
                </a:cubicBezTo>
                <a:cubicBezTo>
                  <a:pt x="1543526" y="362426"/>
                  <a:pt x="1563529" y="257651"/>
                  <a:pt x="1614964" y="257651"/>
                </a:cubicBezTo>
                <a:close/>
              </a:path>
            </a:pathLst>
          </a:custGeom>
          <a:solidFill>
            <a:srgbClr val="0072A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1" name="Freeform: Shape 4">
            <a:extLst>
              <a:ext uri="{FF2B5EF4-FFF2-40B4-BE49-F238E27FC236}">
                <a16:creationId xmlns:a16="http://schemas.microsoft.com/office/drawing/2014/main" id="{B65EA192-75EF-F13F-0CC2-C84DE74A65A7}"/>
              </a:ext>
            </a:extLst>
          </p:cNvPr>
          <p:cNvSpPr>
            <a:spLocks noGrp="1"/>
          </p:cNvSpPr>
          <p:nvPr/>
        </p:nvSpPr>
        <p:spPr>
          <a:xfrm>
            <a:off x="1588513" y="6047292"/>
            <a:ext cx="45647" cy="50212"/>
          </a:xfrm>
          <a:custGeom>
            <a:avLst/>
            <a:gdLst>
              <a:gd name="connsiteX0" fmla="*/ 51942 w 95250"/>
              <a:gd name="connsiteY0" fmla="*/ 99569 h 104775"/>
              <a:gd name="connsiteX1" fmla="*/ 93853 w 95250"/>
              <a:gd name="connsiteY1" fmla="*/ 51944 h 104775"/>
              <a:gd name="connsiteX2" fmla="*/ 51942 w 95250"/>
              <a:gd name="connsiteY2" fmla="*/ 7176 h 104775"/>
              <a:gd name="connsiteX3" fmla="*/ 7175 w 95250"/>
              <a:gd name="connsiteY3" fmla="*/ 54801 h 104775"/>
              <a:gd name="connsiteX4" fmla="*/ 51942 w 95250"/>
              <a:gd name="connsiteY4" fmla="*/ 99569 h 104775"/>
            </a:gdLst>
            <a:ahLst/>
            <a:cxnLst/>
            <a:rect l="l" t="t" r="r" b="b"/>
            <a:pathLst>
              <a:path w="95250" h="104775">
                <a:moveTo>
                  <a:pt x="51942" y="99569"/>
                </a:moveTo>
                <a:cubicBezTo>
                  <a:pt x="76707" y="98616"/>
                  <a:pt x="93853" y="77661"/>
                  <a:pt x="93853" y="51944"/>
                </a:cubicBezTo>
                <a:cubicBezTo>
                  <a:pt x="93853" y="26226"/>
                  <a:pt x="76707" y="6224"/>
                  <a:pt x="51942" y="7176"/>
                </a:cubicBezTo>
                <a:cubicBezTo>
                  <a:pt x="27178" y="8129"/>
                  <a:pt x="7175" y="29084"/>
                  <a:pt x="7175" y="54801"/>
                </a:cubicBezTo>
                <a:cubicBezTo>
                  <a:pt x="6222" y="80519"/>
                  <a:pt x="27178" y="100521"/>
                  <a:pt x="51942" y="99569"/>
                </a:cubicBezTo>
                <a:close/>
              </a:path>
            </a:pathLst>
          </a:custGeom>
          <a:solidFill>
            <a:srgbClr val="0072A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2" name="Freeform: Shape 14">
            <a:extLst>
              <a:ext uri="{FF2B5EF4-FFF2-40B4-BE49-F238E27FC236}">
                <a16:creationId xmlns:a16="http://schemas.microsoft.com/office/drawing/2014/main" id="{A48BD9AC-7231-CA62-C64B-046F4398B636}"/>
              </a:ext>
            </a:extLst>
          </p:cNvPr>
          <p:cNvSpPr>
            <a:spLocks noGrp="1"/>
          </p:cNvSpPr>
          <p:nvPr/>
        </p:nvSpPr>
        <p:spPr>
          <a:xfrm>
            <a:off x="1886149" y="6055964"/>
            <a:ext cx="45647" cy="45647"/>
          </a:xfrm>
          <a:custGeom>
            <a:avLst/>
            <a:gdLst>
              <a:gd name="connsiteX0" fmla="*/ 48101 w 95250"/>
              <a:gd name="connsiteY0" fmla="*/ 94808 h 95250"/>
              <a:gd name="connsiteX1" fmla="*/ 89059 w 95250"/>
              <a:gd name="connsiteY1" fmla="*/ 49088 h 95250"/>
              <a:gd name="connsiteX2" fmla="*/ 48101 w 95250"/>
              <a:gd name="connsiteY2" fmla="*/ 7178 h 95250"/>
              <a:gd name="connsiteX3" fmla="*/ 7144 w 95250"/>
              <a:gd name="connsiteY3" fmla="*/ 52898 h 95250"/>
              <a:gd name="connsiteX4" fmla="*/ 48101 w 95250"/>
              <a:gd name="connsiteY4" fmla="*/ 94808 h 95250"/>
            </a:gdLst>
            <a:ahLst/>
            <a:cxnLst/>
            <a:rect l="l" t="t" r="r" b="b"/>
            <a:pathLst>
              <a:path w="95250" h="95250">
                <a:moveTo>
                  <a:pt x="48101" y="94808"/>
                </a:moveTo>
                <a:cubicBezTo>
                  <a:pt x="70961" y="93856"/>
                  <a:pt x="89059" y="73853"/>
                  <a:pt x="89059" y="49088"/>
                </a:cubicBezTo>
                <a:cubicBezTo>
                  <a:pt x="89059" y="25275"/>
                  <a:pt x="70961" y="6225"/>
                  <a:pt x="48101" y="7178"/>
                </a:cubicBezTo>
                <a:cubicBezTo>
                  <a:pt x="25241" y="8131"/>
                  <a:pt x="7144" y="28133"/>
                  <a:pt x="7144" y="52898"/>
                </a:cubicBezTo>
                <a:cubicBezTo>
                  <a:pt x="8096" y="76711"/>
                  <a:pt x="26194" y="95761"/>
                  <a:pt x="48101" y="94808"/>
                </a:cubicBezTo>
                <a:close/>
              </a:path>
            </a:pathLst>
          </a:custGeom>
          <a:solidFill>
            <a:srgbClr val="0072A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3" name="Freeform: Shape 20">
            <a:extLst>
              <a:ext uri="{FF2B5EF4-FFF2-40B4-BE49-F238E27FC236}">
                <a16:creationId xmlns:a16="http://schemas.microsoft.com/office/drawing/2014/main" id="{E90D6E4E-CBEC-C140-FE24-C2FD729A0A29}"/>
              </a:ext>
            </a:extLst>
          </p:cNvPr>
          <p:cNvSpPr>
            <a:spLocks noGrp="1"/>
          </p:cNvSpPr>
          <p:nvPr/>
        </p:nvSpPr>
        <p:spPr>
          <a:xfrm>
            <a:off x="1982010" y="6021288"/>
            <a:ext cx="333225" cy="278449"/>
          </a:xfrm>
          <a:custGeom>
            <a:avLst/>
            <a:gdLst>
              <a:gd name="connsiteX0" fmla="*/ 689134 w 695325"/>
              <a:gd name="connsiteY0" fmla="*/ 368141 h 581025"/>
              <a:gd name="connsiteX1" fmla="*/ 571024 w 695325"/>
              <a:gd name="connsiteY1" fmla="*/ 127159 h 581025"/>
              <a:gd name="connsiteX2" fmla="*/ 388144 w 695325"/>
              <a:gd name="connsiteY2" fmla="*/ 13811 h 581025"/>
              <a:gd name="connsiteX3" fmla="*/ 371951 w 695325"/>
              <a:gd name="connsiteY3" fmla="*/ 7144 h 581025"/>
              <a:gd name="connsiteX4" fmla="*/ 371951 w 695325"/>
              <a:gd name="connsiteY4" fmla="*/ 7144 h 581025"/>
              <a:gd name="connsiteX5" fmla="*/ 371951 w 695325"/>
              <a:gd name="connsiteY5" fmla="*/ 7144 h 581025"/>
              <a:gd name="connsiteX6" fmla="*/ 7144 w 695325"/>
              <a:gd name="connsiteY6" fmla="*/ 383381 h 581025"/>
              <a:gd name="connsiteX7" fmla="*/ 132874 w 695325"/>
              <a:gd name="connsiteY7" fmla="*/ 569119 h 581025"/>
              <a:gd name="connsiteX8" fmla="*/ 262414 w 695325"/>
              <a:gd name="connsiteY8" fmla="*/ 571976 h 581025"/>
              <a:gd name="connsiteX9" fmla="*/ 358616 w 695325"/>
              <a:gd name="connsiteY9" fmla="*/ 506254 h 581025"/>
              <a:gd name="connsiteX10" fmla="*/ 577692 w 695325"/>
              <a:gd name="connsiteY10" fmla="*/ 271939 h 581025"/>
              <a:gd name="connsiteX11" fmla="*/ 690086 w 695325"/>
              <a:gd name="connsiteY11" fmla="*/ 374809 h 581025"/>
              <a:gd name="connsiteX12" fmla="*/ 689134 w 695325"/>
              <a:gd name="connsiteY12" fmla="*/ 368141 h 581025"/>
            </a:gdLst>
            <a:ahLst/>
            <a:cxnLst/>
            <a:rect l="l" t="t" r="r" b="b"/>
            <a:pathLst>
              <a:path w="695325" h="581025">
                <a:moveTo>
                  <a:pt x="689134" y="368141"/>
                </a:moveTo>
                <a:cubicBezTo>
                  <a:pt x="687229" y="271939"/>
                  <a:pt x="641509" y="191929"/>
                  <a:pt x="571024" y="127159"/>
                </a:cubicBezTo>
                <a:cubicBezTo>
                  <a:pt x="517684" y="78581"/>
                  <a:pt x="453866" y="41434"/>
                  <a:pt x="388144" y="13811"/>
                </a:cubicBezTo>
                <a:cubicBezTo>
                  <a:pt x="382429" y="11906"/>
                  <a:pt x="377666" y="9049"/>
                  <a:pt x="371951" y="7144"/>
                </a:cubicBezTo>
                <a:lnTo>
                  <a:pt x="371951" y="7144"/>
                </a:lnTo>
                <a:cubicBezTo>
                  <a:pt x="371951" y="7144"/>
                  <a:pt x="371951" y="7144"/>
                  <a:pt x="371951" y="7144"/>
                </a:cubicBezTo>
                <a:cubicBezTo>
                  <a:pt x="290036" y="105251"/>
                  <a:pt x="7144" y="178594"/>
                  <a:pt x="7144" y="383381"/>
                </a:cubicBezTo>
                <a:cubicBezTo>
                  <a:pt x="7144" y="463391"/>
                  <a:pt x="57626" y="538639"/>
                  <a:pt x="132874" y="569119"/>
                </a:cubicBezTo>
                <a:cubicBezTo>
                  <a:pt x="175736" y="585311"/>
                  <a:pt x="219551" y="586264"/>
                  <a:pt x="262414" y="571976"/>
                </a:cubicBezTo>
                <a:cubicBezTo>
                  <a:pt x="300514" y="559594"/>
                  <a:pt x="332899" y="535781"/>
                  <a:pt x="358616" y="506254"/>
                </a:cubicBezTo>
                <a:cubicBezTo>
                  <a:pt x="441484" y="413861"/>
                  <a:pt x="475774" y="271939"/>
                  <a:pt x="577692" y="271939"/>
                </a:cubicBezTo>
                <a:cubicBezTo>
                  <a:pt x="671036" y="271939"/>
                  <a:pt x="683419" y="338614"/>
                  <a:pt x="690086" y="374809"/>
                </a:cubicBezTo>
                <a:cubicBezTo>
                  <a:pt x="689134" y="373856"/>
                  <a:pt x="689134" y="371951"/>
                  <a:pt x="689134" y="368141"/>
                </a:cubicBezTo>
                <a:close/>
              </a:path>
            </a:pathLst>
          </a:custGeom>
          <a:solidFill>
            <a:srgbClr val="0072A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anchor="t">
            <a:spAutoFit/>
          </a:bodyPr>
          <a:lstStyle>
            <a:lvl1pPr>
              <a:buNone/>
              <a:defRPr sz="1400">
                <a:latin typeface="Ubuntu Light"/>
                <a:ea typeface="Ubuntu Light"/>
                <a:cs typeface="Ubuntu Light"/>
              </a:defRPr>
            </a:lvl1pPr>
          </a:lstStyle>
          <a:p>
            <a:pPr lvl="0">
              <a:buNone/>
            </a:pPr>
            <a:r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/>
                <a:ea typeface="Ubuntu Light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2117"/>
            <a:ext cx="4609034" cy="1495794"/>
          </a:xfrm>
        </p:spPr>
        <p:txBody>
          <a:bodyPr wrap="square" lIns="0" tIns="0" rIns="0" bIns="0" anchor="b">
            <a:spAutoFit/>
          </a:bodyPr>
          <a:lstStyle>
            <a:lvl1pPr algn="l">
              <a:lnSpc>
                <a:spcPct val="90000"/>
              </a:lnSpc>
              <a:buNone/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Modifiez le style du titre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/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t>Insert Picture and send to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anchor="t">
            <a:spAutoFit/>
          </a:bodyPr>
          <a:lstStyle>
            <a:lvl1pPr>
              <a:buNone/>
              <a:defRPr sz="1400">
                <a:latin typeface="Ubuntu Light"/>
                <a:ea typeface="Ubuntu Light"/>
                <a:cs typeface="Ubuntu Light"/>
              </a:defRPr>
            </a:lvl1pPr>
          </a:lstStyle>
          <a:p>
            <a:pPr lvl="0">
              <a:buNone/>
            </a:pPr>
            <a:r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/>
                <a:ea typeface="Ubuntu Light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3032"/>
            <a:ext cx="4597606" cy="1495794"/>
          </a:xfrm>
        </p:spPr>
        <p:txBody>
          <a:bodyPr wrap="square" lIns="0" tIns="0" rIns="0" bIns="0" anchor="b">
            <a:spAutoFit/>
          </a:bodyPr>
          <a:lstStyle>
            <a:lvl1pPr algn="l">
              <a:lnSpc>
                <a:spcPct val="90000"/>
              </a:lnSpc>
              <a:buNone/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Modifiez le style du titre</a:t>
            </a:r>
          </a:p>
        </p:txBody>
      </p:sp>
      <p:sp>
        <p:nvSpPr>
          <p:cNvPr id="9" name="Freeform: Shape 2">
            <a:extLst>
              <a:ext uri="{FF2B5EF4-FFF2-40B4-BE49-F238E27FC236}">
                <a16:creationId xmlns:a16="http://schemas.microsoft.com/office/drawing/2014/main" id="{EC1F4AF4-B2D1-B383-5414-6A7CE220351C}"/>
              </a:ext>
            </a:extLst>
          </p:cNvPr>
          <p:cNvSpPr>
            <a:spLocks noGrp="1"/>
          </p:cNvSpPr>
          <p:nvPr/>
        </p:nvSpPr>
        <p:spPr>
          <a:xfrm>
            <a:off x="2093388" y="6148189"/>
            <a:ext cx="219107" cy="178024"/>
          </a:xfrm>
          <a:custGeom>
            <a:avLst/>
            <a:gdLst>
              <a:gd name="connsiteX0" fmla="*/ 304324 w 457200"/>
              <a:gd name="connsiteY0" fmla="*/ 261461 h 371475"/>
              <a:gd name="connsiteX1" fmla="*/ 456724 w 457200"/>
              <a:gd name="connsiteY1" fmla="*/ 110014 h 371475"/>
              <a:gd name="connsiteX2" fmla="*/ 344329 w 457200"/>
              <a:gd name="connsiteY2" fmla="*/ 7144 h 371475"/>
              <a:gd name="connsiteX3" fmla="*/ 125254 w 457200"/>
              <a:gd name="connsiteY3" fmla="*/ 241459 h 371475"/>
              <a:gd name="connsiteX4" fmla="*/ 7144 w 457200"/>
              <a:gd name="connsiteY4" fmla="*/ 348139 h 371475"/>
              <a:gd name="connsiteX5" fmla="*/ 96679 w 457200"/>
              <a:gd name="connsiteY5" fmla="*/ 372904 h 371475"/>
              <a:gd name="connsiteX6" fmla="*/ 306229 w 457200"/>
              <a:gd name="connsiteY6" fmla="*/ 304324 h 371475"/>
              <a:gd name="connsiteX7" fmla="*/ 200501 w 457200"/>
              <a:gd name="connsiteY7" fmla="*/ 210026 h 371475"/>
              <a:gd name="connsiteX8" fmla="*/ 304324 w 457200"/>
              <a:gd name="connsiteY8" fmla="*/ 261461 h 371475"/>
            </a:gdLst>
            <a:ahLst/>
            <a:cxnLst/>
            <a:rect l="l" t="t" r="r" b="b"/>
            <a:pathLst>
              <a:path w="457200" h="371475">
                <a:moveTo>
                  <a:pt x="304324" y="261461"/>
                </a:moveTo>
                <a:cubicBezTo>
                  <a:pt x="390049" y="261461"/>
                  <a:pt x="455771" y="191929"/>
                  <a:pt x="456724" y="110014"/>
                </a:cubicBezTo>
                <a:cubicBezTo>
                  <a:pt x="451009" y="73819"/>
                  <a:pt x="438626" y="7144"/>
                  <a:pt x="344329" y="7144"/>
                </a:cubicBezTo>
                <a:cubicBezTo>
                  <a:pt x="242411" y="7144"/>
                  <a:pt x="208121" y="150019"/>
                  <a:pt x="125254" y="241459"/>
                </a:cubicBezTo>
                <a:cubicBezTo>
                  <a:pt x="118586" y="293846"/>
                  <a:pt x="69056" y="340519"/>
                  <a:pt x="7144" y="348139"/>
                </a:cubicBezTo>
                <a:cubicBezTo>
                  <a:pt x="22384" y="364331"/>
                  <a:pt x="55721" y="372904"/>
                  <a:pt x="96679" y="372904"/>
                </a:cubicBezTo>
                <a:cubicBezTo>
                  <a:pt x="170021" y="372904"/>
                  <a:pt x="259556" y="350996"/>
                  <a:pt x="306229" y="304324"/>
                </a:cubicBezTo>
                <a:cubicBezTo>
                  <a:pt x="244316" y="305276"/>
                  <a:pt x="204311" y="265271"/>
                  <a:pt x="200501" y="210026"/>
                </a:cubicBezTo>
                <a:cubicBezTo>
                  <a:pt x="230029" y="247174"/>
                  <a:pt x="264319" y="261461"/>
                  <a:pt x="304324" y="261461"/>
                </a:cubicBezTo>
                <a:close/>
              </a:path>
            </a:pathLst>
          </a:custGeom>
          <a:solidFill>
            <a:srgbClr val="17ABDB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0" name="Freeform: Shape 3">
            <a:extLst>
              <a:ext uri="{FF2B5EF4-FFF2-40B4-BE49-F238E27FC236}">
                <a16:creationId xmlns:a16="http://schemas.microsoft.com/office/drawing/2014/main" id="{562EA075-7E1A-57B6-FA93-F8A92DA56EC3}"/>
              </a:ext>
            </a:extLst>
          </p:cNvPr>
          <p:cNvSpPr>
            <a:spLocks noGrp="1"/>
          </p:cNvSpPr>
          <p:nvPr/>
        </p:nvSpPr>
        <p:spPr>
          <a:xfrm>
            <a:off x="443236" y="6026766"/>
            <a:ext cx="1520057" cy="415391"/>
          </a:xfrm>
          <a:custGeom>
            <a:avLst/>
            <a:gdLst>
              <a:gd name="connsiteX0" fmla="*/ 3092291 w 3171825"/>
              <a:gd name="connsiteY0" fmla="*/ 287179 h 866775"/>
              <a:gd name="connsiteX1" fmla="*/ 3059907 w 3171825"/>
              <a:gd name="connsiteY1" fmla="*/ 211931 h 866775"/>
              <a:gd name="connsiteX2" fmla="*/ 3027521 w 3171825"/>
              <a:gd name="connsiteY2" fmla="*/ 218599 h 866775"/>
              <a:gd name="connsiteX3" fmla="*/ 2960846 w 3171825"/>
              <a:gd name="connsiteY3" fmla="*/ 507206 h 866775"/>
              <a:gd name="connsiteX4" fmla="*/ 2816066 w 3171825"/>
              <a:gd name="connsiteY4" fmla="*/ 178594 h 866775"/>
              <a:gd name="connsiteX5" fmla="*/ 2679859 w 3171825"/>
              <a:gd name="connsiteY5" fmla="*/ 440531 h 866775"/>
              <a:gd name="connsiteX6" fmla="*/ 2670334 w 3171825"/>
              <a:gd name="connsiteY6" fmla="*/ 319564 h 866775"/>
              <a:gd name="connsiteX7" fmla="*/ 2677001 w 3171825"/>
              <a:gd name="connsiteY7" fmla="*/ 254794 h 866775"/>
              <a:gd name="connsiteX8" fmla="*/ 2611279 w 3171825"/>
              <a:gd name="connsiteY8" fmla="*/ 209074 h 866775"/>
              <a:gd name="connsiteX9" fmla="*/ 2533174 w 3171825"/>
              <a:gd name="connsiteY9" fmla="*/ 510064 h 866775"/>
              <a:gd name="connsiteX10" fmla="*/ 2470309 w 3171825"/>
              <a:gd name="connsiteY10" fmla="*/ 292894 h 866775"/>
              <a:gd name="connsiteX11" fmla="*/ 2405539 w 3171825"/>
              <a:gd name="connsiteY11" fmla="*/ 208121 h 866775"/>
              <a:gd name="connsiteX12" fmla="*/ 2325529 w 3171825"/>
              <a:gd name="connsiteY12" fmla="*/ 494824 h 866775"/>
              <a:gd name="connsiteX13" fmla="*/ 2206466 w 3171825"/>
              <a:gd name="connsiteY13" fmla="*/ 211931 h 866775"/>
              <a:gd name="connsiteX14" fmla="*/ 2087404 w 3171825"/>
              <a:gd name="connsiteY14" fmla="*/ 479584 h 866775"/>
              <a:gd name="connsiteX15" fmla="*/ 1983581 w 3171825"/>
              <a:gd name="connsiteY15" fmla="*/ 178594 h 866775"/>
              <a:gd name="connsiteX16" fmla="*/ 1877854 w 3171825"/>
              <a:gd name="connsiteY16" fmla="*/ 391954 h 866775"/>
              <a:gd name="connsiteX17" fmla="*/ 1867376 w 3171825"/>
              <a:gd name="connsiteY17" fmla="*/ 390049 h 866775"/>
              <a:gd name="connsiteX18" fmla="*/ 1866424 w 3171825"/>
              <a:gd name="connsiteY18" fmla="*/ 327184 h 866775"/>
              <a:gd name="connsiteX19" fmla="*/ 1807369 w 3171825"/>
              <a:gd name="connsiteY19" fmla="*/ 202406 h 866775"/>
              <a:gd name="connsiteX20" fmla="*/ 1654969 w 3171825"/>
              <a:gd name="connsiteY20" fmla="*/ 512921 h 866775"/>
              <a:gd name="connsiteX21" fmla="*/ 1592104 w 3171825"/>
              <a:gd name="connsiteY21" fmla="*/ 483394 h 866775"/>
              <a:gd name="connsiteX22" fmla="*/ 1719739 w 3171825"/>
              <a:gd name="connsiteY22" fmla="*/ 306229 h 866775"/>
              <a:gd name="connsiteX23" fmla="*/ 1619726 w 3171825"/>
              <a:gd name="connsiteY23" fmla="*/ 202406 h 866775"/>
              <a:gd name="connsiteX24" fmla="*/ 1483519 w 3171825"/>
              <a:gd name="connsiteY24" fmla="*/ 369094 h 866775"/>
              <a:gd name="connsiteX25" fmla="*/ 1503521 w 3171825"/>
              <a:gd name="connsiteY25" fmla="*/ 473869 h 866775"/>
              <a:gd name="connsiteX26" fmla="*/ 1418749 w 3171825"/>
              <a:gd name="connsiteY26" fmla="*/ 512921 h 866775"/>
              <a:gd name="connsiteX27" fmla="*/ 1400651 w 3171825"/>
              <a:gd name="connsiteY27" fmla="*/ 274796 h 866775"/>
              <a:gd name="connsiteX28" fmla="*/ 1336834 w 3171825"/>
              <a:gd name="connsiteY28" fmla="*/ 326231 h 866775"/>
              <a:gd name="connsiteX29" fmla="*/ 1262539 w 3171825"/>
              <a:gd name="connsiteY29" fmla="*/ 479584 h 866775"/>
              <a:gd name="connsiteX30" fmla="*/ 1223486 w 3171825"/>
              <a:gd name="connsiteY30" fmla="*/ 421481 h 866775"/>
              <a:gd name="connsiteX31" fmla="*/ 1402556 w 3171825"/>
              <a:gd name="connsiteY31" fmla="*/ 250031 h 866775"/>
              <a:gd name="connsiteX32" fmla="*/ 1343501 w 3171825"/>
              <a:gd name="connsiteY32" fmla="*/ 192881 h 866775"/>
              <a:gd name="connsiteX33" fmla="*/ 1181576 w 3171825"/>
              <a:gd name="connsiteY33" fmla="*/ 290989 h 866775"/>
              <a:gd name="connsiteX34" fmla="*/ 1086326 w 3171825"/>
              <a:gd name="connsiteY34" fmla="*/ 385286 h 866775"/>
              <a:gd name="connsiteX35" fmla="*/ 1088231 w 3171825"/>
              <a:gd name="connsiteY35" fmla="*/ 358616 h 866775"/>
              <a:gd name="connsiteX36" fmla="*/ 974884 w 3171825"/>
              <a:gd name="connsiteY36" fmla="*/ 204311 h 866775"/>
              <a:gd name="connsiteX37" fmla="*/ 883444 w 3171825"/>
              <a:gd name="connsiteY37" fmla="*/ 273844 h 866775"/>
              <a:gd name="connsiteX38" fmla="*/ 846296 w 3171825"/>
              <a:gd name="connsiteY38" fmla="*/ 213836 h 866775"/>
              <a:gd name="connsiteX39" fmla="*/ 805339 w 3171825"/>
              <a:gd name="connsiteY39" fmla="*/ 224314 h 866775"/>
              <a:gd name="connsiteX40" fmla="*/ 814864 w 3171825"/>
              <a:gd name="connsiteY40" fmla="*/ 334804 h 866775"/>
              <a:gd name="connsiteX41" fmla="*/ 742474 w 3171825"/>
              <a:gd name="connsiteY41" fmla="*/ 520541 h 866775"/>
              <a:gd name="connsiteX42" fmla="*/ 691991 w 3171825"/>
              <a:gd name="connsiteY42" fmla="*/ 309086 h 866775"/>
              <a:gd name="connsiteX43" fmla="*/ 671989 w 3171825"/>
              <a:gd name="connsiteY43" fmla="*/ 305276 h 866775"/>
              <a:gd name="connsiteX44" fmla="*/ 621506 w 3171825"/>
              <a:gd name="connsiteY44" fmla="*/ 399574 h 866775"/>
              <a:gd name="connsiteX45" fmla="*/ 539591 w 3171825"/>
              <a:gd name="connsiteY45" fmla="*/ 512921 h 866775"/>
              <a:gd name="connsiteX46" fmla="*/ 495776 w 3171825"/>
              <a:gd name="connsiteY46" fmla="*/ 443389 h 866775"/>
              <a:gd name="connsiteX47" fmla="*/ 685324 w 3171825"/>
              <a:gd name="connsiteY47" fmla="*/ 278606 h 866775"/>
              <a:gd name="connsiteX48" fmla="*/ 627221 w 3171825"/>
              <a:gd name="connsiteY48" fmla="*/ 214789 h 866775"/>
              <a:gd name="connsiteX49" fmla="*/ 437674 w 3171825"/>
              <a:gd name="connsiteY49" fmla="*/ 355759 h 866775"/>
              <a:gd name="connsiteX50" fmla="*/ 237649 w 3171825"/>
              <a:gd name="connsiteY50" fmla="*/ 529114 h 866775"/>
              <a:gd name="connsiteX51" fmla="*/ 97631 w 3171825"/>
              <a:gd name="connsiteY51" fmla="*/ 313849 h 866775"/>
              <a:gd name="connsiteX52" fmla="*/ 261461 w 3171825"/>
              <a:gd name="connsiteY52" fmla="*/ 69056 h 866775"/>
              <a:gd name="connsiteX53" fmla="*/ 329089 w 3171825"/>
              <a:gd name="connsiteY53" fmla="*/ 181451 h 866775"/>
              <a:gd name="connsiteX54" fmla="*/ 410051 w 3171825"/>
              <a:gd name="connsiteY54" fmla="*/ 121444 h 866775"/>
              <a:gd name="connsiteX55" fmla="*/ 265271 w 3171825"/>
              <a:gd name="connsiteY55" fmla="*/ 7144 h 866775"/>
              <a:gd name="connsiteX56" fmla="*/ 7144 w 3171825"/>
              <a:gd name="connsiteY56" fmla="*/ 324326 h 866775"/>
              <a:gd name="connsiteX57" fmla="*/ 220504 w 3171825"/>
              <a:gd name="connsiteY57" fmla="*/ 601504 h 866775"/>
              <a:gd name="connsiteX58" fmla="*/ 425291 w 3171825"/>
              <a:gd name="connsiteY58" fmla="*/ 472916 h 866775"/>
              <a:gd name="connsiteX59" fmla="*/ 525304 w 3171825"/>
              <a:gd name="connsiteY59" fmla="*/ 576739 h 866775"/>
              <a:gd name="connsiteX60" fmla="*/ 646271 w 3171825"/>
              <a:gd name="connsiteY60" fmla="*/ 485299 h 866775"/>
              <a:gd name="connsiteX61" fmla="*/ 734854 w 3171825"/>
              <a:gd name="connsiteY61" fmla="*/ 576739 h 866775"/>
              <a:gd name="connsiteX62" fmla="*/ 812959 w 3171825"/>
              <a:gd name="connsiteY62" fmla="*/ 532924 h 866775"/>
              <a:gd name="connsiteX63" fmla="*/ 904399 w 3171825"/>
              <a:gd name="connsiteY63" fmla="*/ 810101 h 866775"/>
              <a:gd name="connsiteX64" fmla="*/ 882491 w 3171825"/>
              <a:gd name="connsiteY64" fmla="*/ 577691 h 866775"/>
              <a:gd name="connsiteX65" fmla="*/ 969169 w 3171825"/>
              <a:gd name="connsiteY65" fmla="*/ 267176 h 866775"/>
              <a:gd name="connsiteX66" fmla="*/ 1015841 w 3171825"/>
              <a:gd name="connsiteY66" fmla="*/ 359569 h 866775"/>
              <a:gd name="connsiteX67" fmla="*/ 1007269 w 3171825"/>
              <a:gd name="connsiteY67" fmla="*/ 440531 h 866775"/>
              <a:gd name="connsiteX68" fmla="*/ 900589 w 3171825"/>
              <a:gd name="connsiteY68" fmla="*/ 545306 h 866775"/>
              <a:gd name="connsiteX69" fmla="*/ 941546 w 3171825"/>
              <a:gd name="connsiteY69" fmla="*/ 577691 h 866775"/>
              <a:gd name="connsiteX70" fmla="*/ 1072039 w 3171825"/>
              <a:gd name="connsiteY70" fmla="*/ 449104 h 866775"/>
              <a:gd name="connsiteX71" fmla="*/ 1150144 w 3171825"/>
              <a:gd name="connsiteY71" fmla="*/ 390049 h 866775"/>
              <a:gd name="connsiteX72" fmla="*/ 1149191 w 3171825"/>
              <a:gd name="connsiteY72" fmla="*/ 415766 h 866775"/>
              <a:gd name="connsiteX73" fmla="*/ 1244441 w 3171825"/>
              <a:gd name="connsiteY73" fmla="*/ 550069 h 866775"/>
              <a:gd name="connsiteX74" fmla="*/ 1349216 w 3171825"/>
              <a:gd name="connsiteY74" fmla="*/ 469106 h 866775"/>
              <a:gd name="connsiteX75" fmla="*/ 1352074 w 3171825"/>
              <a:gd name="connsiteY75" fmla="*/ 547211 h 866775"/>
              <a:gd name="connsiteX76" fmla="*/ 1155859 w 3171825"/>
              <a:gd name="connsiteY76" fmla="*/ 754856 h 866775"/>
              <a:gd name="connsiteX77" fmla="*/ 1259681 w 3171825"/>
              <a:gd name="connsiteY77" fmla="*/ 864394 h 866775"/>
              <a:gd name="connsiteX78" fmla="*/ 1419701 w 3171825"/>
              <a:gd name="connsiteY78" fmla="*/ 569119 h 866775"/>
              <a:gd name="connsiteX79" fmla="*/ 1529239 w 3171825"/>
              <a:gd name="connsiteY79" fmla="*/ 518636 h 866775"/>
              <a:gd name="connsiteX80" fmla="*/ 1640681 w 3171825"/>
              <a:gd name="connsiteY80" fmla="*/ 576739 h 866775"/>
              <a:gd name="connsiteX81" fmla="*/ 1813084 w 3171825"/>
              <a:gd name="connsiteY81" fmla="*/ 459581 h 866775"/>
              <a:gd name="connsiteX82" fmla="*/ 1868329 w 3171825"/>
              <a:gd name="connsiteY82" fmla="*/ 576739 h 866775"/>
              <a:gd name="connsiteX83" fmla="*/ 1980724 w 3171825"/>
              <a:gd name="connsiteY83" fmla="*/ 273844 h 866775"/>
              <a:gd name="connsiteX84" fmla="*/ 2074069 w 3171825"/>
              <a:gd name="connsiteY84" fmla="*/ 601504 h 866775"/>
              <a:gd name="connsiteX85" fmla="*/ 2198846 w 3171825"/>
              <a:gd name="connsiteY85" fmla="*/ 312896 h 866775"/>
              <a:gd name="connsiteX86" fmla="*/ 2307432 w 3171825"/>
              <a:gd name="connsiteY86" fmla="*/ 576739 h 866775"/>
              <a:gd name="connsiteX87" fmla="*/ 2412207 w 3171825"/>
              <a:gd name="connsiteY87" fmla="*/ 428149 h 866775"/>
              <a:gd name="connsiteX88" fmla="*/ 2521744 w 3171825"/>
              <a:gd name="connsiteY88" fmla="*/ 576739 h 866775"/>
              <a:gd name="connsiteX89" fmla="*/ 2618899 w 3171825"/>
              <a:gd name="connsiteY89" fmla="*/ 486251 h 866775"/>
              <a:gd name="connsiteX90" fmla="*/ 2670334 w 3171825"/>
              <a:gd name="connsiteY90" fmla="*/ 576739 h 866775"/>
              <a:gd name="connsiteX91" fmla="*/ 2803684 w 3171825"/>
              <a:gd name="connsiteY91" fmla="*/ 274796 h 866775"/>
              <a:gd name="connsiteX92" fmla="*/ 2947511 w 3171825"/>
              <a:gd name="connsiteY92" fmla="*/ 576739 h 866775"/>
              <a:gd name="connsiteX93" fmla="*/ 3040857 w 3171825"/>
              <a:gd name="connsiteY93" fmla="*/ 474821 h 866775"/>
              <a:gd name="connsiteX94" fmla="*/ 3121819 w 3171825"/>
              <a:gd name="connsiteY94" fmla="*/ 576739 h 866775"/>
              <a:gd name="connsiteX95" fmla="*/ 3169444 w 3171825"/>
              <a:gd name="connsiteY95" fmla="*/ 550069 h 866775"/>
              <a:gd name="connsiteX96" fmla="*/ 3092291 w 3171825"/>
              <a:gd name="connsiteY96" fmla="*/ 287179 h 866775"/>
              <a:gd name="connsiteX97" fmla="*/ 1267301 w 3171825"/>
              <a:gd name="connsiteY97" fmla="*/ 806291 h 866775"/>
              <a:gd name="connsiteX98" fmla="*/ 1226344 w 3171825"/>
              <a:gd name="connsiteY98" fmla="*/ 751999 h 866775"/>
              <a:gd name="connsiteX99" fmla="*/ 1353026 w 3171825"/>
              <a:gd name="connsiteY99" fmla="*/ 597694 h 866775"/>
              <a:gd name="connsiteX100" fmla="*/ 1267301 w 3171825"/>
              <a:gd name="connsiteY100" fmla="*/ 806291 h 866775"/>
              <a:gd name="connsiteX101" fmla="*/ 1614964 w 3171825"/>
              <a:gd name="connsiteY101" fmla="*/ 257651 h 866775"/>
              <a:gd name="connsiteX102" fmla="*/ 1653064 w 3171825"/>
              <a:gd name="connsiteY102" fmla="*/ 315754 h 866775"/>
              <a:gd name="connsiteX103" fmla="*/ 1569244 w 3171825"/>
              <a:gd name="connsiteY103" fmla="*/ 438626 h 866775"/>
              <a:gd name="connsiteX104" fmla="*/ 1614964 w 3171825"/>
              <a:gd name="connsiteY104" fmla="*/ 257651 h 866775"/>
            </a:gdLst>
            <a:ahLst/>
            <a:cxnLst/>
            <a:rect l="l" t="t" r="r" b="b"/>
            <a:pathLst>
              <a:path w="3171825" h="866775">
                <a:moveTo>
                  <a:pt x="3092291" y="287179"/>
                </a:moveTo>
                <a:cubicBezTo>
                  <a:pt x="3092291" y="241459"/>
                  <a:pt x="3089434" y="211931"/>
                  <a:pt x="3059907" y="211931"/>
                </a:cubicBezTo>
                <a:cubicBezTo>
                  <a:pt x="3046571" y="211931"/>
                  <a:pt x="3039904" y="214789"/>
                  <a:pt x="3027521" y="218599"/>
                </a:cubicBezTo>
                <a:cubicBezTo>
                  <a:pt x="3037999" y="371951"/>
                  <a:pt x="3003709" y="507206"/>
                  <a:pt x="2960846" y="507206"/>
                </a:cubicBezTo>
                <a:cubicBezTo>
                  <a:pt x="2905601" y="507206"/>
                  <a:pt x="2933224" y="178594"/>
                  <a:pt x="2816066" y="178594"/>
                </a:cubicBezTo>
                <a:cubicBezTo>
                  <a:pt x="2707482" y="178594"/>
                  <a:pt x="2692241" y="440531"/>
                  <a:pt x="2679859" y="440531"/>
                </a:cubicBezTo>
                <a:cubicBezTo>
                  <a:pt x="2671286" y="440531"/>
                  <a:pt x="2670334" y="371951"/>
                  <a:pt x="2670334" y="319564"/>
                </a:cubicBezTo>
                <a:cubicBezTo>
                  <a:pt x="2675096" y="294799"/>
                  <a:pt x="2677001" y="271939"/>
                  <a:pt x="2677001" y="254794"/>
                </a:cubicBezTo>
                <a:cubicBezTo>
                  <a:pt x="2677001" y="230029"/>
                  <a:pt x="2667476" y="188119"/>
                  <a:pt x="2611279" y="209074"/>
                </a:cubicBezTo>
                <a:cubicBezTo>
                  <a:pt x="2613184" y="396716"/>
                  <a:pt x="2576036" y="510064"/>
                  <a:pt x="2533174" y="510064"/>
                </a:cubicBezTo>
                <a:cubicBezTo>
                  <a:pt x="2471261" y="510064"/>
                  <a:pt x="2470309" y="340519"/>
                  <a:pt x="2470309" y="292894"/>
                </a:cubicBezTo>
                <a:cubicBezTo>
                  <a:pt x="2470309" y="247174"/>
                  <a:pt x="2473166" y="186214"/>
                  <a:pt x="2405539" y="208121"/>
                </a:cubicBezTo>
                <a:cubicBezTo>
                  <a:pt x="2395061" y="371951"/>
                  <a:pt x="2352199" y="494824"/>
                  <a:pt x="2325529" y="494824"/>
                </a:cubicBezTo>
                <a:cubicBezTo>
                  <a:pt x="2285524" y="494824"/>
                  <a:pt x="2293144" y="211931"/>
                  <a:pt x="2206466" y="211931"/>
                </a:cubicBezTo>
                <a:cubicBezTo>
                  <a:pt x="2128361" y="211931"/>
                  <a:pt x="2103596" y="479584"/>
                  <a:pt x="2087404" y="479584"/>
                </a:cubicBezTo>
                <a:cubicBezTo>
                  <a:pt x="2057876" y="479584"/>
                  <a:pt x="2096929" y="178594"/>
                  <a:pt x="1983581" y="178594"/>
                </a:cubicBezTo>
                <a:cubicBezTo>
                  <a:pt x="1924526" y="178594"/>
                  <a:pt x="1900714" y="279559"/>
                  <a:pt x="1877854" y="391954"/>
                </a:cubicBezTo>
                <a:cubicBezTo>
                  <a:pt x="1873091" y="413861"/>
                  <a:pt x="1868329" y="414814"/>
                  <a:pt x="1867376" y="390049"/>
                </a:cubicBezTo>
                <a:cubicBezTo>
                  <a:pt x="1866424" y="370046"/>
                  <a:pt x="1866424" y="347186"/>
                  <a:pt x="1866424" y="327184"/>
                </a:cubicBezTo>
                <a:cubicBezTo>
                  <a:pt x="1894999" y="213836"/>
                  <a:pt x="1859756" y="171926"/>
                  <a:pt x="1807369" y="202406"/>
                </a:cubicBezTo>
                <a:cubicBezTo>
                  <a:pt x="1824514" y="411004"/>
                  <a:pt x="1728311" y="512921"/>
                  <a:pt x="1654969" y="512921"/>
                </a:cubicBezTo>
                <a:cubicBezTo>
                  <a:pt x="1628299" y="512921"/>
                  <a:pt x="1607344" y="501491"/>
                  <a:pt x="1592104" y="483394"/>
                </a:cubicBezTo>
                <a:cubicBezTo>
                  <a:pt x="1680686" y="429101"/>
                  <a:pt x="1719739" y="367189"/>
                  <a:pt x="1719739" y="306229"/>
                </a:cubicBezTo>
                <a:cubicBezTo>
                  <a:pt x="1719739" y="240506"/>
                  <a:pt x="1681639" y="202406"/>
                  <a:pt x="1619726" y="202406"/>
                </a:cubicBezTo>
                <a:cubicBezTo>
                  <a:pt x="1532096" y="202406"/>
                  <a:pt x="1483519" y="292894"/>
                  <a:pt x="1483519" y="369094"/>
                </a:cubicBezTo>
                <a:cubicBezTo>
                  <a:pt x="1483519" y="410051"/>
                  <a:pt x="1491139" y="445294"/>
                  <a:pt x="1503521" y="473869"/>
                </a:cubicBezTo>
                <a:cubicBezTo>
                  <a:pt x="1473041" y="488156"/>
                  <a:pt x="1445419" y="500539"/>
                  <a:pt x="1418749" y="512921"/>
                </a:cubicBezTo>
                <a:cubicBezTo>
                  <a:pt x="1416844" y="433864"/>
                  <a:pt x="1407319" y="350996"/>
                  <a:pt x="1400651" y="274796"/>
                </a:cubicBezTo>
                <a:cubicBezTo>
                  <a:pt x="1353979" y="262414"/>
                  <a:pt x="1340644" y="284321"/>
                  <a:pt x="1336834" y="326231"/>
                </a:cubicBezTo>
                <a:cubicBezTo>
                  <a:pt x="1328261" y="420529"/>
                  <a:pt x="1293971" y="479584"/>
                  <a:pt x="1262539" y="479584"/>
                </a:cubicBezTo>
                <a:cubicBezTo>
                  <a:pt x="1239679" y="479584"/>
                  <a:pt x="1225391" y="451009"/>
                  <a:pt x="1223486" y="421481"/>
                </a:cubicBezTo>
                <a:cubicBezTo>
                  <a:pt x="1214914" y="270034"/>
                  <a:pt x="1337786" y="228124"/>
                  <a:pt x="1402556" y="250031"/>
                </a:cubicBezTo>
                <a:cubicBezTo>
                  <a:pt x="1415891" y="216694"/>
                  <a:pt x="1401604" y="192881"/>
                  <a:pt x="1343501" y="192881"/>
                </a:cubicBezTo>
                <a:cubicBezTo>
                  <a:pt x="1273016" y="192881"/>
                  <a:pt x="1220629" y="235744"/>
                  <a:pt x="1181576" y="290989"/>
                </a:cubicBezTo>
                <a:cubicBezTo>
                  <a:pt x="1155859" y="327184"/>
                  <a:pt x="1126331" y="353854"/>
                  <a:pt x="1086326" y="385286"/>
                </a:cubicBezTo>
                <a:cubicBezTo>
                  <a:pt x="1087279" y="375761"/>
                  <a:pt x="1088231" y="367189"/>
                  <a:pt x="1088231" y="358616"/>
                </a:cubicBezTo>
                <a:cubicBezTo>
                  <a:pt x="1088231" y="251936"/>
                  <a:pt x="1030129" y="204311"/>
                  <a:pt x="974884" y="204311"/>
                </a:cubicBezTo>
                <a:cubicBezTo>
                  <a:pt x="929164" y="204311"/>
                  <a:pt x="900589" y="231934"/>
                  <a:pt x="883444" y="273844"/>
                </a:cubicBezTo>
                <a:cubicBezTo>
                  <a:pt x="879634" y="231934"/>
                  <a:pt x="871061" y="213836"/>
                  <a:pt x="846296" y="213836"/>
                </a:cubicBezTo>
                <a:cubicBezTo>
                  <a:pt x="835819" y="213836"/>
                  <a:pt x="821531" y="216694"/>
                  <a:pt x="805339" y="224314"/>
                </a:cubicBezTo>
                <a:cubicBezTo>
                  <a:pt x="812959" y="248126"/>
                  <a:pt x="814864" y="300514"/>
                  <a:pt x="814864" y="334804"/>
                </a:cubicBezTo>
                <a:cubicBezTo>
                  <a:pt x="814864" y="463391"/>
                  <a:pt x="777716" y="520541"/>
                  <a:pt x="742474" y="520541"/>
                </a:cubicBezTo>
                <a:cubicBezTo>
                  <a:pt x="701516" y="520541"/>
                  <a:pt x="695801" y="368141"/>
                  <a:pt x="691991" y="309086"/>
                </a:cubicBezTo>
                <a:cubicBezTo>
                  <a:pt x="687229" y="307181"/>
                  <a:pt x="681514" y="305276"/>
                  <a:pt x="671989" y="305276"/>
                </a:cubicBezTo>
                <a:cubicBezTo>
                  <a:pt x="635794" y="305276"/>
                  <a:pt x="631031" y="354806"/>
                  <a:pt x="621506" y="399574"/>
                </a:cubicBezTo>
                <a:cubicBezTo>
                  <a:pt x="611029" y="450056"/>
                  <a:pt x="582454" y="512921"/>
                  <a:pt x="539591" y="512921"/>
                </a:cubicBezTo>
                <a:cubicBezTo>
                  <a:pt x="513874" y="512921"/>
                  <a:pt x="497681" y="488156"/>
                  <a:pt x="495776" y="443389"/>
                </a:cubicBezTo>
                <a:cubicBezTo>
                  <a:pt x="491966" y="352901"/>
                  <a:pt x="567214" y="245269"/>
                  <a:pt x="685324" y="278606"/>
                </a:cubicBezTo>
                <a:cubicBezTo>
                  <a:pt x="700564" y="242411"/>
                  <a:pt x="676751" y="214789"/>
                  <a:pt x="627221" y="214789"/>
                </a:cubicBezTo>
                <a:cubicBezTo>
                  <a:pt x="540544" y="214789"/>
                  <a:pt x="469106" y="279559"/>
                  <a:pt x="437674" y="355759"/>
                </a:cubicBezTo>
                <a:cubicBezTo>
                  <a:pt x="406241" y="426244"/>
                  <a:pt x="350996" y="529114"/>
                  <a:pt x="237649" y="529114"/>
                </a:cubicBezTo>
                <a:cubicBezTo>
                  <a:pt x="157639" y="529114"/>
                  <a:pt x="97631" y="459581"/>
                  <a:pt x="97631" y="313849"/>
                </a:cubicBezTo>
                <a:cubicBezTo>
                  <a:pt x="97631" y="188119"/>
                  <a:pt x="176689" y="69056"/>
                  <a:pt x="261461" y="69056"/>
                </a:cubicBezTo>
                <a:cubicBezTo>
                  <a:pt x="320516" y="69056"/>
                  <a:pt x="333851" y="127159"/>
                  <a:pt x="329089" y="181451"/>
                </a:cubicBezTo>
                <a:cubicBezTo>
                  <a:pt x="359569" y="206216"/>
                  <a:pt x="410051" y="183356"/>
                  <a:pt x="410051" y="121444"/>
                </a:cubicBezTo>
                <a:cubicBezTo>
                  <a:pt x="410051" y="79534"/>
                  <a:pt x="375761" y="7144"/>
                  <a:pt x="265271" y="7144"/>
                </a:cubicBezTo>
                <a:cubicBezTo>
                  <a:pt x="128111" y="7144"/>
                  <a:pt x="7144" y="144304"/>
                  <a:pt x="7144" y="324326"/>
                </a:cubicBezTo>
                <a:cubicBezTo>
                  <a:pt x="7144" y="498634"/>
                  <a:pt x="95726" y="601504"/>
                  <a:pt x="220504" y="601504"/>
                </a:cubicBezTo>
                <a:cubicBezTo>
                  <a:pt x="299561" y="601504"/>
                  <a:pt x="373856" y="556736"/>
                  <a:pt x="425291" y="472916"/>
                </a:cubicBezTo>
                <a:cubicBezTo>
                  <a:pt x="438626" y="545306"/>
                  <a:pt x="488156" y="576739"/>
                  <a:pt x="525304" y="576739"/>
                </a:cubicBezTo>
                <a:cubicBezTo>
                  <a:pt x="585311" y="576739"/>
                  <a:pt x="624364" y="537686"/>
                  <a:pt x="646271" y="485299"/>
                </a:cubicBezTo>
                <a:cubicBezTo>
                  <a:pt x="659606" y="537686"/>
                  <a:pt x="688181" y="576739"/>
                  <a:pt x="734854" y="576739"/>
                </a:cubicBezTo>
                <a:cubicBezTo>
                  <a:pt x="768191" y="576739"/>
                  <a:pt x="793909" y="559594"/>
                  <a:pt x="812959" y="532924"/>
                </a:cubicBezTo>
                <a:cubicBezTo>
                  <a:pt x="805339" y="716756"/>
                  <a:pt x="795814" y="832961"/>
                  <a:pt x="904399" y="810101"/>
                </a:cubicBezTo>
                <a:cubicBezTo>
                  <a:pt x="887254" y="757714"/>
                  <a:pt x="882491" y="663416"/>
                  <a:pt x="882491" y="577691"/>
                </a:cubicBezTo>
                <a:cubicBezTo>
                  <a:pt x="882491" y="344329"/>
                  <a:pt x="920591" y="267176"/>
                  <a:pt x="969169" y="267176"/>
                </a:cubicBezTo>
                <a:cubicBezTo>
                  <a:pt x="1004411" y="267176"/>
                  <a:pt x="1015841" y="311944"/>
                  <a:pt x="1015841" y="359569"/>
                </a:cubicBezTo>
                <a:cubicBezTo>
                  <a:pt x="1015841" y="385286"/>
                  <a:pt x="1012984" y="413861"/>
                  <a:pt x="1007269" y="440531"/>
                </a:cubicBezTo>
                <a:cubicBezTo>
                  <a:pt x="948214" y="477679"/>
                  <a:pt x="900589" y="507206"/>
                  <a:pt x="900589" y="545306"/>
                </a:cubicBezTo>
                <a:cubicBezTo>
                  <a:pt x="900589" y="574834"/>
                  <a:pt x="922496" y="577691"/>
                  <a:pt x="941546" y="577691"/>
                </a:cubicBezTo>
                <a:cubicBezTo>
                  <a:pt x="987266" y="577691"/>
                  <a:pt x="1041559" y="532924"/>
                  <a:pt x="1072039" y="449104"/>
                </a:cubicBezTo>
                <a:cubicBezTo>
                  <a:pt x="1098709" y="432911"/>
                  <a:pt x="1125379" y="414814"/>
                  <a:pt x="1150144" y="390049"/>
                </a:cubicBezTo>
                <a:cubicBezTo>
                  <a:pt x="1149191" y="398621"/>
                  <a:pt x="1149191" y="407194"/>
                  <a:pt x="1149191" y="415766"/>
                </a:cubicBezTo>
                <a:cubicBezTo>
                  <a:pt x="1149191" y="499586"/>
                  <a:pt x="1185386" y="550069"/>
                  <a:pt x="1244441" y="550069"/>
                </a:cubicBezTo>
                <a:cubicBezTo>
                  <a:pt x="1290161" y="550069"/>
                  <a:pt x="1324451" y="517684"/>
                  <a:pt x="1349216" y="469106"/>
                </a:cubicBezTo>
                <a:cubicBezTo>
                  <a:pt x="1351121" y="496729"/>
                  <a:pt x="1352074" y="523399"/>
                  <a:pt x="1352074" y="547211"/>
                </a:cubicBezTo>
                <a:cubicBezTo>
                  <a:pt x="1258729" y="590074"/>
                  <a:pt x="1155859" y="633889"/>
                  <a:pt x="1155859" y="754856"/>
                </a:cubicBezTo>
                <a:cubicBezTo>
                  <a:pt x="1155859" y="817721"/>
                  <a:pt x="1201579" y="864394"/>
                  <a:pt x="1259681" y="864394"/>
                </a:cubicBezTo>
                <a:cubicBezTo>
                  <a:pt x="1389221" y="864394"/>
                  <a:pt x="1418749" y="728186"/>
                  <a:pt x="1419701" y="569119"/>
                </a:cubicBezTo>
                <a:cubicBezTo>
                  <a:pt x="1461611" y="551021"/>
                  <a:pt x="1493044" y="536734"/>
                  <a:pt x="1529239" y="518636"/>
                </a:cubicBezTo>
                <a:cubicBezTo>
                  <a:pt x="1560671" y="557689"/>
                  <a:pt x="1602581" y="576739"/>
                  <a:pt x="1640681" y="576739"/>
                </a:cubicBezTo>
                <a:cubicBezTo>
                  <a:pt x="1714024" y="576739"/>
                  <a:pt x="1768316" y="537686"/>
                  <a:pt x="1813084" y="459581"/>
                </a:cubicBezTo>
                <a:cubicBezTo>
                  <a:pt x="1820704" y="519589"/>
                  <a:pt x="1835944" y="576739"/>
                  <a:pt x="1868329" y="576739"/>
                </a:cubicBezTo>
                <a:cubicBezTo>
                  <a:pt x="1926431" y="576739"/>
                  <a:pt x="1937861" y="273844"/>
                  <a:pt x="1980724" y="273844"/>
                </a:cubicBezTo>
                <a:cubicBezTo>
                  <a:pt x="2014061" y="273844"/>
                  <a:pt x="1986439" y="601504"/>
                  <a:pt x="2074069" y="601504"/>
                </a:cubicBezTo>
                <a:cubicBezTo>
                  <a:pt x="2148364" y="601504"/>
                  <a:pt x="2162651" y="312896"/>
                  <a:pt x="2198846" y="312896"/>
                </a:cubicBezTo>
                <a:cubicBezTo>
                  <a:pt x="2224564" y="312896"/>
                  <a:pt x="2226469" y="576739"/>
                  <a:pt x="2307432" y="576739"/>
                </a:cubicBezTo>
                <a:cubicBezTo>
                  <a:pt x="2347436" y="576739"/>
                  <a:pt x="2390299" y="529114"/>
                  <a:pt x="2412207" y="428149"/>
                </a:cubicBezTo>
                <a:cubicBezTo>
                  <a:pt x="2422684" y="494824"/>
                  <a:pt x="2456021" y="576739"/>
                  <a:pt x="2521744" y="576739"/>
                </a:cubicBezTo>
                <a:cubicBezTo>
                  <a:pt x="2559844" y="576739"/>
                  <a:pt x="2593182" y="537686"/>
                  <a:pt x="2618899" y="486251"/>
                </a:cubicBezTo>
                <a:cubicBezTo>
                  <a:pt x="2625566" y="539591"/>
                  <a:pt x="2640807" y="576739"/>
                  <a:pt x="2670334" y="576739"/>
                </a:cubicBezTo>
                <a:cubicBezTo>
                  <a:pt x="2746534" y="576739"/>
                  <a:pt x="2743676" y="274796"/>
                  <a:pt x="2803684" y="274796"/>
                </a:cubicBezTo>
                <a:cubicBezTo>
                  <a:pt x="2850357" y="274796"/>
                  <a:pt x="2836069" y="576739"/>
                  <a:pt x="2947511" y="576739"/>
                </a:cubicBezTo>
                <a:cubicBezTo>
                  <a:pt x="3000851" y="576739"/>
                  <a:pt x="3025616" y="531971"/>
                  <a:pt x="3040857" y="474821"/>
                </a:cubicBezTo>
                <a:cubicBezTo>
                  <a:pt x="3061811" y="558641"/>
                  <a:pt x="3094196" y="576739"/>
                  <a:pt x="3121819" y="576739"/>
                </a:cubicBezTo>
                <a:cubicBezTo>
                  <a:pt x="3138964" y="576739"/>
                  <a:pt x="3152299" y="571024"/>
                  <a:pt x="3169444" y="550069"/>
                </a:cubicBezTo>
                <a:cubicBezTo>
                  <a:pt x="3085624" y="511969"/>
                  <a:pt x="3092291" y="375761"/>
                  <a:pt x="3092291" y="287179"/>
                </a:cubicBezTo>
                <a:close/>
                <a:moveTo>
                  <a:pt x="1267301" y="806291"/>
                </a:moveTo>
                <a:cubicBezTo>
                  <a:pt x="1240631" y="806291"/>
                  <a:pt x="1226344" y="780574"/>
                  <a:pt x="1226344" y="751999"/>
                </a:cubicBezTo>
                <a:cubicBezTo>
                  <a:pt x="1226344" y="674846"/>
                  <a:pt x="1283494" y="632936"/>
                  <a:pt x="1353026" y="597694"/>
                </a:cubicBezTo>
                <a:cubicBezTo>
                  <a:pt x="1349216" y="768191"/>
                  <a:pt x="1310164" y="806291"/>
                  <a:pt x="1267301" y="806291"/>
                </a:cubicBezTo>
                <a:close/>
                <a:moveTo>
                  <a:pt x="1614964" y="257651"/>
                </a:moveTo>
                <a:cubicBezTo>
                  <a:pt x="1640681" y="257651"/>
                  <a:pt x="1655921" y="281464"/>
                  <a:pt x="1653064" y="315754"/>
                </a:cubicBezTo>
                <a:cubicBezTo>
                  <a:pt x="1650206" y="355759"/>
                  <a:pt x="1620679" y="402431"/>
                  <a:pt x="1569244" y="438626"/>
                </a:cubicBezTo>
                <a:cubicBezTo>
                  <a:pt x="1543526" y="362426"/>
                  <a:pt x="1563529" y="257651"/>
                  <a:pt x="1614964" y="257651"/>
                </a:cubicBezTo>
                <a:close/>
              </a:path>
            </a:pathLst>
          </a:custGeom>
          <a:solidFill>
            <a:srgbClr val="0072A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1" name="Freeform: Shape 4">
            <a:extLst>
              <a:ext uri="{FF2B5EF4-FFF2-40B4-BE49-F238E27FC236}">
                <a16:creationId xmlns:a16="http://schemas.microsoft.com/office/drawing/2014/main" id="{ABED82B4-66F4-60A2-8FF7-76C7FFFB8AEB}"/>
              </a:ext>
            </a:extLst>
          </p:cNvPr>
          <p:cNvSpPr>
            <a:spLocks noGrp="1"/>
          </p:cNvSpPr>
          <p:nvPr/>
        </p:nvSpPr>
        <p:spPr>
          <a:xfrm>
            <a:off x="1588513" y="6047292"/>
            <a:ext cx="45647" cy="50212"/>
          </a:xfrm>
          <a:custGeom>
            <a:avLst/>
            <a:gdLst>
              <a:gd name="connsiteX0" fmla="*/ 51942 w 95250"/>
              <a:gd name="connsiteY0" fmla="*/ 99569 h 104775"/>
              <a:gd name="connsiteX1" fmla="*/ 93853 w 95250"/>
              <a:gd name="connsiteY1" fmla="*/ 51944 h 104775"/>
              <a:gd name="connsiteX2" fmla="*/ 51942 w 95250"/>
              <a:gd name="connsiteY2" fmla="*/ 7176 h 104775"/>
              <a:gd name="connsiteX3" fmla="*/ 7175 w 95250"/>
              <a:gd name="connsiteY3" fmla="*/ 54801 h 104775"/>
              <a:gd name="connsiteX4" fmla="*/ 51942 w 95250"/>
              <a:gd name="connsiteY4" fmla="*/ 99569 h 104775"/>
            </a:gdLst>
            <a:ahLst/>
            <a:cxnLst/>
            <a:rect l="l" t="t" r="r" b="b"/>
            <a:pathLst>
              <a:path w="95250" h="104775">
                <a:moveTo>
                  <a:pt x="51942" y="99569"/>
                </a:moveTo>
                <a:cubicBezTo>
                  <a:pt x="76707" y="98616"/>
                  <a:pt x="93853" y="77661"/>
                  <a:pt x="93853" y="51944"/>
                </a:cubicBezTo>
                <a:cubicBezTo>
                  <a:pt x="93853" y="26226"/>
                  <a:pt x="76707" y="6224"/>
                  <a:pt x="51942" y="7176"/>
                </a:cubicBezTo>
                <a:cubicBezTo>
                  <a:pt x="27178" y="8129"/>
                  <a:pt x="7175" y="29084"/>
                  <a:pt x="7175" y="54801"/>
                </a:cubicBezTo>
                <a:cubicBezTo>
                  <a:pt x="6222" y="80519"/>
                  <a:pt x="27178" y="100521"/>
                  <a:pt x="51942" y="99569"/>
                </a:cubicBezTo>
                <a:close/>
              </a:path>
            </a:pathLst>
          </a:custGeom>
          <a:solidFill>
            <a:srgbClr val="0072A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2" name="Freeform: Shape 14">
            <a:extLst>
              <a:ext uri="{FF2B5EF4-FFF2-40B4-BE49-F238E27FC236}">
                <a16:creationId xmlns:a16="http://schemas.microsoft.com/office/drawing/2014/main" id="{C403332C-6371-29E3-2335-DFAA7BE6C2F8}"/>
              </a:ext>
            </a:extLst>
          </p:cNvPr>
          <p:cNvSpPr>
            <a:spLocks noGrp="1"/>
          </p:cNvSpPr>
          <p:nvPr/>
        </p:nvSpPr>
        <p:spPr>
          <a:xfrm>
            <a:off x="1886149" y="6055964"/>
            <a:ext cx="45647" cy="45647"/>
          </a:xfrm>
          <a:custGeom>
            <a:avLst/>
            <a:gdLst>
              <a:gd name="connsiteX0" fmla="*/ 48101 w 95250"/>
              <a:gd name="connsiteY0" fmla="*/ 94808 h 95250"/>
              <a:gd name="connsiteX1" fmla="*/ 89059 w 95250"/>
              <a:gd name="connsiteY1" fmla="*/ 49088 h 95250"/>
              <a:gd name="connsiteX2" fmla="*/ 48101 w 95250"/>
              <a:gd name="connsiteY2" fmla="*/ 7178 h 95250"/>
              <a:gd name="connsiteX3" fmla="*/ 7144 w 95250"/>
              <a:gd name="connsiteY3" fmla="*/ 52898 h 95250"/>
              <a:gd name="connsiteX4" fmla="*/ 48101 w 95250"/>
              <a:gd name="connsiteY4" fmla="*/ 94808 h 95250"/>
            </a:gdLst>
            <a:ahLst/>
            <a:cxnLst/>
            <a:rect l="l" t="t" r="r" b="b"/>
            <a:pathLst>
              <a:path w="95250" h="95250">
                <a:moveTo>
                  <a:pt x="48101" y="94808"/>
                </a:moveTo>
                <a:cubicBezTo>
                  <a:pt x="70961" y="93856"/>
                  <a:pt x="89059" y="73853"/>
                  <a:pt x="89059" y="49088"/>
                </a:cubicBezTo>
                <a:cubicBezTo>
                  <a:pt x="89059" y="25275"/>
                  <a:pt x="70961" y="6225"/>
                  <a:pt x="48101" y="7178"/>
                </a:cubicBezTo>
                <a:cubicBezTo>
                  <a:pt x="25241" y="8131"/>
                  <a:pt x="7144" y="28133"/>
                  <a:pt x="7144" y="52898"/>
                </a:cubicBezTo>
                <a:cubicBezTo>
                  <a:pt x="8096" y="76711"/>
                  <a:pt x="26194" y="95761"/>
                  <a:pt x="48101" y="94808"/>
                </a:cubicBezTo>
                <a:close/>
              </a:path>
            </a:pathLst>
          </a:custGeom>
          <a:solidFill>
            <a:srgbClr val="0072A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3" name="Freeform: Shape 20">
            <a:extLst>
              <a:ext uri="{FF2B5EF4-FFF2-40B4-BE49-F238E27FC236}">
                <a16:creationId xmlns:a16="http://schemas.microsoft.com/office/drawing/2014/main" id="{3D2D8432-F91A-C228-692F-66BF4106BFBA}"/>
              </a:ext>
            </a:extLst>
          </p:cNvPr>
          <p:cNvSpPr>
            <a:spLocks noGrp="1"/>
          </p:cNvSpPr>
          <p:nvPr/>
        </p:nvSpPr>
        <p:spPr>
          <a:xfrm>
            <a:off x="1982010" y="6021288"/>
            <a:ext cx="333225" cy="278449"/>
          </a:xfrm>
          <a:custGeom>
            <a:avLst/>
            <a:gdLst>
              <a:gd name="connsiteX0" fmla="*/ 689134 w 695325"/>
              <a:gd name="connsiteY0" fmla="*/ 368141 h 581025"/>
              <a:gd name="connsiteX1" fmla="*/ 571024 w 695325"/>
              <a:gd name="connsiteY1" fmla="*/ 127159 h 581025"/>
              <a:gd name="connsiteX2" fmla="*/ 388144 w 695325"/>
              <a:gd name="connsiteY2" fmla="*/ 13811 h 581025"/>
              <a:gd name="connsiteX3" fmla="*/ 371951 w 695325"/>
              <a:gd name="connsiteY3" fmla="*/ 7144 h 581025"/>
              <a:gd name="connsiteX4" fmla="*/ 371951 w 695325"/>
              <a:gd name="connsiteY4" fmla="*/ 7144 h 581025"/>
              <a:gd name="connsiteX5" fmla="*/ 371951 w 695325"/>
              <a:gd name="connsiteY5" fmla="*/ 7144 h 581025"/>
              <a:gd name="connsiteX6" fmla="*/ 7144 w 695325"/>
              <a:gd name="connsiteY6" fmla="*/ 383381 h 581025"/>
              <a:gd name="connsiteX7" fmla="*/ 132874 w 695325"/>
              <a:gd name="connsiteY7" fmla="*/ 569119 h 581025"/>
              <a:gd name="connsiteX8" fmla="*/ 262414 w 695325"/>
              <a:gd name="connsiteY8" fmla="*/ 571976 h 581025"/>
              <a:gd name="connsiteX9" fmla="*/ 358616 w 695325"/>
              <a:gd name="connsiteY9" fmla="*/ 506254 h 581025"/>
              <a:gd name="connsiteX10" fmla="*/ 577692 w 695325"/>
              <a:gd name="connsiteY10" fmla="*/ 271939 h 581025"/>
              <a:gd name="connsiteX11" fmla="*/ 690086 w 695325"/>
              <a:gd name="connsiteY11" fmla="*/ 374809 h 581025"/>
              <a:gd name="connsiteX12" fmla="*/ 689134 w 695325"/>
              <a:gd name="connsiteY12" fmla="*/ 368141 h 581025"/>
            </a:gdLst>
            <a:ahLst/>
            <a:cxnLst/>
            <a:rect l="l" t="t" r="r" b="b"/>
            <a:pathLst>
              <a:path w="695325" h="581025">
                <a:moveTo>
                  <a:pt x="689134" y="368141"/>
                </a:moveTo>
                <a:cubicBezTo>
                  <a:pt x="687229" y="271939"/>
                  <a:pt x="641509" y="191929"/>
                  <a:pt x="571024" y="127159"/>
                </a:cubicBezTo>
                <a:cubicBezTo>
                  <a:pt x="517684" y="78581"/>
                  <a:pt x="453866" y="41434"/>
                  <a:pt x="388144" y="13811"/>
                </a:cubicBezTo>
                <a:cubicBezTo>
                  <a:pt x="382429" y="11906"/>
                  <a:pt x="377666" y="9049"/>
                  <a:pt x="371951" y="7144"/>
                </a:cubicBezTo>
                <a:lnTo>
                  <a:pt x="371951" y="7144"/>
                </a:lnTo>
                <a:cubicBezTo>
                  <a:pt x="371951" y="7144"/>
                  <a:pt x="371951" y="7144"/>
                  <a:pt x="371951" y="7144"/>
                </a:cubicBezTo>
                <a:cubicBezTo>
                  <a:pt x="290036" y="105251"/>
                  <a:pt x="7144" y="178594"/>
                  <a:pt x="7144" y="383381"/>
                </a:cubicBezTo>
                <a:cubicBezTo>
                  <a:pt x="7144" y="463391"/>
                  <a:pt x="57626" y="538639"/>
                  <a:pt x="132874" y="569119"/>
                </a:cubicBezTo>
                <a:cubicBezTo>
                  <a:pt x="175736" y="585311"/>
                  <a:pt x="219551" y="586264"/>
                  <a:pt x="262414" y="571976"/>
                </a:cubicBezTo>
                <a:cubicBezTo>
                  <a:pt x="300514" y="559594"/>
                  <a:pt x="332899" y="535781"/>
                  <a:pt x="358616" y="506254"/>
                </a:cubicBezTo>
                <a:cubicBezTo>
                  <a:pt x="441484" y="413861"/>
                  <a:pt x="475774" y="271939"/>
                  <a:pt x="577692" y="271939"/>
                </a:cubicBezTo>
                <a:cubicBezTo>
                  <a:pt x="671036" y="271939"/>
                  <a:pt x="683419" y="338614"/>
                  <a:pt x="690086" y="374809"/>
                </a:cubicBezTo>
                <a:cubicBezTo>
                  <a:pt x="689134" y="373856"/>
                  <a:pt x="689134" y="371951"/>
                  <a:pt x="689134" y="368141"/>
                </a:cubicBezTo>
                <a:close/>
              </a:path>
            </a:pathLst>
          </a:custGeom>
          <a:solidFill>
            <a:srgbClr val="0072A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/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t>Insert Picture and send to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anchor="t">
            <a:spAutoFit/>
          </a:bodyPr>
          <a:lstStyle>
            <a:lvl1pPr>
              <a:buNone/>
              <a:defRPr sz="1400">
                <a:latin typeface="Ubuntu Light"/>
                <a:ea typeface="Ubuntu Light"/>
                <a:cs typeface="Ubuntu Light"/>
              </a:defRPr>
            </a:lvl1pPr>
          </a:lstStyle>
          <a:p>
            <a:pPr lvl="0">
              <a:buNone/>
            </a:pPr>
            <a:r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/>
                <a:ea typeface="Ubuntu Light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>
            <a:noAutofit/>
          </a:bodyPr>
          <a:lstStyle>
            <a:lvl1pPr algn="l">
              <a:lnSpc>
                <a:spcPct val="90000"/>
              </a:lnSpc>
              <a:buNone/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E0FC8CB-F05E-FFD4-8D7F-1F94AC26DA2A}"/>
              </a:ext>
            </a:extLst>
          </p:cNvPr>
          <p:cNvSpPr>
            <a:spLocks noGrp="1"/>
          </p:cNvSpPr>
          <p:nvPr/>
        </p:nvSpPr>
        <p:spPr>
          <a:xfrm>
            <a:off x="2993625" y="6148189"/>
            <a:ext cx="219107" cy="178024"/>
          </a:xfrm>
          <a:custGeom>
            <a:avLst/>
            <a:gdLst>
              <a:gd name="connsiteX0" fmla="*/ 304324 w 457200"/>
              <a:gd name="connsiteY0" fmla="*/ 261461 h 371475"/>
              <a:gd name="connsiteX1" fmla="*/ 456724 w 457200"/>
              <a:gd name="connsiteY1" fmla="*/ 110014 h 371475"/>
              <a:gd name="connsiteX2" fmla="*/ 344329 w 457200"/>
              <a:gd name="connsiteY2" fmla="*/ 7144 h 371475"/>
              <a:gd name="connsiteX3" fmla="*/ 125254 w 457200"/>
              <a:gd name="connsiteY3" fmla="*/ 241459 h 371475"/>
              <a:gd name="connsiteX4" fmla="*/ 7144 w 457200"/>
              <a:gd name="connsiteY4" fmla="*/ 348139 h 371475"/>
              <a:gd name="connsiteX5" fmla="*/ 96679 w 457200"/>
              <a:gd name="connsiteY5" fmla="*/ 372904 h 371475"/>
              <a:gd name="connsiteX6" fmla="*/ 306229 w 457200"/>
              <a:gd name="connsiteY6" fmla="*/ 304324 h 371475"/>
              <a:gd name="connsiteX7" fmla="*/ 200501 w 457200"/>
              <a:gd name="connsiteY7" fmla="*/ 210026 h 371475"/>
              <a:gd name="connsiteX8" fmla="*/ 304324 w 457200"/>
              <a:gd name="connsiteY8" fmla="*/ 261461 h 371475"/>
            </a:gdLst>
            <a:ahLst/>
            <a:cxnLst/>
            <a:rect l="l" t="t" r="r" b="b"/>
            <a:pathLst>
              <a:path w="457200" h="371475">
                <a:moveTo>
                  <a:pt x="304324" y="261461"/>
                </a:moveTo>
                <a:cubicBezTo>
                  <a:pt x="390049" y="261461"/>
                  <a:pt x="455771" y="191929"/>
                  <a:pt x="456724" y="110014"/>
                </a:cubicBezTo>
                <a:cubicBezTo>
                  <a:pt x="451009" y="73819"/>
                  <a:pt x="438626" y="7144"/>
                  <a:pt x="344329" y="7144"/>
                </a:cubicBezTo>
                <a:cubicBezTo>
                  <a:pt x="242411" y="7144"/>
                  <a:pt x="208121" y="150019"/>
                  <a:pt x="125254" y="241459"/>
                </a:cubicBezTo>
                <a:cubicBezTo>
                  <a:pt x="118586" y="293846"/>
                  <a:pt x="69056" y="340519"/>
                  <a:pt x="7144" y="348139"/>
                </a:cubicBezTo>
                <a:cubicBezTo>
                  <a:pt x="22384" y="364331"/>
                  <a:pt x="55721" y="372904"/>
                  <a:pt x="96679" y="372904"/>
                </a:cubicBezTo>
                <a:cubicBezTo>
                  <a:pt x="170021" y="372904"/>
                  <a:pt x="259556" y="350996"/>
                  <a:pt x="306229" y="304324"/>
                </a:cubicBezTo>
                <a:cubicBezTo>
                  <a:pt x="244316" y="305276"/>
                  <a:pt x="204311" y="265271"/>
                  <a:pt x="200501" y="210026"/>
                </a:cubicBezTo>
                <a:cubicBezTo>
                  <a:pt x="230029" y="247174"/>
                  <a:pt x="264319" y="261461"/>
                  <a:pt x="304324" y="261461"/>
                </a:cubicBezTo>
                <a:close/>
              </a:path>
            </a:pathLst>
          </a:custGeom>
          <a:solidFill>
            <a:srgbClr val="17ABDB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34D3664-9369-B221-FD17-0597A6828483}"/>
              </a:ext>
            </a:extLst>
          </p:cNvPr>
          <p:cNvSpPr>
            <a:spLocks noGrp="1"/>
          </p:cNvSpPr>
          <p:nvPr/>
        </p:nvSpPr>
        <p:spPr>
          <a:xfrm>
            <a:off x="1343473" y="6026766"/>
            <a:ext cx="1520057" cy="415391"/>
          </a:xfrm>
          <a:custGeom>
            <a:avLst/>
            <a:gdLst>
              <a:gd name="connsiteX0" fmla="*/ 3092291 w 3171825"/>
              <a:gd name="connsiteY0" fmla="*/ 287179 h 866775"/>
              <a:gd name="connsiteX1" fmla="*/ 3059907 w 3171825"/>
              <a:gd name="connsiteY1" fmla="*/ 211931 h 866775"/>
              <a:gd name="connsiteX2" fmla="*/ 3027521 w 3171825"/>
              <a:gd name="connsiteY2" fmla="*/ 218599 h 866775"/>
              <a:gd name="connsiteX3" fmla="*/ 2960846 w 3171825"/>
              <a:gd name="connsiteY3" fmla="*/ 507206 h 866775"/>
              <a:gd name="connsiteX4" fmla="*/ 2816066 w 3171825"/>
              <a:gd name="connsiteY4" fmla="*/ 178594 h 866775"/>
              <a:gd name="connsiteX5" fmla="*/ 2679859 w 3171825"/>
              <a:gd name="connsiteY5" fmla="*/ 440531 h 866775"/>
              <a:gd name="connsiteX6" fmla="*/ 2670334 w 3171825"/>
              <a:gd name="connsiteY6" fmla="*/ 319564 h 866775"/>
              <a:gd name="connsiteX7" fmla="*/ 2677001 w 3171825"/>
              <a:gd name="connsiteY7" fmla="*/ 254794 h 866775"/>
              <a:gd name="connsiteX8" fmla="*/ 2611279 w 3171825"/>
              <a:gd name="connsiteY8" fmla="*/ 209074 h 866775"/>
              <a:gd name="connsiteX9" fmla="*/ 2533174 w 3171825"/>
              <a:gd name="connsiteY9" fmla="*/ 510064 h 866775"/>
              <a:gd name="connsiteX10" fmla="*/ 2470309 w 3171825"/>
              <a:gd name="connsiteY10" fmla="*/ 292894 h 866775"/>
              <a:gd name="connsiteX11" fmla="*/ 2405539 w 3171825"/>
              <a:gd name="connsiteY11" fmla="*/ 208121 h 866775"/>
              <a:gd name="connsiteX12" fmla="*/ 2325529 w 3171825"/>
              <a:gd name="connsiteY12" fmla="*/ 494824 h 866775"/>
              <a:gd name="connsiteX13" fmla="*/ 2206466 w 3171825"/>
              <a:gd name="connsiteY13" fmla="*/ 211931 h 866775"/>
              <a:gd name="connsiteX14" fmla="*/ 2087404 w 3171825"/>
              <a:gd name="connsiteY14" fmla="*/ 479584 h 866775"/>
              <a:gd name="connsiteX15" fmla="*/ 1983581 w 3171825"/>
              <a:gd name="connsiteY15" fmla="*/ 178594 h 866775"/>
              <a:gd name="connsiteX16" fmla="*/ 1877854 w 3171825"/>
              <a:gd name="connsiteY16" fmla="*/ 391954 h 866775"/>
              <a:gd name="connsiteX17" fmla="*/ 1867376 w 3171825"/>
              <a:gd name="connsiteY17" fmla="*/ 390049 h 866775"/>
              <a:gd name="connsiteX18" fmla="*/ 1866424 w 3171825"/>
              <a:gd name="connsiteY18" fmla="*/ 327184 h 866775"/>
              <a:gd name="connsiteX19" fmla="*/ 1807369 w 3171825"/>
              <a:gd name="connsiteY19" fmla="*/ 202406 h 866775"/>
              <a:gd name="connsiteX20" fmla="*/ 1654969 w 3171825"/>
              <a:gd name="connsiteY20" fmla="*/ 512921 h 866775"/>
              <a:gd name="connsiteX21" fmla="*/ 1592104 w 3171825"/>
              <a:gd name="connsiteY21" fmla="*/ 483394 h 866775"/>
              <a:gd name="connsiteX22" fmla="*/ 1719739 w 3171825"/>
              <a:gd name="connsiteY22" fmla="*/ 306229 h 866775"/>
              <a:gd name="connsiteX23" fmla="*/ 1619726 w 3171825"/>
              <a:gd name="connsiteY23" fmla="*/ 202406 h 866775"/>
              <a:gd name="connsiteX24" fmla="*/ 1483519 w 3171825"/>
              <a:gd name="connsiteY24" fmla="*/ 369094 h 866775"/>
              <a:gd name="connsiteX25" fmla="*/ 1503521 w 3171825"/>
              <a:gd name="connsiteY25" fmla="*/ 473869 h 866775"/>
              <a:gd name="connsiteX26" fmla="*/ 1418749 w 3171825"/>
              <a:gd name="connsiteY26" fmla="*/ 512921 h 866775"/>
              <a:gd name="connsiteX27" fmla="*/ 1400651 w 3171825"/>
              <a:gd name="connsiteY27" fmla="*/ 274796 h 866775"/>
              <a:gd name="connsiteX28" fmla="*/ 1336834 w 3171825"/>
              <a:gd name="connsiteY28" fmla="*/ 326231 h 866775"/>
              <a:gd name="connsiteX29" fmla="*/ 1262539 w 3171825"/>
              <a:gd name="connsiteY29" fmla="*/ 479584 h 866775"/>
              <a:gd name="connsiteX30" fmla="*/ 1223486 w 3171825"/>
              <a:gd name="connsiteY30" fmla="*/ 421481 h 866775"/>
              <a:gd name="connsiteX31" fmla="*/ 1402556 w 3171825"/>
              <a:gd name="connsiteY31" fmla="*/ 250031 h 866775"/>
              <a:gd name="connsiteX32" fmla="*/ 1343501 w 3171825"/>
              <a:gd name="connsiteY32" fmla="*/ 192881 h 866775"/>
              <a:gd name="connsiteX33" fmla="*/ 1181576 w 3171825"/>
              <a:gd name="connsiteY33" fmla="*/ 290989 h 866775"/>
              <a:gd name="connsiteX34" fmla="*/ 1086326 w 3171825"/>
              <a:gd name="connsiteY34" fmla="*/ 385286 h 866775"/>
              <a:gd name="connsiteX35" fmla="*/ 1088231 w 3171825"/>
              <a:gd name="connsiteY35" fmla="*/ 358616 h 866775"/>
              <a:gd name="connsiteX36" fmla="*/ 974884 w 3171825"/>
              <a:gd name="connsiteY36" fmla="*/ 204311 h 866775"/>
              <a:gd name="connsiteX37" fmla="*/ 883444 w 3171825"/>
              <a:gd name="connsiteY37" fmla="*/ 273844 h 866775"/>
              <a:gd name="connsiteX38" fmla="*/ 846296 w 3171825"/>
              <a:gd name="connsiteY38" fmla="*/ 213836 h 866775"/>
              <a:gd name="connsiteX39" fmla="*/ 805339 w 3171825"/>
              <a:gd name="connsiteY39" fmla="*/ 224314 h 866775"/>
              <a:gd name="connsiteX40" fmla="*/ 814864 w 3171825"/>
              <a:gd name="connsiteY40" fmla="*/ 334804 h 866775"/>
              <a:gd name="connsiteX41" fmla="*/ 742474 w 3171825"/>
              <a:gd name="connsiteY41" fmla="*/ 520541 h 866775"/>
              <a:gd name="connsiteX42" fmla="*/ 691991 w 3171825"/>
              <a:gd name="connsiteY42" fmla="*/ 309086 h 866775"/>
              <a:gd name="connsiteX43" fmla="*/ 671989 w 3171825"/>
              <a:gd name="connsiteY43" fmla="*/ 305276 h 866775"/>
              <a:gd name="connsiteX44" fmla="*/ 621506 w 3171825"/>
              <a:gd name="connsiteY44" fmla="*/ 399574 h 866775"/>
              <a:gd name="connsiteX45" fmla="*/ 539591 w 3171825"/>
              <a:gd name="connsiteY45" fmla="*/ 512921 h 866775"/>
              <a:gd name="connsiteX46" fmla="*/ 495776 w 3171825"/>
              <a:gd name="connsiteY46" fmla="*/ 443389 h 866775"/>
              <a:gd name="connsiteX47" fmla="*/ 685324 w 3171825"/>
              <a:gd name="connsiteY47" fmla="*/ 278606 h 866775"/>
              <a:gd name="connsiteX48" fmla="*/ 627221 w 3171825"/>
              <a:gd name="connsiteY48" fmla="*/ 214789 h 866775"/>
              <a:gd name="connsiteX49" fmla="*/ 437674 w 3171825"/>
              <a:gd name="connsiteY49" fmla="*/ 355759 h 866775"/>
              <a:gd name="connsiteX50" fmla="*/ 237649 w 3171825"/>
              <a:gd name="connsiteY50" fmla="*/ 529114 h 866775"/>
              <a:gd name="connsiteX51" fmla="*/ 97631 w 3171825"/>
              <a:gd name="connsiteY51" fmla="*/ 313849 h 866775"/>
              <a:gd name="connsiteX52" fmla="*/ 261461 w 3171825"/>
              <a:gd name="connsiteY52" fmla="*/ 69056 h 866775"/>
              <a:gd name="connsiteX53" fmla="*/ 329089 w 3171825"/>
              <a:gd name="connsiteY53" fmla="*/ 181451 h 866775"/>
              <a:gd name="connsiteX54" fmla="*/ 410051 w 3171825"/>
              <a:gd name="connsiteY54" fmla="*/ 121444 h 866775"/>
              <a:gd name="connsiteX55" fmla="*/ 265271 w 3171825"/>
              <a:gd name="connsiteY55" fmla="*/ 7144 h 866775"/>
              <a:gd name="connsiteX56" fmla="*/ 7144 w 3171825"/>
              <a:gd name="connsiteY56" fmla="*/ 324326 h 866775"/>
              <a:gd name="connsiteX57" fmla="*/ 220504 w 3171825"/>
              <a:gd name="connsiteY57" fmla="*/ 601504 h 866775"/>
              <a:gd name="connsiteX58" fmla="*/ 425291 w 3171825"/>
              <a:gd name="connsiteY58" fmla="*/ 472916 h 866775"/>
              <a:gd name="connsiteX59" fmla="*/ 525304 w 3171825"/>
              <a:gd name="connsiteY59" fmla="*/ 576739 h 866775"/>
              <a:gd name="connsiteX60" fmla="*/ 646271 w 3171825"/>
              <a:gd name="connsiteY60" fmla="*/ 485299 h 866775"/>
              <a:gd name="connsiteX61" fmla="*/ 734854 w 3171825"/>
              <a:gd name="connsiteY61" fmla="*/ 576739 h 866775"/>
              <a:gd name="connsiteX62" fmla="*/ 812959 w 3171825"/>
              <a:gd name="connsiteY62" fmla="*/ 532924 h 866775"/>
              <a:gd name="connsiteX63" fmla="*/ 904399 w 3171825"/>
              <a:gd name="connsiteY63" fmla="*/ 810101 h 866775"/>
              <a:gd name="connsiteX64" fmla="*/ 882491 w 3171825"/>
              <a:gd name="connsiteY64" fmla="*/ 577691 h 866775"/>
              <a:gd name="connsiteX65" fmla="*/ 969169 w 3171825"/>
              <a:gd name="connsiteY65" fmla="*/ 267176 h 866775"/>
              <a:gd name="connsiteX66" fmla="*/ 1015841 w 3171825"/>
              <a:gd name="connsiteY66" fmla="*/ 359569 h 866775"/>
              <a:gd name="connsiteX67" fmla="*/ 1007269 w 3171825"/>
              <a:gd name="connsiteY67" fmla="*/ 440531 h 866775"/>
              <a:gd name="connsiteX68" fmla="*/ 900589 w 3171825"/>
              <a:gd name="connsiteY68" fmla="*/ 545306 h 866775"/>
              <a:gd name="connsiteX69" fmla="*/ 941546 w 3171825"/>
              <a:gd name="connsiteY69" fmla="*/ 577691 h 866775"/>
              <a:gd name="connsiteX70" fmla="*/ 1072039 w 3171825"/>
              <a:gd name="connsiteY70" fmla="*/ 449104 h 866775"/>
              <a:gd name="connsiteX71" fmla="*/ 1150144 w 3171825"/>
              <a:gd name="connsiteY71" fmla="*/ 390049 h 866775"/>
              <a:gd name="connsiteX72" fmla="*/ 1149191 w 3171825"/>
              <a:gd name="connsiteY72" fmla="*/ 415766 h 866775"/>
              <a:gd name="connsiteX73" fmla="*/ 1244441 w 3171825"/>
              <a:gd name="connsiteY73" fmla="*/ 550069 h 866775"/>
              <a:gd name="connsiteX74" fmla="*/ 1349216 w 3171825"/>
              <a:gd name="connsiteY74" fmla="*/ 469106 h 866775"/>
              <a:gd name="connsiteX75" fmla="*/ 1352074 w 3171825"/>
              <a:gd name="connsiteY75" fmla="*/ 547211 h 866775"/>
              <a:gd name="connsiteX76" fmla="*/ 1155859 w 3171825"/>
              <a:gd name="connsiteY76" fmla="*/ 754856 h 866775"/>
              <a:gd name="connsiteX77" fmla="*/ 1259681 w 3171825"/>
              <a:gd name="connsiteY77" fmla="*/ 864394 h 866775"/>
              <a:gd name="connsiteX78" fmla="*/ 1419701 w 3171825"/>
              <a:gd name="connsiteY78" fmla="*/ 569119 h 866775"/>
              <a:gd name="connsiteX79" fmla="*/ 1529239 w 3171825"/>
              <a:gd name="connsiteY79" fmla="*/ 518636 h 866775"/>
              <a:gd name="connsiteX80" fmla="*/ 1640681 w 3171825"/>
              <a:gd name="connsiteY80" fmla="*/ 576739 h 866775"/>
              <a:gd name="connsiteX81" fmla="*/ 1813084 w 3171825"/>
              <a:gd name="connsiteY81" fmla="*/ 459581 h 866775"/>
              <a:gd name="connsiteX82" fmla="*/ 1868329 w 3171825"/>
              <a:gd name="connsiteY82" fmla="*/ 576739 h 866775"/>
              <a:gd name="connsiteX83" fmla="*/ 1980724 w 3171825"/>
              <a:gd name="connsiteY83" fmla="*/ 273844 h 866775"/>
              <a:gd name="connsiteX84" fmla="*/ 2074069 w 3171825"/>
              <a:gd name="connsiteY84" fmla="*/ 601504 h 866775"/>
              <a:gd name="connsiteX85" fmla="*/ 2198846 w 3171825"/>
              <a:gd name="connsiteY85" fmla="*/ 312896 h 866775"/>
              <a:gd name="connsiteX86" fmla="*/ 2307432 w 3171825"/>
              <a:gd name="connsiteY86" fmla="*/ 576739 h 866775"/>
              <a:gd name="connsiteX87" fmla="*/ 2412207 w 3171825"/>
              <a:gd name="connsiteY87" fmla="*/ 428149 h 866775"/>
              <a:gd name="connsiteX88" fmla="*/ 2521744 w 3171825"/>
              <a:gd name="connsiteY88" fmla="*/ 576739 h 866775"/>
              <a:gd name="connsiteX89" fmla="*/ 2618899 w 3171825"/>
              <a:gd name="connsiteY89" fmla="*/ 486251 h 866775"/>
              <a:gd name="connsiteX90" fmla="*/ 2670334 w 3171825"/>
              <a:gd name="connsiteY90" fmla="*/ 576739 h 866775"/>
              <a:gd name="connsiteX91" fmla="*/ 2803684 w 3171825"/>
              <a:gd name="connsiteY91" fmla="*/ 274796 h 866775"/>
              <a:gd name="connsiteX92" fmla="*/ 2947511 w 3171825"/>
              <a:gd name="connsiteY92" fmla="*/ 576739 h 866775"/>
              <a:gd name="connsiteX93" fmla="*/ 3040857 w 3171825"/>
              <a:gd name="connsiteY93" fmla="*/ 474821 h 866775"/>
              <a:gd name="connsiteX94" fmla="*/ 3121819 w 3171825"/>
              <a:gd name="connsiteY94" fmla="*/ 576739 h 866775"/>
              <a:gd name="connsiteX95" fmla="*/ 3169444 w 3171825"/>
              <a:gd name="connsiteY95" fmla="*/ 550069 h 866775"/>
              <a:gd name="connsiteX96" fmla="*/ 3092291 w 3171825"/>
              <a:gd name="connsiteY96" fmla="*/ 287179 h 866775"/>
              <a:gd name="connsiteX97" fmla="*/ 1267301 w 3171825"/>
              <a:gd name="connsiteY97" fmla="*/ 806291 h 866775"/>
              <a:gd name="connsiteX98" fmla="*/ 1226344 w 3171825"/>
              <a:gd name="connsiteY98" fmla="*/ 751999 h 866775"/>
              <a:gd name="connsiteX99" fmla="*/ 1353026 w 3171825"/>
              <a:gd name="connsiteY99" fmla="*/ 597694 h 866775"/>
              <a:gd name="connsiteX100" fmla="*/ 1267301 w 3171825"/>
              <a:gd name="connsiteY100" fmla="*/ 806291 h 866775"/>
              <a:gd name="connsiteX101" fmla="*/ 1614964 w 3171825"/>
              <a:gd name="connsiteY101" fmla="*/ 257651 h 866775"/>
              <a:gd name="connsiteX102" fmla="*/ 1653064 w 3171825"/>
              <a:gd name="connsiteY102" fmla="*/ 315754 h 866775"/>
              <a:gd name="connsiteX103" fmla="*/ 1569244 w 3171825"/>
              <a:gd name="connsiteY103" fmla="*/ 438626 h 866775"/>
              <a:gd name="connsiteX104" fmla="*/ 1614964 w 3171825"/>
              <a:gd name="connsiteY104" fmla="*/ 257651 h 866775"/>
            </a:gdLst>
            <a:ahLst/>
            <a:cxnLst/>
            <a:rect l="l" t="t" r="r" b="b"/>
            <a:pathLst>
              <a:path w="3171825" h="866775">
                <a:moveTo>
                  <a:pt x="3092291" y="287179"/>
                </a:moveTo>
                <a:cubicBezTo>
                  <a:pt x="3092291" y="241459"/>
                  <a:pt x="3089434" y="211931"/>
                  <a:pt x="3059907" y="211931"/>
                </a:cubicBezTo>
                <a:cubicBezTo>
                  <a:pt x="3046571" y="211931"/>
                  <a:pt x="3039904" y="214789"/>
                  <a:pt x="3027521" y="218599"/>
                </a:cubicBezTo>
                <a:cubicBezTo>
                  <a:pt x="3037999" y="371951"/>
                  <a:pt x="3003709" y="507206"/>
                  <a:pt x="2960846" y="507206"/>
                </a:cubicBezTo>
                <a:cubicBezTo>
                  <a:pt x="2905601" y="507206"/>
                  <a:pt x="2933224" y="178594"/>
                  <a:pt x="2816066" y="178594"/>
                </a:cubicBezTo>
                <a:cubicBezTo>
                  <a:pt x="2707482" y="178594"/>
                  <a:pt x="2692241" y="440531"/>
                  <a:pt x="2679859" y="440531"/>
                </a:cubicBezTo>
                <a:cubicBezTo>
                  <a:pt x="2671286" y="440531"/>
                  <a:pt x="2670334" y="371951"/>
                  <a:pt x="2670334" y="319564"/>
                </a:cubicBezTo>
                <a:cubicBezTo>
                  <a:pt x="2675096" y="294799"/>
                  <a:pt x="2677001" y="271939"/>
                  <a:pt x="2677001" y="254794"/>
                </a:cubicBezTo>
                <a:cubicBezTo>
                  <a:pt x="2677001" y="230029"/>
                  <a:pt x="2667476" y="188119"/>
                  <a:pt x="2611279" y="209074"/>
                </a:cubicBezTo>
                <a:cubicBezTo>
                  <a:pt x="2613184" y="396716"/>
                  <a:pt x="2576036" y="510064"/>
                  <a:pt x="2533174" y="510064"/>
                </a:cubicBezTo>
                <a:cubicBezTo>
                  <a:pt x="2471261" y="510064"/>
                  <a:pt x="2470309" y="340519"/>
                  <a:pt x="2470309" y="292894"/>
                </a:cubicBezTo>
                <a:cubicBezTo>
                  <a:pt x="2470309" y="247174"/>
                  <a:pt x="2473166" y="186214"/>
                  <a:pt x="2405539" y="208121"/>
                </a:cubicBezTo>
                <a:cubicBezTo>
                  <a:pt x="2395061" y="371951"/>
                  <a:pt x="2352199" y="494824"/>
                  <a:pt x="2325529" y="494824"/>
                </a:cubicBezTo>
                <a:cubicBezTo>
                  <a:pt x="2285524" y="494824"/>
                  <a:pt x="2293144" y="211931"/>
                  <a:pt x="2206466" y="211931"/>
                </a:cubicBezTo>
                <a:cubicBezTo>
                  <a:pt x="2128361" y="211931"/>
                  <a:pt x="2103596" y="479584"/>
                  <a:pt x="2087404" y="479584"/>
                </a:cubicBezTo>
                <a:cubicBezTo>
                  <a:pt x="2057876" y="479584"/>
                  <a:pt x="2096929" y="178594"/>
                  <a:pt x="1983581" y="178594"/>
                </a:cubicBezTo>
                <a:cubicBezTo>
                  <a:pt x="1924526" y="178594"/>
                  <a:pt x="1900714" y="279559"/>
                  <a:pt x="1877854" y="391954"/>
                </a:cubicBezTo>
                <a:cubicBezTo>
                  <a:pt x="1873091" y="413861"/>
                  <a:pt x="1868329" y="414814"/>
                  <a:pt x="1867376" y="390049"/>
                </a:cubicBezTo>
                <a:cubicBezTo>
                  <a:pt x="1866424" y="370046"/>
                  <a:pt x="1866424" y="347186"/>
                  <a:pt x="1866424" y="327184"/>
                </a:cubicBezTo>
                <a:cubicBezTo>
                  <a:pt x="1894999" y="213836"/>
                  <a:pt x="1859756" y="171926"/>
                  <a:pt x="1807369" y="202406"/>
                </a:cubicBezTo>
                <a:cubicBezTo>
                  <a:pt x="1824514" y="411004"/>
                  <a:pt x="1728311" y="512921"/>
                  <a:pt x="1654969" y="512921"/>
                </a:cubicBezTo>
                <a:cubicBezTo>
                  <a:pt x="1628299" y="512921"/>
                  <a:pt x="1607344" y="501491"/>
                  <a:pt x="1592104" y="483394"/>
                </a:cubicBezTo>
                <a:cubicBezTo>
                  <a:pt x="1680686" y="429101"/>
                  <a:pt x="1719739" y="367189"/>
                  <a:pt x="1719739" y="306229"/>
                </a:cubicBezTo>
                <a:cubicBezTo>
                  <a:pt x="1719739" y="240506"/>
                  <a:pt x="1681639" y="202406"/>
                  <a:pt x="1619726" y="202406"/>
                </a:cubicBezTo>
                <a:cubicBezTo>
                  <a:pt x="1532096" y="202406"/>
                  <a:pt x="1483519" y="292894"/>
                  <a:pt x="1483519" y="369094"/>
                </a:cubicBezTo>
                <a:cubicBezTo>
                  <a:pt x="1483519" y="410051"/>
                  <a:pt x="1491139" y="445294"/>
                  <a:pt x="1503521" y="473869"/>
                </a:cubicBezTo>
                <a:cubicBezTo>
                  <a:pt x="1473041" y="488156"/>
                  <a:pt x="1445419" y="500539"/>
                  <a:pt x="1418749" y="512921"/>
                </a:cubicBezTo>
                <a:cubicBezTo>
                  <a:pt x="1416844" y="433864"/>
                  <a:pt x="1407319" y="350996"/>
                  <a:pt x="1400651" y="274796"/>
                </a:cubicBezTo>
                <a:cubicBezTo>
                  <a:pt x="1353979" y="262414"/>
                  <a:pt x="1340644" y="284321"/>
                  <a:pt x="1336834" y="326231"/>
                </a:cubicBezTo>
                <a:cubicBezTo>
                  <a:pt x="1328261" y="420529"/>
                  <a:pt x="1293971" y="479584"/>
                  <a:pt x="1262539" y="479584"/>
                </a:cubicBezTo>
                <a:cubicBezTo>
                  <a:pt x="1239679" y="479584"/>
                  <a:pt x="1225391" y="451009"/>
                  <a:pt x="1223486" y="421481"/>
                </a:cubicBezTo>
                <a:cubicBezTo>
                  <a:pt x="1214914" y="270034"/>
                  <a:pt x="1337786" y="228124"/>
                  <a:pt x="1402556" y="250031"/>
                </a:cubicBezTo>
                <a:cubicBezTo>
                  <a:pt x="1415891" y="216694"/>
                  <a:pt x="1401604" y="192881"/>
                  <a:pt x="1343501" y="192881"/>
                </a:cubicBezTo>
                <a:cubicBezTo>
                  <a:pt x="1273016" y="192881"/>
                  <a:pt x="1220629" y="235744"/>
                  <a:pt x="1181576" y="290989"/>
                </a:cubicBezTo>
                <a:cubicBezTo>
                  <a:pt x="1155859" y="327184"/>
                  <a:pt x="1126331" y="353854"/>
                  <a:pt x="1086326" y="385286"/>
                </a:cubicBezTo>
                <a:cubicBezTo>
                  <a:pt x="1087279" y="375761"/>
                  <a:pt x="1088231" y="367189"/>
                  <a:pt x="1088231" y="358616"/>
                </a:cubicBezTo>
                <a:cubicBezTo>
                  <a:pt x="1088231" y="251936"/>
                  <a:pt x="1030129" y="204311"/>
                  <a:pt x="974884" y="204311"/>
                </a:cubicBezTo>
                <a:cubicBezTo>
                  <a:pt x="929164" y="204311"/>
                  <a:pt x="900589" y="231934"/>
                  <a:pt x="883444" y="273844"/>
                </a:cubicBezTo>
                <a:cubicBezTo>
                  <a:pt x="879634" y="231934"/>
                  <a:pt x="871061" y="213836"/>
                  <a:pt x="846296" y="213836"/>
                </a:cubicBezTo>
                <a:cubicBezTo>
                  <a:pt x="835819" y="213836"/>
                  <a:pt x="821531" y="216694"/>
                  <a:pt x="805339" y="224314"/>
                </a:cubicBezTo>
                <a:cubicBezTo>
                  <a:pt x="812959" y="248126"/>
                  <a:pt x="814864" y="300514"/>
                  <a:pt x="814864" y="334804"/>
                </a:cubicBezTo>
                <a:cubicBezTo>
                  <a:pt x="814864" y="463391"/>
                  <a:pt x="777716" y="520541"/>
                  <a:pt x="742474" y="520541"/>
                </a:cubicBezTo>
                <a:cubicBezTo>
                  <a:pt x="701516" y="520541"/>
                  <a:pt x="695801" y="368141"/>
                  <a:pt x="691991" y="309086"/>
                </a:cubicBezTo>
                <a:cubicBezTo>
                  <a:pt x="687229" y="307181"/>
                  <a:pt x="681514" y="305276"/>
                  <a:pt x="671989" y="305276"/>
                </a:cubicBezTo>
                <a:cubicBezTo>
                  <a:pt x="635794" y="305276"/>
                  <a:pt x="631031" y="354806"/>
                  <a:pt x="621506" y="399574"/>
                </a:cubicBezTo>
                <a:cubicBezTo>
                  <a:pt x="611029" y="450056"/>
                  <a:pt x="582454" y="512921"/>
                  <a:pt x="539591" y="512921"/>
                </a:cubicBezTo>
                <a:cubicBezTo>
                  <a:pt x="513874" y="512921"/>
                  <a:pt x="497681" y="488156"/>
                  <a:pt x="495776" y="443389"/>
                </a:cubicBezTo>
                <a:cubicBezTo>
                  <a:pt x="491966" y="352901"/>
                  <a:pt x="567214" y="245269"/>
                  <a:pt x="685324" y="278606"/>
                </a:cubicBezTo>
                <a:cubicBezTo>
                  <a:pt x="700564" y="242411"/>
                  <a:pt x="676751" y="214789"/>
                  <a:pt x="627221" y="214789"/>
                </a:cubicBezTo>
                <a:cubicBezTo>
                  <a:pt x="540544" y="214789"/>
                  <a:pt x="469106" y="279559"/>
                  <a:pt x="437674" y="355759"/>
                </a:cubicBezTo>
                <a:cubicBezTo>
                  <a:pt x="406241" y="426244"/>
                  <a:pt x="350996" y="529114"/>
                  <a:pt x="237649" y="529114"/>
                </a:cubicBezTo>
                <a:cubicBezTo>
                  <a:pt x="157639" y="529114"/>
                  <a:pt x="97631" y="459581"/>
                  <a:pt x="97631" y="313849"/>
                </a:cubicBezTo>
                <a:cubicBezTo>
                  <a:pt x="97631" y="188119"/>
                  <a:pt x="176689" y="69056"/>
                  <a:pt x="261461" y="69056"/>
                </a:cubicBezTo>
                <a:cubicBezTo>
                  <a:pt x="320516" y="69056"/>
                  <a:pt x="333851" y="127159"/>
                  <a:pt x="329089" y="181451"/>
                </a:cubicBezTo>
                <a:cubicBezTo>
                  <a:pt x="359569" y="206216"/>
                  <a:pt x="410051" y="183356"/>
                  <a:pt x="410051" y="121444"/>
                </a:cubicBezTo>
                <a:cubicBezTo>
                  <a:pt x="410051" y="79534"/>
                  <a:pt x="375761" y="7144"/>
                  <a:pt x="265271" y="7144"/>
                </a:cubicBezTo>
                <a:cubicBezTo>
                  <a:pt x="128111" y="7144"/>
                  <a:pt x="7144" y="144304"/>
                  <a:pt x="7144" y="324326"/>
                </a:cubicBezTo>
                <a:cubicBezTo>
                  <a:pt x="7144" y="498634"/>
                  <a:pt x="95726" y="601504"/>
                  <a:pt x="220504" y="601504"/>
                </a:cubicBezTo>
                <a:cubicBezTo>
                  <a:pt x="299561" y="601504"/>
                  <a:pt x="373856" y="556736"/>
                  <a:pt x="425291" y="472916"/>
                </a:cubicBezTo>
                <a:cubicBezTo>
                  <a:pt x="438626" y="545306"/>
                  <a:pt x="488156" y="576739"/>
                  <a:pt x="525304" y="576739"/>
                </a:cubicBezTo>
                <a:cubicBezTo>
                  <a:pt x="585311" y="576739"/>
                  <a:pt x="624364" y="537686"/>
                  <a:pt x="646271" y="485299"/>
                </a:cubicBezTo>
                <a:cubicBezTo>
                  <a:pt x="659606" y="537686"/>
                  <a:pt x="688181" y="576739"/>
                  <a:pt x="734854" y="576739"/>
                </a:cubicBezTo>
                <a:cubicBezTo>
                  <a:pt x="768191" y="576739"/>
                  <a:pt x="793909" y="559594"/>
                  <a:pt x="812959" y="532924"/>
                </a:cubicBezTo>
                <a:cubicBezTo>
                  <a:pt x="805339" y="716756"/>
                  <a:pt x="795814" y="832961"/>
                  <a:pt x="904399" y="810101"/>
                </a:cubicBezTo>
                <a:cubicBezTo>
                  <a:pt x="887254" y="757714"/>
                  <a:pt x="882491" y="663416"/>
                  <a:pt x="882491" y="577691"/>
                </a:cubicBezTo>
                <a:cubicBezTo>
                  <a:pt x="882491" y="344329"/>
                  <a:pt x="920591" y="267176"/>
                  <a:pt x="969169" y="267176"/>
                </a:cubicBezTo>
                <a:cubicBezTo>
                  <a:pt x="1004411" y="267176"/>
                  <a:pt x="1015841" y="311944"/>
                  <a:pt x="1015841" y="359569"/>
                </a:cubicBezTo>
                <a:cubicBezTo>
                  <a:pt x="1015841" y="385286"/>
                  <a:pt x="1012984" y="413861"/>
                  <a:pt x="1007269" y="440531"/>
                </a:cubicBezTo>
                <a:cubicBezTo>
                  <a:pt x="948214" y="477679"/>
                  <a:pt x="900589" y="507206"/>
                  <a:pt x="900589" y="545306"/>
                </a:cubicBezTo>
                <a:cubicBezTo>
                  <a:pt x="900589" y="574834"/>
                  <a:pt x="922496" y="577691"/>
                  <a:pt x="941546" y="577691"/>
                </a:cubicBezTo>
                <a:cubicBezTo>
                  <a:pt x="987266" y="577691"/>
                  <a:pt x="1041559" y="532924"/>
                  <a:pt x="1072039" y="449104"/>
                </a:cubicBezTo>
                <a:cubicBezTo>
                  <a:pt x="1098709" y="432911"/>
                  <a:pt x="1125379" y="414814"/>
                  <a:pt x="1150144" y="390049"/>
                </a:cubicBezTo>
                <a:cubicBezTo>
                  <a:pt x="1149191" y="398621"/>
                  <a:pt x="1149191" y="407194"/>
                  <a:pt x="1149191" y="415766"/>
                </a:cubicBezTo>
                <a:cubicBezTo>
                  <a:pt x="1149191" y="499586"/>
                  <a:pt x="1185386" y="550069"/>
                  <a:pt x="1244441" y="550069"/>
                </a:cubicBezTo>
                <a:cubicBezTo>
                  <a:pt x="1290161" y="550069"/>
                  <a:pt x="1324451" y="517684"/>
                  <a:pt x="1349216" y="469106"/>
                </a:cubicBezTo>
                <a:cubicBezTo>
                  <a:pt x="1351121" y="496729"/>
                  <a:pt x="1352074" y="523399"/>
                  <a:pt x="1352074" y="547211"/>
                </a:cubicBezTo>
                <a:cubicBezTo>
                  <a:pt x="1258729" y="590074"/>
                  <a:pt x="1155859" y="633889"/>
                  <a:pt x="1155859" y="754856"/>
                </a:cubicBezTo>
                <a:cubicBezTo>
                  <a:pt x="1155859" y="817721"/>
                  <a:pt x="1201579" y="864394"/>
                  <a:pt x="1259681" y="864394"/>
                </a:cubicBezTo>
                <a:cubicBezTo>
                  <a:pt x="1389221" y="864394"/>
                  <a:pt x="1418749" y="728186"/>
                  <a:pt x="1419701" y="569119"/>
                </a:cubicBezTo>
                <a:cubicBezTo>
                  <a:pt x="1461611" y="551021"/>
                  <a:pt x="1493044" y="536734"/>
                  <a:pt x="1529239" y="518636"/>
                </a:cubicBezTo>
                <a:cubicBezTo>
                  <a:pt x="1560671" y="557689"/>
                  <a:pt x="1602581" y="576739"/>
                  <a:pt x="1640681" y="576739"/>
                </a:cubicBezTo>
                <a:cubicBezTo>
                  <a:pt x="1714024" y="576739"/>
                  <a:pt x="1768316" y="537686"/>
                  <a:pt x="1813084" y="459581"/>
                </a:cubicBezTo>
                <a:cubicBezTo>
                  <a:pt x="1820704" y="519589"/>
                  <a:pt x="1835944" y="576739"/>
                  <a:pt x="1868329" y="576739"/>
                </a:cubicBezTo>
                <a:cubicBezTo>
                  <a:pt x="1926431" y="576739"/>
                  <a:pt x="1937861" y="273844"/>
                  <a:pt x="1980724" y="273844"/>
                </a:cubicBezTo>
                <a:cubicBezTo>
                  <a:pt x="2014061" y="273844"/>
                  <a:pt x="1986439" y="601504"/>
                  <a:pt x="2074069" y="601504"/>
                </a:cubicBezTo>
                <a:cubicBezTo>
                  <a:pt x="2148364" y="601504"/>
                  <a:pt x="2162651" y="312896"/>
                  <a:pt x="2198846" y="312896"/>
                </a:cubicBezTo>
                <a:cubicBezTo>
                  <a:pt x="2224564" y="312896"/>
                  <a:pt x="2226469" y="576739"/>
                  <a:pt x="2307432" y="576739"/>
                </a:cubicBezTo>
                <a:cubicBezTo>
                  <a:pt x="2347436" y="576739"/>
                  <a:pt x="2390299" y="529114"/>
                  <a:pt x="2412207" y="428149"/>
                </a:cubicBezTo>
                <a:cubicBezTo>
                  <a:pt x="2422684" y="494824"/>
                  <a:pt x="2456021" y="576739"/>
                  <a:pt x="2521744" y="576739"/>
                </a:cubicBezTo>
                <a:cubicBezTo>
                  <a:pt x="2559844" y="576739"/>
                  <a:pt x="2593182" y="537686"/>
                  <a:pt x="2618899" y="486251"/>
                </a:cubicBezTo>
                <a:cubicBezTo>
                  <a:pt x="2625566" y="539591"/>
                  <a:pt x="2640807" y="576739"/>
                  <a:pt x="2670334" y="576739"/>
                </a:cubicBezTo>
                <a:cubicBezTo>
                  <a:pt x="2746534" y="576739"/>
                  <a:pt x="2743676" y="274796"/>
                  <a:pt x="2803684" y="274796"/>
                </a:cubicBezTo>
                <a:cubicBezTo>
                  <a:pt x="2850357" y="274796"/>
                  <a:pt x="2836069" y="576739"/>
                  <a:pt x="2947511" y="576739"/>
                </a:cubicBezTo>
                <a:cubicBezTo>
                  <a:pt x="3000851" y="576739"/>
                  <a:pt x="3025616" y="531971"/>
                  <a:pt x="3040857" y="474821"/>
                </a:cubicBezTo>
                <a:cubicBezTo>
                  <a:pt x="3061811" y="558641"/>
                  <a:pt x="3094196" y="576739"/>
                  <a:pt x="3121819" y="576739"/>
                </a:cubicBezTo>
                <a:cubicBezTo>
                  <a:pt x="3138964" y="576739"/>
                  <a:pt x="3152299" y="571024"/>
                  <a:pt x="3169444" y="550069"/>
                </a:cubicBezTo>
                <a:cubicBezTo>
                  <a:pt x="3085624" y="511969"/>
                  <a:pt x="3092291" y="375761"/>
                  <a:pt x="3092291" y="287179"/>
                </a:cubicBezTo>
                <a:close/>
                <a:moveTo>
                  <a:pt x="1267301" y="806291"/>
                </a:moveTo>
                <a:cubicBezTo>
                  <a:pt x="1240631" y="806291"/>
                  <a:pt x="1226344" y="780574"/>
                  <a:pt x="1226344" y="751999"/>
                </a:cubicBezTo>
                <a:cubicBezTo>
                  <a:pt x="1226344" y="674846"/>
                  <a:pt x="1283494" y="632936"/>
                  <a:pt x="1353026" y="597694"/>
                </a:cubicBezTo>
                <a:cubicBezTo>
                  <a:pt x="1349216" y="768191"/>
                  <a:pt x="1310164" y="806291"/>
                  <a:pt x="1267301" y="806291"/>
                </a:cubicBezTo>
                <a:close/>
                <a:moveTo>
                  <a:pt x="1614964" y="257651"/>
                </a:moveTo>
                <a:cubicBezTo>
                  <a:pt x="1640681" y="257651"/>
                  <a:pt x="1655921" y="281464"/>
                  <a:pt x="1653064" y="315754"/>
                </a:cubicBezTo>
                <a:cubicBezTo>
                  <a:pt x="1650206" y="355759"/>
                  <a:pt x="1620679" y="402431"/>
                  <a:pt x="1569244" y="438626"/>
                </a:cubicBezTo>
                <a:cubicBezTo>
                  <a:pt x="1543526" y="362426"/>
                  <a:pt x="1563529" y="257651"/>
                  <a:pt x="1614964" y="257651"/>
                </a:cubicBezTo>
                <a:close/>
              </a:path>
            </a:pathLst>
          </a:custGeom>
          <a:solidFill>
            <a:srgbClr val="0072A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7A7E500-54F5-1815-C9B9-3954ED883928}"/>
              </a:ext>
            </a:extLst>
          </p:cNvPr>
          <p:cNvSpPr>
            <a:spLocks noGrp="1"/>
          </p:cNvSpPr>
          <p:nvPr/>
        </p:nvSpPr>
        <p:spPr>
          <a:xfrm>
            <a:off x="2488750" y="6047292"/>
            <a:ext cx="45647" cy="50212"/>
          </a:xfrm>
          <a:custGeom>
            <a:avLst/>
            <a:gdLst>
              <a:gd name="connsiteX0" fmla="*/ 51942 w 95250"/>
              <a:gd name="connsiteY0" fmla="*/ 99569 h 104775"/>
              <a:gd name="connsiteX1" fmla="*/ 93853 w 95250"/>
              <a:gd name="connsiteY1" fmla="*/ 51944 h 104775"/>
              <a:gd name="connsiteX2" fmla="*/ 51942 w 95250"/>
              <a:gd name="connsiteY2" fmla="*/ 7176 h 104775"/>
              <a:gd name="connsiteX3" fmla="*/ 7175 w 95250"/>
              <a:gd name="connsiteY3" fmla="*/ 54801 h 104775"/>
              <a:gd name="connsiteX4" fmla="*/ 51942 w 95250"/>
              <a:gd name="connsiteY4" fmla="*/ 99569 h 104775"/>
            </a:gdLst>
            <a:ahLst/>
            <a:cxnLst/>
            <a:rect l="l" t="t" r="r" b="b"/>
            <a:pathLst>
              <a:path w="95250" h="104775">
                <a:moveTo>
                  <a:pt x="51942" y="99569"/>
                </a:moveTo>
                <a:cubicBezTo>
                  <a:pt x="76707" y="98616"/>
                  <a:pt x="93853" y="77661"/>
                  <a:pt x="93853" y="51944"/>
                </a:cubicBezTo>
                <a:cubicBezTo>
                  <a:pt x="93853" y="26226"/>
                  <a:pt x="76707" y="6224"/>
                  <a:pt x="51942" y="7176"/>
                </a:cubicBezTo>
                <a:cubicBezTo>
                  <a:pt x="27178" y="8129"/>
                  <a:pt x="7175" y="29084"/>
                  <a:pt x="7175" y="54801"/>
                </a:cubicBezTo>
                <a:cubicBezTo>
                  <a:pt x="6222" y="80519"/>
                  <a:pt x="27178" y="100521"/>
                  <a:pt x="51942" y="99569"/>
                </a:cubicBezTo>
                <a:close/>
              </a:path>
            </a:pathLst>
          </a:custGeom>
          <a:solidFill>
            <a:srgbClr val="0072A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4" name="Freeform: Shape 14">
            <a:extLst>
              <a:ext uri="{FF2B5EF4-FFF2-40B4-BE49-F238E27FC236}">
                <a16:creationId xmlns:a16="http://schemas.microsoft.com/office/drawing/2014/main" id="{AE2D512F-FC3A-33B0-5954-0D1BFB4C1437}"/>
              </a:ext>
            </a:extLst>
          </p:cNvPr>
          <p:cNvSpPr>
            <a:spLocks noGrp="1"/>
          </p:cNvSpPr>
          <p:nvPr/>
        </p:nvSpPr>
        <p:spPr>
          <a:xfrm>
            <a:off x="2786386" y="6055964"/>
            <a:ext cx="45647" cy="45647"/>
          </a:xfrm>
          <a:custGeom>
            <a:avLst/>
            <a:gdLst>
              <a:gd name="connsiteX0" fmla="*/ 48101 w 95250"/>
              <a:gd name="connsiteY0" fmla="*/ 94808 h 95250"/>
              <a:gd name="connsiteX1" fmla="*/ 89059 w 95250"/>
              <a:gd name="connsiteY1" fmla="*/ 49088 h 95250"/>
              <a:gd name="connsiteX2" fmla="*/ 48101 w 95250"/>
              <a:gd name="connsiteY2" fmla="*/ 7178 h 95250"/>
              <a:gd name="connsiteX3" fmla="*/ 7144 w 95250"/>
              <a:gd name="connsiteY3" fmla="*/ 52898 h 95250"/>
              <a:gd name="connsiteX4" fmla="*/ 48101 w 95250"/>
              <a:gd name="connsiteY4" fmla="*/ 94808 h 95250"/>
            </a:gdLst>
            <a:ahLst/>
            <a:cxnLst/>
            <a:rect l="l" t="t" r="r" b="b"/>
            <a:pathLst>
              <a:path w="95250" h="95250">
                <a:moveTo>
                  <a:pt x="48101" y="94808"/>
                </a:moveTo>
                <a:cubicBezTo>
                  <a:pt x="70961" y="93856"/>
                  <a:pt x="89059" y="73853"/>
                  <a:pt x="89059" y="49088"/>
                </a:cubicBezTo>
                <a:cubicBezTo>
                  <a:pt x="89059" y="25275"/>
                  <a:pt x="70961" y="6225"/>
                  <a:pt x="48101" y="7178"/>
                </a:cubicBezTo>
                <a:cubicBezTo>
                  <a:pt x="25241" y="8131"/>
                  <a:pt x="7144" y="28133"/>
                  <a:pt x="7144" y="52898"/>
                </a:cubicBezTo>
                <a:cubicBezTo>
                  <a:pt x="8096" y="76711"/>
                  <a:pt x="26194" y="95761"/>
                  <a:pt x="48101" y="94808"/>
                </a:cubicBezTo>
                <a:close/>
              </a:path>
            </a:pathLst>
          </a:custGeom>
          <a:solidFill>
            <a:srgbClr val="0072A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5" name="Freeform: Shape 20">
            <a:extLst>
              <a:ext uri="{FF2B5EF4-FFF2-40B4-BE49-F238E27FC236}">
                <a16:creationId xmlns:a16="http://schemas.microsoft.com/office/drawing/2014/main" id="{BB0A86DD-9E86-EB4E-14DC-ECC7130D6092}"/>
              </a:ext>
            </a:extLst>
          </p:cNvPr>
          <p:cNvSpPr>
            <a:spLocks noGrp="1"/>
          </p:cNvSpPr>
          <p:nvPr/>
        </p:nvSpPr>
        <p:spPr>
          <a:xfrm>
            <a:off x="2882247" y="6021288"/>
            <a:ext cx="333225" cy="278449"/>
          </a:xfrm>
          <a:custGeom>
            <a:avLst/>
            <a:gdLst>
              <a:gd name="connsiteX0" fmla="*/ 689134 w 695325"/>
              <a:gd name="connsiteY0" fmla="*/ 368141 h 581025"/>
              <a:gd name="connsiteX1" fmla="*/ 571024 w 695325"/>
              <a:gd name="connsiteY1" fmla="*/ 127159 h 581025"/>
              <a:gd name="connsiteX2" fmla="*/ 388144 w 695325"/>
              <a:gd name="connsiteY2" fmla="*/ 13811 h 581025"/>
              <a:gd name="connsiteX3" fmla="*/ 371951 w 695325"/>
              <a:gd name="connsiteY3" fmla="*/ 7144 h 581025"/>
              <a:gd name="connsiteX4" fmla="*/ 371951 w 695325"/>
              <a:gd name="connsiteY4" fmla="*/ 7144 h 581025"/>
              <a:gd name="connsiteX5" fmla="*/ 371951 w 695325"/>
              <a:gd name="connsiteY5" fmla="*/ 7144 h 581025"/>
              <a:gd name="connsiteX6" fmla="*/ 7144 w 695325"/>
              <a:gd name="connsiteY6" fmla="*/ 383381 h 581025"/>
              <a:gd name="connsiteX7" fmla="*/ 132874 w 695325"/>
              <a:gd name="connsiteY7" fmla="*/ 569119 h 581025"/>
              <a:gd name="connsiteX8" fmla="*/ 262414 w 695325"/>
              <a:gd name="connsiteY8" fmla="*/ 571976 h 581025"/>
              <a:gd name="connsiteX9" fmla="*/ 358616 w 695325"/>
              <a:gd name="connsiteY9" fmla="*/ 506254 h 581025"/>
              <a:gd name="connsiteX10" fmla="*/ 577692 w 695325"/>
              <a:gd name="connsiteY10" fmla="*/ 271939 h 581025"/>
              <a:gd name="connsiteX11" fmla="*/ 690086 w 695325"/>
              <a:gd name="connsiteY11" fmla="*/ 374809 h 581025"/>
              <a:gd name="connsiteX12" fmla="*/ 689134 w 695325"/>
              <a:gd name="connsiteY12" fmla="*/ 368141 h 581025"/>
            </a:gdLst>
            <a:ahLst/>
            <a:cxnLst/>
            <a:rect l="l" t="t" r="r" b="b"/>
            <a:pathLst>
              <a:path w="695325" h="581025">
                <a:moveTo>
                  <a:pt x="689134" y="368141"/>
                </a:moveTo>
                <a:cubicBezTo>
                  <a:pt x="687229" y="271939"/>
                  <a:pt x="641509" y="191929"/>
                  <a:pt x="571024" y="127159"/>
                </a:cubicBezTo>
                <a:cubicBezTo>
                  <a:pt x="517684" y="78581"/>
                  <a:pt x="453866" y="41434"/>
                  <a:pt x="388144" y="13811"/>
                </a:cubicBezTo>
                <a:cubicBezTo>
                  <a:pt x="382429" y="11906"/>
                  <a:pt x="377666" y="9049"/>
                  <a:pt x="371951" y="7144"/>
                </a:cubicBezTo>
                <a:lnTo>
                  <a:pt x="371951" y="7144"/>
                </a:lnTo>
                <a:cubicBezTo>
                  <a:pt x="371951" y="7144"/>
                  <a:pt x="371951" y="7144"/>
                  <a:pt x="371951" y="7144"/>
                </a:cubicBezTo>
                <a:cubicBezTo>
                  <a:pt x="290036" y="105251"/>
                  <a:pt x="7144" y="178594"/>
                  <a:pt x="7144" y="383381"/>
                </a:cubicBezTo>
                <a:cubicBezTo>
                  <a:pt x="7144" y="463391"/>
                  <a:pt x="57626" y="538639"/>
                  <a:pt x="132874" y="569119"/>
                </a:cubicBezTo>
                <a:cubicBezTo>
                  <a:pt x="175736" y="585311"/>
                  <a:pt x="219551" y="586264"/>
                  <a:pt x="262414" y="571976"/>
                </a:cubicBezTo>
                <a:cubicBezTo>
                  <a:pt x="300514" y="559594"/>
                  <a:pt x="332899" y="535781"/>
                  <a:pt x="358616" y="506254"/>
                </a:cubicBezTo>
                <a:cubicBezTo>
                  <a:pt x="441484" y="413861"/>
                  <a:pt x="475774" y="271939"/>
                  <a:pt x="577692" y="271939"/>
                </a:cubicBezTo>
                <a:cubicBezTo>
                  <a:pt x="671036" y="271939"/>
                  <a:pt x="683419" y="338614"/>
                  <a:pt x="690086" y="374809"/>
                </a:cubicBezTo>
                <a:cubicBezTo>
                  <a:pt x="689134" y="373856"/>
                  <a:pt x="689134" y="371951"/>
                  <a:pt x="689134" y="368141"/>
                </a:cubicBezTo>
                <a:close/>
              </a:path>
            </a:pathLst>
          </a:custGeom>
          <a:solidFill>
            <a:srgbClr val="0072A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/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t>Insert Picture and send to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anchor="t">
            <a:spAutoFit/>
          </a:bodyPr>
          <a:lstStyle>
            <a:lvl1pPr>
              <a:buNone/>
              <a:defRPr sz="1400">
                <a:solidFill>
                  <a:schemeClr val="bg1"/>
                </a:solidFill>
                <a:latin typeface="Ubuntu Light"/>
                <a:ea typeface="Ubuntu Light"/>
                <a:cs typeface="Ubuntu Light"/>
              </a:defRPr>
            </a:lvl1pPr>
          </a:lstStyle>
          <a:p>
            <a:pPr lvl="0">
              <a:buNone/>
            </a:pPr>
            <a:r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/>
                <a:ea typeface="Ubuntu Light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609034" cy="1495794"/>
          </a:xfrm>
        </p:spPr>
        <p:txBody>
          <a:bodyPr wrap="square" lIns="0" tIns="0" rIns="0" bIns="0" anchor="b">
            <a:spAutoFit/>
          </a:bodyPr>
          <a:lstStyle>
            <a:lvl1pPr algn="l">
              <a:lnSpc>
                <a:spcPct val="90000"/>
              </a:lnSpc>
              <a:buNone/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Modifiez le style du titre</a:t>
            </a:r>
          </a:p>
        </p:txBody>
      </p:sp>
      <p:sp>
        <p:nvSpPr>
          <p:cNvPr id="3" name="Freeform: Shape 4">
            <a:extLst>
              <a:ext uri="{FF2B5EF4-FFF2-40B4-BE49-F238E27FC236}">
                <a16:creationId xmlns:a16="http://schemas.microsoft.com/office/drawing/2014/main" id="{0937F72A-96AE-F5EC-755D-D45529304F35}"/>
              </a:ext>
            </a:extLst>
          </p:cNvPr>
          <p:cNvSpPr>
            <a:spLocks noGrp="1"/>
          </p:cNvSpPr>
          <p:nvPr/>
        </p:nvSpPr>
        <p:spPr>
          <a:xfrm>
            <a:off x="443568" y="6026765"/>
            <a:ext cx="1520058" cy="415392"/>
          </a:xfrm>
          <a:custGeom>
            <a:avLst/>
            <a:gdLst>
              <a:gd name="connsiteX0" fmla="*/ 3092291 w 3171825"/>
              <a:gd name="connsiteY0" fmla="*/ 287179 h 866775"/>
              <a:gd name="connsiteX1" fmla="*/ 3059907 w 3171825"/>
              <a:gd name="connsiteY1" fmla="*/ 211931 h 866775"/>
              <a:gd name="connsiteX2" fmla="*/ 3027521 w 3171825"/>
              <a:gd name="connsiteY2" fmla="*/ 218599 h 866775"/>
              <a:gd name="connsiteX3" fmla="*/ 2960846 w 3171825"/>
              <a:gd name="connsiteY3" fmla="*/ 507206 h 866775"/>
              <a:gd name="connsiteX4" fmla="*/ 2816066 w 3171825"/>
              <a:gd name="connsiteY4" fmla="*/ 178594 h 866775"/>
              <a:gd name="connsiteX5" fmla="*/ 2679859 w 3171825"/>
              <a:gd name="connsiteY5" fmla="*/ 440531 h 866775"/>
              <a:gd name="connsiteX6" fmla="*/ 2670334 w 3171825"/>
              <a:gd name="connsiteY6" fmla="*/ 319564 h 866775"/>
              <a:gd name="connsiteX7" fmla="*/ 2677001 w 3171825"/>
              <a:gd name="connsiteY7" fmla="*/ 254794 h 866775"/>
              <a:gd name="connsiteX8" fmla="*/ 2611279 w 3171825"/>
              <a:gd name="connsiteY8" fmla="*/ 209074 h 866775"/>
              <a:gd name="connsiteX9" fmla="*/ 2533174 w 3171825"/>
              <a:gd name="connsiteY9" fmla="*/ 510064 h 866775"/>
              <a:gd name="connsiteX10" fmla="*/ 2470309 w 3171825"/>
              <a:gd name="connsiteY10" fmla="*/ 292894 h 866775"/>
              <a:gd name="connsiteX11" fmla="*/ 2405539 w 3171825"/>
              <a:gd name="connsiteY11" fmla="*/ 208121 h 866775"/>
              <a:gd name="connsiteX12" fmla="*/ 2325529 w 3171825"/>
              <a:gd name="connsiteY12" fmla="*/ 494824 h 866775"/>
              <a:gd name="connsiteX13" fmla="*/ 2206466 w 3171825"/>
              <a:gd name="connsiteY13" fmla="*/ 211931 h 866775"/>
              <a:gd name="connsiteX14" fmla="*/ 2087404 w 3171825"/>
              <a:gd name="connsiteY14" fmla="*/ 479584 h 866775"/>
              <a:gd name="connsiteX15" fmla="*/ 1983581 w 3171825"/>
              <a:gd name="connsiteY15" fmla="*/ 178594 h 866775"/>
              <a:gd name="connsiteX16" fmla="*/ 1877854 w 3171825"/>
              <a:gd name="connsiteY16" fmla="*/ 391954 h 866775"/>
              <a:gd name="connsiteX17" fmla="*/ 1867376 w 3171825"/>
              <a:gd name="connsiteY17" fmla="*/ 390049 h 866775"/>
              <a:gd name="connsiteX18" fmla="*/ 1866424 w 3171825"/>
              <a:gd name="connsiteY18" fmla="*/ 327184 h 866775"/>
              <a:gd name="connsiteX19" fmla="*/ 1807369 w 3171825"/>
              <a:gd name="connsiteY19" fmla="*/ 202406 h 866775"/>
              <a:gd name="connsiteX20" fmla="*/ 1654969 w 3171825"/>
              <a:gd name="connsiteY20" fmla="*/ 512921 h 866775"/>
              <a:gd name="connsiteX21" fmla="*/ 1592104 w 3171825"/>
              <a:gd name="connsiteY21" fmla="*/ 483394 h 866775"/>
              <a:gd name="connsiteX22" fmla="*/ 1719739 w 3171825"/>
              <a:gd name="connsiteY22" fmla="*/ 306229 h 866775"/>
              <a:gd name="connsiteX23" fmla="*/ 1619726 w 3171825"/>
              <a:gd name="connsiteY23" fmla="*/ 202406 h 866775"/>
              <a:gd name="connsiteX24" fmla="*/ 1483519 w 3171825"/>
              <a:gd name="connsiteY24" fmla="*/ 369094 h 866775"/>
              <a:gd name="connsiteX25" fmla="*/ 1503521 w 3171825"/>
              <a:gd name="connsiteY25" fmla="*/ 473869 h 866775"/>
              <a:gd name="connsiteX26" fmla="*/ 1418749 w 3171825"/>
              <a:gd name="connsiteY26" fmla="*/ 512921 h 866775"/>
              <a:gd name="connsiteX27" fmla="*/ 1400651 w 3171825"/>
              <a:gd name="connsiteY27" fmla="*/ 274796 h 866775"/>
              <a:gd name="connsiteX28" fmla="*/ 1336834 w 3171825"/>
              <a:gd name="connsiteY28" fmla="*/ 326231 h 866775"/>
              <a:gd name="connsiteX29" fmla="*/ 1262539 w 3171825"/>
              <a:gd name="connsiteY29" fmla="*/ 479584 h 866775"/>
              <a:gd name="connsiteX30" fmla="*/ 1223486 w 3171825"/>
              <a:gd name="connsiteY30" fmla="*/ 421481 h 866775"/>
              <a:gd name="connsiteX31" fmla="*/ 1402556 w 3171825"/>
              <a:gd name="connsiteY31" fmla="*/ 250031 h 866775"/>
              <a:gd name="connsiteX32" fmla="*/ 1343501 w 3171825"/>
              <a:gd name="connsiteY32" fmla="*/ 192881 h 866775"/>
              <a:gd name="connsiteX33" fmla="*/ 1181576 w 3171825"/>
              <a:gd name="connsiteY33" fmla="*/ 290989 h 866775"/>
              <a:gd name="connsiteX34" fmla="*/ 1086326 w 3171825"/>
              <a:gd name="connsiteY34" fmla="*/ 385286 h 866775"/>
              <a:gd name="connsiteX35" fmla="*/ 1088231 w 3171825"/>
              <a:gd name="connsiteY35" fmla="*/ 358616 h 866775"/>
              <a:gd name="connsiteX36" fmla="*/ 974884 w 3171825"/>
              <a:gd name="connsiteY36" fmla="*/ 204311 h 866775"/>
              <a:gd name="connsiteX37" fmla="*/ 883444 w 3171825"/>
              <a:gd name="connsiteY37" fmla="*/ 273844 h 866775"/>
              <a:gd name="connsiteX38" fmla="*/ 846296 w 3171825"/>
              <a:gd name="connsiteY38" fmla="*/ 213836 h 866775"/>
              <a:gd name="connsiteX39" fmla="*/ 805339 w 3171825"/>
              <a:gd name="connsiteY39" fmla="*/ 224314 h 866775"/>
              <a:gd name="connsiteX40" fmla="*/ 814864 w 3171825"/>
              <a:gd name="connsiteY40" fmla="*/ 334804 h 866775"/>
              <a:gd name="connsiteX41" fmla="*/ 742474 w 3171825"/>
              <a:gd name="connsiteY41" fmla="*/ 520541 h 866775"/>
              <a:gd name="connsiteX42" fmla="*/ 691991 w 3171825"/>
              <a:gd name="connsiteY42" fmla="*/ 309086 h 866775"/>
              <a:gd name="connsiteX43" fmla="*/ 671989 w 3171825"/>
              <a:gd name="connsiteY43" fmla="*/ 305276 h 866775"/>
              <a:gd name="connsiteX44" fmla="*/ 621506 w 3171825"/>
              <a:gd name="connsiteY44" fmla="*/ 399574 h 866775"/>
              <a:gd name="connsiteX45" fmla="*/ 539591 w 3171825"/>
              <a:gd name="connsiteY45" fmla="*/ 512921 h 866775"/>
              <a:gd name="connsiteX46" fmla="*/ 495776 w 3171825"/>
              <a:gd name="connsiteY46" fmla="*/ 443389 h 866775"/>
              <a:gd name="connsiteX47" fmla="*/ 685324 w 3171825"/>
              <a:gd name="connsiteY47" fmla="*/ 278606 h 866775"/>
              <a:gd name="connsiteX48" fmla="*/ 627221 w 3171825"/>
              <a:gd name="connsiteY48" fmla="*/ 214789 h 866775"/>
              <a:gd name="connsiteX49" fmla="*/ 437674 w 3171825"/>
              <a:gd name="connsiteY49" fmla="*/ 355759 h 866775"/>
              <a:gd name="connsiteX50" fmla="*/ 237649 w 3171825"/>
              <a:gd name="connsiteY50" fmla="*/ 529114 h 866775"/>
              <a:gd name="connsiteX51" fmla="*/ 97631 w 3171825"/>
              <a:gd name="connsiteY51" fmla="*/ 313849 h 866775"/>
              <a:gd name="connsiteX52" fmla="*/ 261461 w 3171825"/>
              <a:gd name="connsiteY52" fmla="*/ 69056 h 866775"/>
              <a:gd name="connsiteX53" fmla="*/ 329089 w 3171825"/>
              <a:gd name="connsiteY53" fmla="*/ 181451 h 866775"/>
              <a:gd name="connsiteX54" fmla="*/ 410051 w 3171825"/>
              <a:gd name="connsiteY54" fmla="*/ 121444 h 866775"/>
              <a:gd name="connsiteX55" fmla="*/ 265271 w 3171825"/>
              <a:gd name="connsiteY55" fmla="*/ 7144 h 866775"/>
              <a:gd name="connsiteX56" fmla="*/ 7144 w 3171825"/>
              <a:gd name="connsiteY56" fmla="*/ 324326 h 866775"/>
              <a:gd name="connsiteX57" fmla="*/ 220504 w 3171825"/>
              <a:gd name="connsiteY57" fmla="*/ 601504 h 866775"/>
              <a:gd name="connsiteX58" fmla="*/ 425291 w 3171825"/>
              <a:gd name="connsiteY58" fmla="*/ 472916 h 866775"/>
              <a:gd name="connsiteX59" fmla="*/ 525304 w 3171825"/>
              <a:gd name="connsiteY59" fmla="*/ 576739 h 866775"/>
              <a:gd name="connsiteX60" fmla="*/ 646271 w 3171825"/>
              <a:gd name="connsiteY60" fmla="*/ 485299 h 866775"/>
              <a:gd name="connsiteX61" fmla="*/ 734854 w 3171825"/>
              <a:gd name="connsiteY61" fmla="*/ 576739 h 866775"/>
              <a:gd name="connsiteX62" fmla="*/ 812959 w 3171825"/>
              <a:gd name="connsiteY62" fmla="*/ 532924 h 866775"/>
              <a:gd name="connsiteX63" fmla="*/ 904399 w 3171825"/>
              <a:gd name="connsiteY63" fmla="*/ 810101 h 866775"/>
              <a:gd name="connsiteX64" fmla="*/ 882491 w 3171825"/>
              <a:gd name="connsiteY64" fmla="*/ 577691 h 866775"/>
              <a:gd name="connsiteX65" fmla="*/ 969169 w 3171825"/>
              <a:gd name="connsiteY65" fmla="*/ 267176 h 866775"/>
              <a:gd name="connsiteX66" fmla="*/ 1015841 w 3171825"/>
              <a:gd name="connsiteY66" fmla="*/ 359569 h 866775"/>
              <a:gd name="connsiteX67" fmla="*/ 1007269 w 3171825"/>
              <a:gd name="connsiteY67" fmla="*/ 440531 h 866775"/>
              <a:gd name="connsiteX68" fmla="*/ 900589 w 3171825"/>
              <a:gd name="connsiteY68" fmla="*/ 545306 h 866775"/>
              <a:gd name="connsiteX69" fmla="*/ 941546 w 3171825"/>
              <a:gd name="connsiteY69" fmla="*/ 577691 h 866775"/>
              <a:gd name="connsiteX70" fmla="*/ 1072039 w 3171825"/>
              <a:gd name="connsiteY70" fmla="*/ 449104 h 866775"/>
              <a:gd name="connsiteX71" fmla="*/ 1150144 w 3171825"/>
              <a:gd name="connsiteY71" fmla="*/ 390049 h 866775"/>
              <a:gd name="connsiteX72" fmla="*/ 1149191 w 3171825"/>
              <a:gd name="connsiteY72" fmla="*/ 415766 h 866775"/>
              <a:gd name="connsiteX73" fmla="*/ 1244441 w 3171825"/>
              <a:gd name="connsiteY73" fmla="*/ 550069 h 866775"/>
              <a:gd name="connsiteX74" fmla="*/ 1349216 w 3171825"/>
              <a:gd name="connsiteY74" fmla="*/ 469106 h 866775"/>
              <a:gd name="connsiteX75" fmla="*/ 1352074 w 3171825"/>
              <a:gd name="connsiteY75" fmla="*/ 547211 h 866775"/>
              <a:gd name="connsiteX76" fmla="*/ 1155859 w 3171825"/>
              <a:gd name="connsiteY76" fmla="*/ 754856 h 866775"/>
              <a:gd name="connsiteX77" fmla="*/ 1259681 w 3171825"/>
              <a:gd name="connsiteY77" fmla="*/ 864394 h 866775"/>
              <a:gd name="connsiteX78" fmla="*/ 1419701 w 3171825"/>
              <a:gd name="connsiteY78" fmla="*/ 569119 h 866775"/>
              <a:gd name="connsiteX79" fmla="*/ 1529239 w 3171825"/>
              <a:gd name="connsiteY79" fmla="*/ 518636 h 866775"/>
              <a:gd name="connsiteX80" fmla="*/ 1640681 w 3171825"/>
              <a:gd name="connsiteY80" fmla="*/ 576739 h 866775"/>
              <a:gd name="connsiteX81" fmla="*/ 1813084 w 3171825"/>
              <a:gd name="connsiteY81" fmla="*/ 459581 h 866775"/>
              <a:gd name="connsiteX82" fmla="*/ 1868329 w 3171825"/>
              <a:gd name="connsiteY82" fmla="*/ 576739 h 866775"/>
              <a:gd name="connsiteX83" fmla="*/ 1980724 w 3171825"/>
              <a:gd name="connsiteY83" fmla="*/ 273844 h 866775"/>
              <a:gd name="connsiteX84" fmla="*/ 2074069 w 3171825"/>
              <a:gd name="connsiteY84" fmla="*/ 601504 h 866775"/>
              <a:gd name="connsiteX85" fmla="*/ 2198846 w 3171825"/>
              <a:gd name="connsiteY85" fmla="*/ 312896 h 866775"/>
              <a:gd name="connsiteX86" fmla="*/ 2307432 w 3171825"/>
              <a:gd name="connsiteY86" fmla="*/ 576739 h 866775"/>
              <a:gd name="connsiteX87" fmla="*/ 2412207 w 3171825"/>
              <a:gd name="connsiteY87" fmla="*/ 428149 h 866775"/>
              <a:gd name="connsiteX88" fmla="*/ 2521744 w 3171825"/>
              <a:gd name="connsiteY88" fmla="*/ 576739 h 866775"/>
              <a:gd name="connsiteX89" fmla="*/ 2618899 w 3171825"/>
              <a:gd name="connsiteY89" fmla="*/ 486251 h 866775"/>
              <a:gd name="connsiteX90" fmla="*/ 2670334 w 3171825"/>
              <a:gd name="connsiteY90" fmla="*/ 576739 h 866775"/>
              <a:gd name="connsiteX91" fmla="*/ 2803684 w 3171825"/>
              <a:gd name="connsiteY91" fmla="*/ 274796 h 866775"/>
              <a:gd name="connsiteX92" fmla="*/ 2947511 w 3171825"/>
              <a:gd name="connsiteY92" fmla="*/ 576739 h 866775"/>
              <a:gd name="connsiteX93" fmla="*/ 3040857 w 3171825"/>
              <a:gd name="connsiteY93" fmla="*/ 474821 h 866775"/>
              <a:gd name="connsiteX94" fmla="*/ 3121819 w 3171825"/>
              <a:gd name="connsiteY94" fmla="*/ 576739 h 866775"/>
              <a:gd name="connsiteX95" fmla="*/ 3169444 w 3171825"/>
              <a:gd name="connsiteY95" fmla="*/ 550069 h 866775"/>
              <a:gd name="connsiteX96" fmla="*/ 3092291 w 3171825"/>
              <a:gd name="connsiteY96" fmla="*/ 287179 h 866775"/>
              <a:gd name="connsiteX97" fmla="*/ 1267301 w 3171825"/>
              <a:gd name="connsiteY97" fmla="*/ 806291 h 866775"/>
              <a:gd name="connsiteX98" fmla="*/ 1226344 w 3171825"/>
              <a:gd name="connsiteY98" fmla="*/ 751999 h 866775"/>
              <a:gd name="connsiteX99" fmla="*/ 1353026 w 3171825"/>
              <a:gd name="connsiteY99" fmla="*/ 597694 h 866775"/>
              <a:gd name="connsiteX100" fmla="*/ 1267301 w 3171825"/>
              <a:gd name="connsiteY100" fmla="*/ 806291 h 866775"/>
              <a:gd name="connsiteX101" fmla="*/ 1614964 w 3171825"/>
              <a:gd name="connsiteY101" fmla="*/ 257651 h 866775"/>
              <a:gd name="connsiteX102" fmla="*/ 1653064 w 3171825"/>
              <a:gd name="connsiteY102" fmla="*/ 315754 h 866775"/>
              <a:gd name="connsiteX103" fmla="*/ 1569244 w 3171825"/>
              <a:gd name="connsiteY103" fmla="*/ 438626 h 866775"/>
              <a:gd name="connsiteX104" fmla="*/ 1614964 w 3171825"/>
              <a:gd name="connsiteY104" fmla="*/ 257651 h 866775"/>
            </a:gdLst>
            <a:ahLst/>
            <a:cxnLst/>
            <a:rect l="l" t="t" r="r" b="b"/>
            <a:pathLst>
              <a:path w="3171825" h="866775">
                <a:moveTo>
                  <a:pt x="3092291" y="287179"/>
                </a:moveTo>
                <a:cubicBezTo>
                  <a:pt x="3092291" y="241459"/>
                  <a:pt x="3089434" y="211931"/>
                  <a:pt x="3059907" y="211931"/>
                </a:cubicBezTo>
                <a:cubicBezTo>
                  <a:pt x="3046571" y="211931"/>
                  <a:pt x="3039904" y="214789"/>
                  <a:pt x="3027521" y="218599"/>
                </a:cubicBezTo>
                <a:cubicBezTo>
                  <a:pt x="3037999" y="371951"/>
                  <a:pt x="3003709" y="507206"/>
                  <a:pt x="2960846" y="507206"/>
                </a:cubicBezTo>
                <a:cubicBezTo>
                  <a:pt x="2905601" y="507206"/>
                  <a:pt x="2933224" y="178594"/>
                  <a:pt x="2816066" y="178594"/>
                </a:cubicBezTo>
                <a:cubicBezTo>
                  <a:pt x="2707482" y="178594"/>
                  <a:pt x="2692241" y="440531"/>
                  <a:pt x="2679859" y="440531"/>
                </a:cubicBezTo>
                <a:cubicBezTo>
                  <a:pt x="2671286" y="440531"/>
                  <a:pt x="2670334" y="371951"/>
                  <a:pt x="2670334" y="319564"/>
                </a:cubicBezTo>
                <a:cubicBezTo>
                  <a:pt x="2675096" y="294799"/>
                  <a:pt x="2677001" y="271939"/>
                  <a:pt x="2677001" y="254794"/>
                </a:cubicBezTo>
                <a:cubicBezTo>
                  <a:pt x="2677001" y="230029"/>
                  <a:pt x="2667476" y="188119"/>
                  <a:pt x="2611279" y="209074"/>
                </a:cubicBezTo>
                <a:cubicBezTo>
                  <a:pt x="2613184" y="396716"/>
                  <a:pt x="2576036" y="510064"/>
                  <a:pt x="2533174" y="510064"/>
                </a:cubicBezTo>
                <a:cubicBezTo>
                  <a:pt x="2471261" y="510064"/>
                  <a:pt x="2470309" y="340519"/>
                  <a:pt x="2470309" y="292894"/>
                </a:cubicBezTo>
                <a:cubicBezTo>
                  <a:pt x="2470309" y="247174"/>
                  <a:pt x="2473166" y="186214"/>
                  <a:pt x="2405539" y="208121"/>
                </a:cubicBezTo>
                <a:cubicBezTo>
                  <a:pt x="2395061" y="371951"/>
                  <a:pt x="2352199" y="494824"/>
                  <a:pt x="2325529" y="494824"/>
                </a:cubicBezTo>
                <a:cubicBezTo>
                  <a:pt x="2285524" y="494824"/>
                  <a:pt x="2293144" y="211931"/>
                  <a:pt x="2206466" y="211931"/>
                </a:cubicBezTo>
                <a:cubicBezTo>
                  <a:pt x="2128361" y="211931"/>
                  <a:pt x="2103596" y="479584"/>
                  <a:pt x="2087404" y="479584"/>
                </a:cubicBezTo>
                <a:cubicBezTo>
                  <a:pt x="2057876" y="479584"/>
                  <a:pt x="2096929" y="178594"/>
                  <a:pt x="1983581" y="178594"/>
                </a:cubicBezTo>
                <a:cubicBezTo>
                  <a:pt x="1924526" y="178594"/>
                  <a:pt x="1900714" y="279559"/>
                  <a:pt x="1877854" y="391954"/>
                </a:cubicBezTo>
                <a:cubicBezTo>
                  <a:pt x="1873091" y="413861"/>
                  <a:pt x="1868329" y="414814"/>
                  <a:pt x="1867376" y="390049"/>
                </a:cubicBezTo>
                <a:cubicBezTo>
                  <a:pt x="1866424" y="370046"/>
                  <a:pt x="1866424" y="347186"/>
                  <a:pt x="1866424" y="327184"/>
                </a:cubicBezTo>
                <a:cubicBezTo>
                  <a:pt x="1894999" y="213836"/>
                  <a:pt x="1859756" y="171926"/>
                  <a:pt x="1807369" y="202406"/>
                </a:cubicBezTo>
                <a:cubicBezTo>
                  <a:pt x="1824514" y="411004"/>
                  <a:pt x="1728311" y="512921"/>
                  <a:pt x="1654969" y="512921"/>
                </a:cubicBezTo>
                <a:cubicBezTo>
                  <a:pt x="1628299" y="512921"/>
                  <a:pt x="1607344" y="501491"/>
                  <a:pt x="1592104" y="483394"/>
                </a:cubicBezTo>
                <a:cubicBezTo>
                  <a:pt x="1680686" y="429101"/>
                  <a:pt x="1719739" y="367189"/>
                  <a:pt x="1719739" y="306229"/>
                </a:cubicBezTo>
                <a:cubicBezTo>
                  <a:pt x="1719739" y="240506"/>
                  <a:pt x="1681639" y="202406"/>
                  <a:pt x="1619726" y="202406"/>
                </a:cubicBezTo>
                <a:cubicBezTo>
                  <a:pt x="1532096" y="202406"/>
                  <a:pt x="1483519" y="292894"/>
                  <a:pt x="1483519" y="369094"/>
                </a:cubicBezTo>
                <a:cubicBezTo>
                  <a:pt x="1483519" y="410051"/>
                  <a:pt x="1491139" y="445294"/>
                  <a:pt x="1503521" y="473869"/>
                </a:cubicBezTo>
                <a:cubicBezTo>
                  <a:pt x="1473041" y="488156"/>
                  <a:pt x="1445419" y="500539"/>
                  <a:pt x="1418749" y="512921"/>
                </a:cubicBezTo>
                <a:cubicBezTo>
                  <a:pt x="1416844" y="433864"/>
                  <a:pt x="1407319" y="350996"/>
                  <a:pt x="1400651" y="274796"/>
                </a:cubicBezTo>
                <a:cubicBezTo>
                  <a:pt x="1353979" y="262414"/>
                  <a:pt x="1340644" y="284321"/>
                  <a:pt x="1336834" y="326231"/>
                </a:cubicBezTo>
                <a:cubicBezTo>
                  <a:pt x="1328261" y="420529"/>
                  <a:pt x="1293971" y="479584"/>
                  <a:pt x="1262539" y="479584"/>
                </a:cubicBezTo>
                <a:cubicBezTo>
                  <a:pt x="1239679" y="479584"/>
                  <a:pt x="1225391" y="451009"/>
                  <a:pt x="1223486" y="421481"/>
                </a:cubicBezTo>
                <a:cubicBezTo>
                  <a:pt x="1214914" y="270034"/>
                  <a:pt x="1337786" y="228124"/>
                  <a:pt x="1402556" y="250031"/>
                </a:cubicBezTo>
                <a:cubicBezTo>
                  <a:pt x="1415891" y="216694"/>
                  <a:pt x="1401604" y="192881"/>
                  <a:pt x="1343501" y="192881"/>
                </a:cubicBezTo>
                <a:cubicBezTo>
                  <a:pt x="1273016" y="192881"/>
                  <a:pt x="1220629" y="235744"/>
                  <a:pt x="1181576" y="290989"/>
                </a:cubicBezTo>
                <a:cubicBezTo>
                  <a:pt x="1155859" y="327184"/>
                  <a:pt x="1126331" y="353854"/>
                  <a:pt x="1086326" y="385286"/>
                </a:cubicBezTo>
                <a:cubicBezTo>
                  <a:pt x="1087279" y="375761"/>
                  <a:pt x="1088231" y="367189"/>
                  <a:pt x="1088231" y="358616"/>
                </a:cubicBezTo>
                <a:cubicBezTo>
                  <a:pt x="1088231" y="251936"/>
                  <a:pt x="1030129" y="204311"/>
                  <a:pt x="974884" y="204311"/>
                </a:cubicBezTo>
                <a:cubicBezTo>
                  <a:pt x="929164" y="204311"/>
                  <a:pt x="900589" y="231934"/>
                  <a:pt x="883444" y="273844"/>
                </a:cubicBezTo>
                <a:cubicBezTo>
                  <a:pt x="879634" y="231934"/>
                  <a:pt x="871061" y="213836"/>
                  <a:pt x="846296" y="213836"/>
                </a:cubicBezTo>
                <a:cubicBezTo>
                  <a:pt x="835819" y="213836"/>
                  <a:pt x="821531" y="216694"/>
                  <a:pt x="805339" y="224314"/>
                </a:cubicBezTo>
                <a:cubicBezTo>
                  <a:pt x="812959" y="248126"/>
                  <a:pt x="814864" y="300514"/>
                  <a:pt x="814864" y="334804"/>
                </a:cubicBezTo>
                <a:cubicBezTo>
                  <a:pt x="814864" y="463391"/>
                  <a:pt x="777716" y="520541"/>
                  <a:pt x="742474" y="520541"/>
                </a:cubicBezTo>
                <a:cubicBezTo>
                  <a:pt x="701516" y="520541"/>
                  <a:pt x="695801" y="368141"/>
                  <a:pt x="691991" y="309086"/>
                </a:cubicBezTo>
                <a:cubicBezTo>
                  <a:pt x="687229" y="307181"/>
                  <a:pt x="681514" y="305276"/>
                  <a:pt x="671989" y="305276"/>
                </a:cubicBezTo>
                <a:cubicBezTo>
                  <a:pt x="635794" y="305276"/>
                  <a:pt x="631031" y="354806"/>
                  <a:pt x="621506" y="399574"/>
                </a:cubicBezTo>
                <a:cubicBezTo>
                  <a:pt x="611029" y="450056"/>
                  <a:pt x="582454" y="512921"/>
                  <a:pt x="539591" y="512921"/>
                </a:cubicBezTo>
                <a:cubicBezTo>
                  <a:pt x="513874" y="512921"/>
                  <a:pt x="497681" y="488156"/>
                  <a:pt x="495776" y="443389"/>
                </a:cubicBezTo>
                <a:cubicBezTo>
                  <a:pt x="491966" y="352901"/>
                  <a:pt x="567214" y="245269"/>
                  <a:pt x="685324" y="278606"/>
                </a:cubicBezTo>
                <a:cubicBezTo>
                  <a:pt x="700564" y="242411"/>
                  <a:pt x="676751" y="214789"/>
                  <a:pt x="627221" y="214789"/>
                </a:cubicBezTo>
                <a:cubicBezTo>
                  <a:pt x="540544" y="214789"/>
                  <a:pt x="469106" y="279559"/>
                  <a:pt x="437674" y="355759"/>
                </a:cubicBezTo>
                <a:cubicBezTo>
                  <a:pt x="406241" y="426244"/>
                  <a:pt x="350996" y="529114"/>
                  <a:pt x="237649" y="529114"/>
                </a:cubicBezTo>
                <a:cubicBezTo>
                  <a:pt x="157639" y="529114"/>
                  <a:pt x="97631" y="459581"/>
                  <a:pt x="97631" y="313849"/>
                </a:cubicBezTo>
                <a:cubicBezTo>
                  <a:pt x="97631" y="188119"/>
                  <a:pt x="176689" y="69056"/>
                  <a:pt x="261461" y="69056"/>
                </a:cubicBezTo>
                <a:cubicBezTo>
                  <a:pt x="320516" y="69056"/>
                  <a:pt x="333851" y="127159"/>
                  <a:pt x="329089" y="181451"/>
                </a:cubicBezTo>
                <a:cubicBezTo>
                  <a:pt x="359569" y="206216"/>
                  <a:pt x="410051" y="183356"/>
                  <a:pt x="410051" y="121444"/>
                </a:cubicBezTo>
                <a:cubicBezTo>
                  <a:pt x="410051" y="79534"/>
                  <a:pt x="375761" y="7144"/>
                  <a:pt x="265271" y="7144"/>
                </a:cubicBezTo>
                <a:cubicBezTo>
                  <a:pt x="128111" y="7144"/>
                  <a:pt x="7144" y="144304"/>
                  <a:pt x="7144" y="324326"/>
                </a:cubicBezTo>
                <a:cubicBezTo>
                  <a:pt x="7144" y="498634"/>
                  <a:pt x="95726" y="601504"/>
                  <a:pt x="220504" y="601504"/>
                </a:cubicBezTo>
                <a:cubicBezTo>
                  <a:pt x="299561" y="601504"/>
                  <a:pt x="373856" y="556736"/>
                  <a:pt x="425291" y="472916"/>
                </a:cubicBezTo>
                <a:cubicBezTo>
                  <a:pt x="438626" y="545306"/>
                  <a:pt x="488156" y="576739"/>
                  <a:pt x="525304" y="576739"/>
                </a:cubicBezTo>
                <a:cubicBezTo>
                  <a:pt x="585311" y="576739"/>
                  <a:pt x="624364" y="537686"/>
                  <a:pt x="646271" y="485299"/>
                </a:cubicBezTo>
                <a:cubicBezTo>
                  <a:pt x="659606" y="537686"/>
                  <a:pt x="688181" y="576739"/>
                  <a:pt x="734854" y="576739"/>
                </a:cubicBezTo>
                <a:cubicBezTo>
                  <a:pt x="768191" y="576739"/>
                  <a:pt x="793909" y="559594"/>
                  <a:pt x="812959" y="532924"/>
                </a:cubicBezTo>
                <a:cubicBezTo>
                  <a:pt x="805339" y="716756"/>
                  <a:pt x="795814" y="832961"/>
                  <a:pt x="904399" y="810101"/>
                </a:cubicBezTo>
                <a:cubicBezTo>
                  <a:pt x="887254" y="757714"/>
                  <a:pt x="882491" y="663416"/>
                  <a:pt x="882491" y="577691"/>
                </a:cubicBezTo>
                <a:cubicBezTo>
                  <a:pt x="882491" y="344329"/>
                  <a:pt x="920591" y="267176"/>
                  <a:pt x="969169" y="267176"/>
                </a:cubicBezTo>
                <a:cubicBezTo>
                  <a:pt x="1004411" y="267176"/>
                  <a:pt x="1015841" y="311944"/>
                  <a:pt x="1015841" y="359569"/>
                </a:cubicBezTo>
                <a:cubicBezTo>
                  <a:pt x="1015841" y="385286"/>
                  <a:pt x="1012984" y="413861"/>
                  <a:pt x="1007269" y="440531"/>
                </a:cubicBezTo>
                <a:cubicBezTo>
                  <a:pt x="948214" y="477679"/>
                  <a:pt x="900589" y="507206"/>
                  <a:pt x="900589" y="545306"/>
                </a:cubicBezTo>
                <a:cubicBezTo>
                  <a:pt x="900589" y="574834"/>
                  <a:pt x="922496" y="577691"/>
                  <a:pt x="941546" y="577691"/>
                </a:cubicBezTo>
                <a:cubicBezTo>
                  <a:pt x="987266" y="577691"/>
                  <a:pt x="1041559" y="532924"/>
                  <a:pt x="1072039" y="449104"/>
                </a:cubicBezTo>
                <a:cubicBezTo>
                  <a:pt x="1098709" y="432911"/>
                  <a:pt x="1125379" y="414814"/>
                  <a:pt x="1150144" y="390049"/>
                </a:cubicBezTo>
                <a:cubicBezTo>
                  <a:pt x="1149191" y="398621"/>
                  <a:pt x="1149191" y="407194"/>
                  <a:pt x="1149191" y="415766"/>
                </a:cubicBezTo>
                <a:cubicBezTo>
                  <a:pt x="1149191" y="499586"/>
                  <a:pt x="1185386" y="550069"/>
                  <a:pt x="1244441" y="550069"/>
                </a:cubicBezTo>
                <a:cubicBezTo>
                  <a:pt x="1290161" y="550069"/>
                  <a:pt x="1324451" y="517684"/>
                  <a:pt x="1349216" y="469106"/>
                </a:cubicBezTo>
                <a:cubicBezTo>
                  <a:pt x="1351121" y="496729"/>
                  <a:pt x="1352074" y="523399"/>
                  <a:pt x="1352074" y="547211"/>
                </a:cubicBezTo>
                <a:cubicBezTo>
                  <a:pt x="1258729" y="590074"/>
                  <a:pt x="1155859" y="633889"/>
                  <a:pt x="1155859" y="754856"/>
                </a:cubicBezTo>
                <a:cubicBezTo>
                  <a:pt x="1155859" y="817721"/>
                  <a:pt x="1201579" y="864394"/>
                  <a:pt x="1259681" y="864394"/>
                </a:cubicBezTo>
                <a:cubicBezTo>
                  <a:pt x="1389221" y="864394"/>
                  <a:pt x="1418749" y="728186"/>
                  <a:pt x="1419701" y="569119"/>
                </a:cubicBezTo>
                <a:cubicBezTo>
                  <a:pt x="1461611" y="551021"/>
                  <a:pt x="1493044" y="536734"/>
                  <a:pt x="1529239" y="518636"/>
                </a:cubicBezTo>
                <a:cubicBezTo>
                  <a:pt x="1560671" y="557689"/>
                  <a:pt x="1602581" y="576739"/>
                  <a:pt x="1640681" y="576739"/>
                </a:cubicBezTo>
                <a:cubicBezTo>
                  <a:pt x="1714024" y="576739"/>
                  <a:pt x="1768316" y="537686"/>
                  <a:pt x="1813084" y="459581"/>
                </a:cubicBezTo>
                <a:cubicBezTo>
                  <a:pt x="1820704" y="519589"/>
                  <a:pt x="1835944" y="576739"/>
                  <a:pt x="1868329" y="576739"/>
                </a:cubicBezTo>
                <a:cubicBezTo>
                  <a:pt x="1926431" y="576739"/>
                  <a:pt x="1937861" y="273844"/>
                  <a:pt x="1980724" y="273844"/>
                </a:cubicBezTo>
                <a:cubicBezTo>
                  <a:pt x="2014061" y="273844"/>
                  <a:pt x="1986439" y="601504"/>
                  <a:pt x="2074069" y="601504"/>
                </a:cubicBezTo>
                <a:cubicBezTo>
                  <a:pt x="2148364" y="601504"/>
                  <a:pt x="2162651" y="312896"/>
                  <a:pt x="2198846" y="312896"/>
                </a:cubicBezTo>
                <a:cubicBezTo>
                  <a:pt x="2224564" y="312896"/>
                  <a:pt x="2226469" y="576739"/>
                  <a:pt x="2307432" y="576739"/>
                </a:cubicBezTo>
                <a:cubicBezTo>
                  <a:pt x="2347436" y="576739"/>
                  <a:pt x="2390299" y="529114"/>
                  <a:pt x="2412207" y="428149"/>
                </a:cubicBezTo>
                <a:cubicBezTo>
                  <a:pt x="2422684" y="494824"/>
                  <a:pt x="2456021" y="576739"/>
                  <a:pt x="2521744" y="576739"/>
                </a:cubicBezTo>
                <a:cubicBezTo>
                  <a:pt x="2559844" y="576739"/>
                  <a:pt x="2593182" y="537686"/>
                  <a:pt x="2618899" y="486251"/>
                </a:cubicBezTo>
                <a:cubicBezTo>
                  <a:pt x="2625566" y="539591"/>
                  <a:pt x="2640807" y="576739"/>
                  <a:pt x="2670334" y="576739"/>
                </a:cubicBezTo>
                <a:cubicBezTo>
                  <a:pt x="2746534" y="576739"/>
                  <a:pt x="2743676" y="274796"/>
                  <a:pt x="2803684" y="274796"/>
                </a:cubicBezTo>
                <a:cubicBezTo>
                  <a:pt x="2850357" y="274796"/>
                  <a:pt x="2836069" y="576739"/>
                  <a:pt x="2947511" y="576739"/>
                </a:cubicBezTo>
                <a:cubicBezTo>
                  <a:pt x="3000851" y="576739"/>
                  <a:pt x="3025616" y="531971"/>
                  <a:pt x="3040857" y="474821"/>
                </a:cubicBezTo>
                <a:cubicBezTo>
                  <a:pt x="3061811" y="558641"/>
                  <a:pt x="3094196" y="576739"/>
                  <a:pt x="3121819" y="576739"/>
                </a:cubicBezTo>
                <a:cubicBezTo>
                  <a:pt x="3138964" y="576739"/>
                  <a:pt x="3152299" y="571024"/>
                  <a:pt x="3169444" y="550069"/>
                </a:cubicBezTo>
                <a:cubicBezTo>
                  <a:pt x="3085624" y="511969"/>
                  <a:pt x="3092291" y="375761"/>
                  <a:pt x="3092291" y="287179"/>
                </a:cubicBezTo>
                <a:close/>
                <a:moveTo>
                  <a:pt x="1267301" y="806291"/>
                </a:moveTo>
                <a:cubicBezTo>
                  <a:pt x="1240631" y="806291"/>
                  <a:pt x="1226344" y="780574"/>
                  <a:pt x="1226344" y="751999"/>
                </a:cubicBezTo>
                <a:cubicBezTo>
                  <a:pt x="1226344" y="674846"/>
                  <a:pt x="1283494" y="632936"/>
                  <a:pt x="1353026" y="597694"/>
                </a:cubicBezTo>
                <a:cubicBezTo>
                  <a:pt x="1349216" y="768191"/>
                  <a:pt x="1310164" y="806291"/>
                  <a:pt x="1267301" y="806291"/>
                </a:cubicBezTo>
                <a:close/>
                <a:moveTo>
                  <a:pt x="1614964" y="257651"/>
                </a:moveTo>
                <a:cubicBezTo>
                  <a:pt x="1640681" y="257651"/>
                  <a:pt x="1655921" y="281464"/>
                  <a:pt x="1653064" y="315754"/>
                </a:cubicBezTo>
                <a:cubicBezTo>
                  <a:pt x="1650206" y="355759"/>
                  <a:pt x="1620679" y="402431"/>
                  <a:pt x="1569244" y="438626"/>
                </a:cubicBezTo>
                <a:cubicBezTo>
                  <a:pt x="1543526" y="362426"/>
                  <a:pt x="1563529" y="257651"/>
                  <a:pt x="1614964" y="257651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96B9DAFA-5CFE-3E91-78D3-742C4B9A849A}"/>
              </a:ext>
            </a:extLst>
          </p:cNvPr>
          <p:cNvSpPr>
            <a:spLocks noGrp="1"/>
          </p:cNvSpPr>
          <p:nvPr/>
        </p:nvSpPr>
        <p:spPr>
          <a:xfrm>
            <a:off x="1588847" y="6047291"/>
            <a:ext cx="45647" cy="50212"/>
          </a:xfrm>
          <a:custGeom>
            <a:avLst/>
            <a:gdLst>
              <a:gd name="connsiteX0" fmla="*/ 51942 w 95250"/>
              <a:gd name="connsiteY0" fmla="*/ 99569 h 104775"/>
              <a:gd name="connsiteX1" fmla="*/ 93853 w 95250"/>
              <a:gd name="connsiteY1" fmla="*/ 51944 h 104775"/>
              <a:gd name="connsiteX2" fmla="*/ 51942 w 95250"/>
              <a:gd name="connsiteY2" fmla="*/ 7176 h 104775"/>
              <a:gd name="connsiteX3" fmla="*/ 7175 w 95250"/>
              <a:gd name="connsiteY3" fmla="*/ 54801 h 104775"/>
              <a:gd name="connsiteX4" fmla="*/ 51942 w 95250"/>
              <a:gd name="connsiteY4" fmla="*/ 99569 h 104775"/>
            </a:gdLst>
            <a:ahLst/>
            <a:cxnLst/>
            <a:rect l="l" t="t" r="r" b="b"/>
            <a:pathLst>
              <a:path w="95250" h="104775">
                <a:moveTo>
                  <a:pt x="51942" y="99569"/>
                </a:moveTo>
                <a:cubicBezTo>
                  <a:pt x="76707" y="98616"/>
                  <a:pt x="93853" y="77661"/>
                  <a:pt x="93853" y="51944"/>
                </a:cubicBezTo>
                <a:cubicBezTo>
                  <a:pt x="93853" y="26226"/>
                  <a:pt x="76707" y="6224"/>
                  <a:pt x="51942" y="7176"/>
                </a:cubicBezTo>
                <a:cubicBezTo>
                  <a:pt x="27178" y="8129"/>
                  <a:pt x="7175" y="29084"/>
                  <a:pt x="7175" y="54801"/>
                </a:cubicBezTo>
                <a:cubicBezTo>
                  <a:pt x="6222" y="80519"/>
                  <a:pt x="27178" y="100521"/>
                  <a:pt x="51942" y="99569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CB9EFD82-551E-D525-DCB6-363C1A232636}"/>
              </a:ext>
            </a:extLst>
          </p:cNvPr>
          <p:cNvSpPr>
            <a:spLocks noGrp="1"/>
          </p:cNvSpPr>
          <p:nvPr/>
        </p:nvSpPr>
        <p:spPr>
          <a:xfrm>
            <a:off x="1886483" y="6055963"/>
            <a:ext cx="45647" cy="45647"/>
          </a:xfrm>
          <a:custGeom>
            <a:avLst/>
            <a:gdLst>
              <a:gd name="connsiteX0" fmla="*/ 48101 w 95250"/>
              <a:gd name="connsiteY0" fmla="*/ 94808 h 95250"/>
              <a:gd name="connsiteX1" fmla="*/ 89059 w 95250"/>
              <a:gd name="connsiteY1" fmla="*/ 49088 h 95250"/>
              <a:gd name="connsiteX2" fmla="*/ 48101 w 95250"/>
              <a:gd name="connsiteY2" fmla="*/ 7178 h 95250"/>
              <a:gd name="connsiteX3" fmla="*/ 7144 w 95250"/>
              <a:gd name="connsiteY3" fmla="*/ 52898 h 95250"/>
              <a:gd name="connsiteX4" fmla="*/ 48101 w 95250"/>
              <a:gd name="connsiteY4" fmla="*/ 94808 h 95250"/>
            </a:gdLst>
            <a:ahLst/>
            <a:cxnLst/>
            <a:rect l="l" t="t" r="r" b="b"/>
            <a:pathLst>
              <a:path w="95250" h="95250">
                <a:moveTo>
                  <a:pt x="48101" y="94808"/>
                </a:moveTo>
                <a:cubicBezTo>
                  <a:pt x="70961" y="93856"/>
                  <a:pt x="89059" y="73853"/>
                  <a:pt x="89059" y="49088"/>
                </a:cubicBezTo>
                <a:cubicBezTo>
                  <a:pt x="89059" y="25275"/>
                  <a:pt x="70961" y="6225"/>
                  <a:pt x="48101" y="7178"/>
                </a:cubicBezTo>
                <a:cubicBezTo>
                  <a:pt x="25241" y="8131"/>
                  <a:pt x="7144" y="28133"/>
                  <a:pt x="7144" y="52898"/>
                </a:cubicBezTo>
                <a:cubicBezTo>
                  <a:pt x="8096" y="76711"/>
                  <a:pt x="26194" y="95761"/>
                  <a:pt x="48101" y="94808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4" name="Freeform: Shape 7">
            <a:extLst>
              <a:ext uri="{FF2B5EF4-FFF2-40B4-BE49-F238E27FC236}">
                <a16:creationId xmlns:a16="http://schemas.microsoft.com/office/drawing/2014/main" id="{F9FEB3BD-8FE6-4A58-DFA9-1F350C2DE2F2}"/>
              </a:ext>
            </a:extLst>
          </p:cNvPr>
          <p:cNvSpPr>
            <a:spLocks noGrp="1"/>
          </p:cNvSpPr>
          <p:nvPr/>
        </p:nvSpPr>
        <p:spPr>
          <a:xfrm>
            <a:off x="1981885" y="6021288"/>
            <a:ext cx="324096" cy="278450"/>
          </a:xfrm>
          <a:custGeom>
            <a:avLst/>
            <a:gdLst>
              <a:gd name="connsiteX0" fmla="*/ 553879 w 676275"/>
              <a:gd name="connsiteY0" fmla="*/ 254794 h 581025"/>
              <a:gd name="connsiteX1" fmla="*/ 451009 w 676275"/>
              <a:gd name="connsiteY1" fmla="*/ 342424 h 581025"/>
              <a:gd name="connsiteX2" fmla="*/ 375761 w 676275"/>
              <a:gd name="connsiteY2" fmla="*/ 469106 h 581025"/>
              <a:gd name="connsiteX3" fmla="*/ 273844 w 676275"/>
              <a:gd name="connsiteY3" fmla="*/ 561499 h 581025"/>
              <a:gd name="connsiteX4" fmla="*/ 132874 w 676275"/>
              <a:gd name="connsiteY4" fmla="*/ 569119 h 581025"/>
              <a:gd name="connsiteX5" fmla="*/ 7144 w 676275"/>
              <a:gd name="connsiteY5" fmla="*/ 383381 h 581025"/>
              <a:gd name="connsiteX6" fmla="*/ 371951 w 676275"/>
              <a:gd name="connsiteY6" fmla="*/ 7144 h 581025"/>
              <a:gd name="connsiteX7" fmla="*/ 371951 w 676275"/>
              <a:gd name="connsiteY7" fmla="*/ 7144 h 581025"/>
              <a:gd name="connsiteX8" fmla="*/ 371951 w 676275"/>
              <a:gd name="connsiteY8" fmla="*/ 7144 h 581025"/>
              <a:gd name="connsiteX9" fmla="*/ 388144 w 676275"/>
              <a:gd name="connsiteY9" fmla="*/ 13811 h 581025"/>
              <a:gd name="connsiteX10" fmla="*/ 571024 w 676275"/>
              <a:gd name="connsiteY10" fmla="*/ 127159 h 581025"/>
              <a:gd name="connsiteX11" fmla="*/ 675799 w 676275"/>
              <a:gd name="connsiteY11" fmla="*/ 287179 h 581025"/>
              <a:gd name="connsiteX12" fmla="*/ 553879 w 676275"/>
              <a:gd name="connsiteY12" fmla="*/ 254794 h 581025"/>
            </a:gdLst>
            <a:ahLst/>
            <a:cxnLst/>
            <a:rect l="l" t="t" r="r" b="b"/>
            <a:pathLst>
              <a:path w="676275" h="581025">
                <a:moveTo>
                  <a:pt x="553879" y="254794"/>
                </a:moveTo>
                <a:cubicBezTo>
                  <a:pt x="507206" y="265271"/>
                  <a:pt x="475774" y="304324"/>
                  <a:pt x="451009" y="342424"/>
                </a:cubicBezTo>
                <a:cubicBezTo>
                  <a:pt x="424339" y="383381"/>
                  <a:pt x="403384" y="428149"/>
                  <a:pt x="375761" y="469106"/>
                </a:cubicBezTo>
                <a:cubicBezTo>
                  <a:pt x="349091" y="507206"/>
                  <a:pt x="316706" y="542449"/>
                  <a:pt x="273844" y="561499"/>
                </a:cubicBezTo>
                <a:cubicBezTo>
                  <a:pt x="229076" y="581501"/>
                  <a:pt x="179546" y="584359"/>
                  <a:pt x="132874" y="569119"/>
                </a:cubicBezTo>
                <a:cubicBezTo>
                  <a:pt x="58579" y="538639"/>
                  <a:pt x="7144" y="464344"/>
                  <a:pt x="7144" y="383381"/>
                </a:cubicBezTo>
                <a:cubicBezTo>
                  <a:pt x="7144" y="177641"/>
                  <a:pt x="290036" y="105251"/>
                  <a:pt x="371951" y="7144"/>
                </a:cubicBezTo>
                <a:cubicBezTo>
                  <a:pt x="371951" y="7144"/>
                  <a:pt x="371951" y="7144"/>
                  <a:pt x="371951" y="7144"/>
                </a:cubicBezTo>
                <a:lnTo>
                  <a:pt x="371951" y="7144"/>
                </a:lnTo>
                <a:cubicBezTo>
                  <a:pt x="377666" y="9049"/>
                  <a:pt x="382429" y="11906"/>
                  <a:pt x="388144" y="13811"/>
                </a:cubicBezTo>
                <a:cubicBezTo>
                  <a:pt x="454819" y="41434"/>
                  <a:pt x="517684" y="78581"/>
                  <a:pt x="571024" y="127159"/>
                </a:cubicBezTo>
                <a:cubicBezTo>
                  <a:pt x="620554" y="172879"/>
                  <a:pt x="657701" y="226219"/>
                  <a:pt x="675799" y="287179"/>
                </a:cubicBezTo>
                <a:cubicBezTo>
                  <a:pt x="646271" y="255746"/>
                  <a:pt x="595789" y="244316"/>
                  <a:pt x="553879" y="254794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5" name="Freeform: Shape 8">
            <a:extLst>
              <a:ext uri="{FF2B5EF4-FFF2-40B4-BE49-F238E27FC236}">
                <a16:creationId xmlns:a16="http://schemas.microsoft.com/office/drawing/2014/main" id="{D59F2406-4DC9-3FBA-F0C2-60E886FCA30E}"/>
              </a:ext>
            </a:extLst>
          </p:cNvPr>
          <p:cNvSpPr>
            <a:spLocks noGrp="1"/>
          </p:cNvSpPr>
          <p:nvPr/>
        </p:nvSpPr>
        <p:spPr>
          <a:xfrm>
            <a:off x="2096461" y="6150398"/>
            <a:ext cx="219107" cy="178025"/>
          </a:xfrm>
          <a:custGeom>
            <a:avLst/>
            <a:gdLst>
              <a:gd name="connsiteX0" fmla="*/ 443389 w 457200"/>
              <a:gd name="connsiteY0" fmla="*/ 151121 h 371475"/>
              <a:gd name="connsiteX1" fmla="*/ 340519 w 457200"/>
              <a:gd name="connsiteY1" fmla="*/ 250181 h 371475"/>
              <a:gd name="connsiteX2" fmla="*/ 193834 w 457200"/>
              <a:gd name="connsiteY2" fmla="*/ 204461 h 371475"/>
              <a:gd name="connsiteX3" fmla="*/ 299561 w 457200"/>
              <a:gd name="connsiteY3" fmla="*/ 298759 h 371475"/>
              <a:gd name="connsiteX4" fmla="*/ 161449 w 457200"/>
              <a:gd name="connsiteY4" fmla="*/ 360671 h 371475"/>
              <a:gd name="connsiteX5" fmla="*/ 79534 w 457200"/>
              <a:gd name="connsiteY5" fmla="*/ 367339 h 371475"/>
              <a:gd name="connsiteX6" fmla="*/ 7144 w 457200"/>
              <a:gd name="connsiteY6" fmla="*/ 348289 h 371475"/>
              <a:gd name="connsiteX7" fmla="*/ 120491 w 457200"/>
              <a:gd name="connsiteY7" fmla="*/ 276851 h 371475"/>
              <a:gd name="connsiteX8" fmla="*/ 188119 w 457200"/>
              <a:gd name="connsiteY8" fmla="*/ 175886 h 371475"/>
              <a:gd name="connsiteX9" fmla="*/ 250031 w 457200"/>
              <a:gd name="connsiteY9" fmla="*/ 64444 h 371475"/>
              <a:gd name="connsiteX10" fmla="*/ 339566 w 457200"/>
              <a:gd name="connsiteY10" fmla="*/ 7294 h 371475"/>
              <a:gd name="connsiteX11" fmla="*/ 438626 w 457200"/>
              <a:gd name="connsiteY11" fmla="*/ 58729 h 371475"/>
              <a:gd name="connsiteX12" fmla="*/ 443389 w 457200"/>
              <a:gd name="connsiteY12" fmla="*/ 151121 h 371475"/>
            </a:gdLst>
            <a:ahLst/>
            <a:cxnLst/>
            <a:rect l="l" t="t" r="r" b="b"/>
            <a:pathLst>
              <a:path w="457200" h="371475">
                <a:moveTo>
                  <a:pt x="443389" y="151121"/>
                </a:moveTo>
                <a:cubicBezTo>
                  <a:pt x="428149" y="198746"/>
                  <a:pt x="389096" y="236846"/>
                  <a:pt x="340519" y="250181"/>
                </a:cubicBezTo>
                <a:cubicBezTo>
                  <a:pt x="285274" y="265421"/>
                  <a:pt x="230029" y="249229"/>
                  <a:pt x="193834" y="204461"/>
                </a:cubicBezTo>
                <a:cubicBezTo>
                  <a:pt x="197644" y="261611"/>
                  <a:pt x="243364" y="299711"/>
                  <a:pt x="299561" y="298759"/>
                </a:cubicBezTo>
                <a:cubicBezTo>
                  <a:pt x="263366" y="334954"/>
                  <a:pt x="210026" y="352099"/>
                  <a:pt x="161449" y="360671"/>
                </a:cubicBezTo>
                <a:cubicBezTo>
                  <a:pt x="134779" y="365434"/>
                  <a:pt x="107156" y="368291"/>
                  <a:pt x="79534" y="367339"/>
                </a:cubicBezTo>
                <a:cubicBezTo>
                  <a:pt x="55721" y="366386"/>
                  <a:pt x="27146" y="363529"/>
                  <a:pt x="7144" y="348289"/>
                </a:cubicBezTo>
                <a:cubicBezTo>
                  <a:pt x="50959" y="334954"/>
                  <a:pt x="90011" y="310189"/>
                  <a:pt x="120491" y="276851"/>
                </a:cubicBezTo>
                <a:cubicBezTo>
                  <a:pt x="148114" y="246371"/>
                  <a:pt x="169069" y="211129"/>
                  <a:pt x="188119" y="175886"/>
                </a:cubicBezTo>
                <a:cubicBezTo>
                  <a:pt x="208121" y="138739"/>
                  <a:pt x="225266" y="98734"/>
                  <a:pt x="250031" y="64444"/>
                </a:cubicBezTo>
                <a:cubicBezTo>
                  <a:pt x="271939" y="33964"/>
                  <a:pt x="300514" y="9199"/>
                  <a:pt x="339566" y="7294"/>
                </a:cubicBezTo>
                <a:cubicBezTo>
                  <a:pt x="379571" y="5389"/>
                  <a:pt x="419576" y="21581"/>
                  <a:pt x="438626" y="58729"/>
                </a:cubicBezTo>
                <a:cubicBezTo>
                  <a:pt x="453866" y="88256"/>
                  <a:pt x="452914" y="120641"/>
                  <a:pt x="443389" y="151121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/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t>Insert Picture and send to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anchor="t">
            <a:spAutoFit/>
          </a:bodyPr>
          <a:lstStyle>
            <a:lvl1pPr>
              <a:buNone/>
              <a:defRPr sz="1400">
                <a:solidFill>
                  <a:schemeClr val="bg1"/>
                </a:solidFill>
                <a:latin typeface="Ubuntu Light"/>
                <a:ea typeface="Ubuntu Light"/>
                <a:cs typeface="Ubuntu Light"/>
              </a:defRPr>
            </a:lvl1pPr>
          </a:lstStyle>
          <a:p>
            <a:pPr lvl="0">
              <a:buNone/>
            </a:pPr>
            <a:r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/>
                <a:ea typeface="Ubuntu Light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7647"/>
            <a:ext cx="4609034" cy="1495794"/>
          </a:xfrm>
        </p:spPr>
        <p:txBody>
          <a:bodyPr wrap="square" lIns="0" tIns="0" rIns="0" bIns="0" anchor="b">
            <a:spAutoFit/>
          </a:bodyPr>
          <a:lstStyle>
            <a:lvl1pPr algn="l">
              <a:lnSpc>
                <a:spcPct val="90000"/>
              </a:lnSpc>
              <a:buNone/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Modifiez le style du titre</a:t>
            </a:r>
          </a:p>
        </p:txBody>
      </p:sp>
      <p:sp>
        <p:nvSpPr>
          <p:cNvPr id="3" name="Freeform: Shape 4">
            <a:extLst>
              <a:ext uri="{FF2B5EF4-FFF2-40B4-BE49-F238E27FC236}">
                <a16:creationId xmlns:a16="http://schemas.microsoft.com/office/drawing/2014/main" id="{992C4824-37D6-415A-E6EC-6E62CD172F79}"/>
              </a:ext>
            </a:extLst>
          </p:cNvPr>
          <p:cNvSpPr>
            <a:spLocks noGrp="1"/>
          </p:cNvSpPr>
          <p:nvPr/>
        </p:nvSpPr>
        <p:spPr>
          <a:xfrm>
            <a:off x="443568" y="6026765"/>
            <a:ext cx="1520058" cy="415392"/>
          </a:xfrm>
          <a:custGeom>
            <a:avLst/>
            <a:gdLst>
              <a:gd name="connsiteX0" fmla="*/ 3092291 w 3171825"/>
              <a:gd name="connsiteY0" fmla="*/ 287179 h 866775"/>
              <a:gd name="connsiteX1" fmla="*/ 3059907 w 3171825"/>
              <a:gd name="connsiteY1" fmla="*/ 211931 h 866775"/>
              <a:gd name="connsiteX2" fmla="*/ 3027521 w 3171825"/>
              <a:gd name="connsiteY2" fmla="*/ 218599 h 866775"/>
              <a:gd name="connsiteX3" fmla="*/ 2960846 w 3171825"/>
              <a:gd name="connsiteY3" fmla="*/ 507206 h 866775"/>
              <a:gd name="connsiteX4" fmla="*/ 2816066 w 3171825"/>
              <a:gd name="connsiteY4" fmla="*/ 178594 h 866775"/>
              <a:gd name="connsiteX5" fmla="*/ 2679859 w 3171825"/>
              <a:gd name="connsiteY5" fmla="*/ 440531 h 866775"/>
              <a:gd name="connsiteX6" fmla="*/ 2670334 w 3171825"/>
              <a:gd name="connsiteY6" fmla="*/ 319564 h 866775"/>
              <a:gd name="connsiteX7" fmla="*/ 2677001 w 3171825"/>
              <a:gd name="connsiteY7" fmla="*/ 254794 h 866775"/>
              <a:gd name="connsiteX8" fmla="*/ 2611279 w 3171825"/>
              <a:gd name="connsiteY8" fmla="*/ 209074 h 866775"/>
              <a:gd name="connsiteX9" fmla="*/ 2533174 w 3171825"/>
              <a:gd name="connsiteY9" fmla="*/ 510064 h 866775"/>
              <a:gd name="connsiteX10" fmla="*/ 2470309 w 3171825"/>
              <a:gd name="connsiteY10" fmla="*/ 292894 h 866775"/>
              <a:gd name="connsiteX11" fmla="*/ 2405539 w 3171825"/>
              <a:gd name="connsiteY11" fmla="*/ 208121 h 866775"/>
              <a:gd name="connsiteX12" fmla="*/ 2325529 w 3171825"/>
              <a:gd name="connsiteY12" fmla="*/ 494824 h 866775"/>
              <a:gd name="connsiteX13" fmla="*/ 2206466 w 3171825"/>
              <a:gd name="connsiteY13" fmla="*/ 211931 h 866775"/>
              <a:gd name="connsiteX14" fmla="*/ 2087404 w 3171825"/>
              <a:gd name="connsiteY14" fmla="*/ 479584 h 866775"/>
              <a:gd name="connsiteX15" fmla="*/ 1983581 w 3171825"/>
              <a:gd name="connsiteY15" fmla="*/ 178594 h 866775"/>
              <a:gd name="connsiteX16" fmla="*/ 1877854 w 3171825"/>
              <a:gd name="connsiteY16" fmla="*/ 391954 h 866775"/>
              <a:gd name="connsiteX17" fmla="*/ 1867376 w 3171825"/>
              <a:gd name="connsiteY17" fmla="*/ 390049 h 866775"/>
              <a:gd name="connsiteX18" fmla="*/ 1866424 w 3171825"/>
              <a:gd name="connsiteY18" fmla="*/ 327184 h 866775"/>
              <a:gd name="connsiteX19" fmla="*/ 1807369 w 3171825"/>
              <a:gd name="connsiteY19" fmla="*/ 202406 h 866775"/>
              <a:gd name="connsiteX20" fmla="*/ 1654969 w 3171825"/>
              <a:gd name="connsiteY20" fmla="*/ 512921 h 866775"/>
              <a:gd name="connsiteX21" fmla="*/ 1592104 w 3171825"/>
              <a:gd name="connsiteY21" fmla="*/ 483394 h 866775"/>
              <a:gd name="connsiteX22" fmla="*/ 1719739 w 3171825"/>
              <a:gd name="connsiteY22" fmla="*/ 306229 h 866775"/>
              <a:gd name="connsiteX23" fmla="*/ 1619726 w 3171825"/>
              <a:gd name="connsiteY23" fmla="*/ 202406 h 866775"/>
              <a:gd name="connsiteX24" fmla="*/ 1483519 w 3171825"/>
              <a:gd name="connsiteY24" fmla="*/ 369094 h 866775"/>
              <a:gd name="connsiteX25" fmla="*/ 1503521 w 3171825"/>
              <a:gd name="connsiteY25" fmla="*/ 473869 h 866775"/>
              <a:gd name="connsiteX26" fmla="*/ 1418749 w 3171825"/>
              <a:gd name="connsiteY26" fmla="*/ 512921 h 866775"/>
              <a:gd name="connsiteX27" fmla="*/ 1400651 w 3171825"/>
              <a:gd name="connsiteY27" fmla="*/ 274796 h 866775"/>
              <a:gd name="connsiteX28" fmla="*/ 1336834 w 3171825"/>
              <a:gd name="connsiteY28" fmla="*/ 326231 h 866775"/>
              <a:gd name="connsiteX29" fmla="*/ 1262539 w 3171825"/>
              <a:gd name="connsiteY29" fmla="*/ 479584 h 866775"/>
              <a:gd name="connsiteX30" fmla="*/ 1223486 w 3171825"/>
              <a:gd name="connsiteY30" fmla="*/ 421481 h 866775"/>
              <a:gd name="connsiteX31" fmla="*/ 1402556 w 3171825"/>
              <a:gd name="connsiteY31" fmla="*/ 250031 h 866775"/>
              <a:gd name="connsiteX32" fmla="*/ 1343501 w 3171825"/>
              <a:gd name="connsiteY32" fmla="*/ 192881 h 866775"/>
              <a:gd name="connsiteX33" fmla="*/ 1181576 w 3171825"/>
              <a:gd name="connsiteY33" fmla="*/ 290989 h 866775"/>
              <a:gd name="connsiteX34" fmla="*/ 1086326 w 3171825"/>
              <a:gd name="connsiteY34" fmla="*/ 385286 h 866775"/>
              <a:gd name="connsiteX35" fmla="*/ 1088231 w 3171825"/>
              <a:gd name="connsiteY35" fmla="*/ 358616 h 866775"/>
              <a:gd name="connsiteX36" fmla="*/ 974884 w 3171825"/>
              <a:gd name="connsiteY36" fmla="*/ 204311 h 866775"/>
              <a:gd name="connsiteX37" fmla="*/ 883444 w 3171825"/>
              <a:gd name="connsiteY37" fmla="*/ 273844 h 866775"/>
              <a:gd name="connsiteX38" fmla="*/ 846296 w 3171825"/>
              <a:gd name="connsiteY38" fmla="*/ 213836 h 866775"/>
              <a:gd name="connsiteX39" fmla="*/ 805339 w 3171825"/>
              <a:gd name="connsiteY39" fmla="*/ 224314 h 866775"/>
              <a:gd name="connsiteX40" fmla="*/ 814864 w 3171825"/>
              <a:gd name="connsiteY40" fmla="*/ 334804 h 866775"/>
              <a:gd name="connsiteX41" fmla="*/ 742474 w 3171825"/>
              <a:gd name="connsiteY41" fmla="*/ 520541 h 866775"/>
              <a:gd name="connsiteX42" fmla="*/ 691991 w 3171825"/>
              <a:gd name="connsiteY42" fmla="*/ 309086 h 866775"/>
              <a:gd name="connsiteX43" fmla="*/ 671989 w 3171825"/>
              <a:gd name="connsiteY43" fmla="*/ 305276 h 866775"/>
              <a:gd name="connsiteX44" fmla="*/ 621506 w 3171825"/>
              <a:gd name="connsiteY44" fmla="*/ 399574 h 866775"/>
              <a:gd name="connsiteX45" fmla="*/ 539591 w 3171825"/>
              <a:gd name="connsiteY45" fmla="*/ 512921 h 866775"/>
              <a:gd name="connsiteX46" fmla="*/ 495776 w 3171825"/>
              <a:gd name="connsiteY46" fmla="*/ 443389 h 866775"/>
              <a:gd name="connsiteX47" fmla="*/ 685324 w 3171825"/>
              <a:gd name="connsiteY47" fmla="*/ 278606 h 866775"/>
              <a:gd name="connsiteX48" fmla="*/ 627221 w 3171825"/>
              <a:gd name="connsiteY48" fmla="*/ 214789 h 866775"/>
              <a:gd name="connsiteX49" fmla="*/ 437674 w 3171825"/>
              <a:gd name="connsiteY49" fmla="*/ 355759 h 866775"/>
              <a:gd name="connsiteX50" fmla="*/ 237649 w 3171825"/>
              <a:gd name="connsiteY50" fmla="*/ 529114 h 866775"/>
              <a:gd name="connsiteX51" fmla="*/ 97631 w 3171825"/>
              <a:gd name="connsiteY51" fmla="*/ 313849 h 866775"/>
              <a:gd name="connsiteX52" fmla="*/ 261461 w 3171825"/>
              <a:gd name="connsiteY52" fmla="*/ 69056 h 866775"/>
              <a:gd name="connsiteX53" fmla="*/ 329089 w 3171825"/>
              <a:gd name="connsiteY53" fmla="*/ 181451 h 866775"/>
              <a:gd name="connsiteX54" fmla="*/ 410051 w 3171825"/>
              <a:gd name="connsiteY54" fmla="*/ 121444 h 866775"/>
              <a:gd name="connsiteX55" fmla="*/ 265271 w 3171825"/>
              <a:gd name="connsiteY55" fmla="*/ 7144 h 866775"/>
              <a:gd name="connsiteX56" fmla="*/ 7144 w 3171825"/>
              <a:gd name="connsiteY56" fmla="*/ 324326 h 866775"/>
              <a:gd name="connsiteX57" fmla="*/ 220504 w 3171825"/>
              <a:gd name="connsiteY57" fmla="*/ 601504 h 866775"/>
              <a:gd name="connsiteX58" fmla="*/ 425291 w 3171825"/>
              <a:gd name="connsiteY58" fmla="*/ 472916 h 866775"/>
              <a:gd name="connsiteX59" fmla="*/ 525304 w 3171825"/>
              <a:gd name="connsiteY59" fmla="*/ 576739 h 866775"/>
              <a:gd name="connsiteX60" fmla="*/ 646271 w 3171825"/>
              <a:gd name="connsiteY60" fmla="*/ 485299 h 866775"/>
              <a:gd name="connsiteX61" fmla="*/ 734854 w 3171825"/>
              <a:gd name="connsiteY61" fmla="*/ 576739 h 866775"/>
              <a:gd name="connsiteX62" fmla="*/ 812959 w 3171825"/>
              <a:gd name="connsiteY62" fmla="*/ 532924 h 866775"/>
              <a:gd name="connsiteX63" fmla="*/ 904399 w 3171825"/>
              <a:gd name="connsiteY63" fmla="*/ 810101 h 866775"/>
              <a:gd name="connsiteX64" fmla="*/ 882491 w 3171825"/>
              <a:gd name="connsiteY64" fmla="*/ 577691 h 866775"/>
              <a:gd name="connsiteX65" fmla="*/ 969169 w 3171825"/>
              <a:gd name="connsiteY65" fmla="*/ 267176 h 866775"/>
              <a:gd name="connsiteX66" fmla="*/ 1015841 w 3171825"/>
              <a:gd name="connsiteY66" fmla="*/ 359569 h 866775"/>
              <a:gd name="connsiteX67" fmla="*/ 1007269 w 3171825"/>
              <a:gd name="connsiteY67" fmla="*/ 440531 h 866775"/>
              <a:gd name="connsiteX68" fmla="*/ 900589 w 3171825"/>
              <a:gd name="connsiteY68" fmla="*/ 545306 h 866775"/>
              <a:gd name="connsiteX69" fmla="*/ 941546 w 3171825"/>
              <a:gd name="connsiteY69" fmla="*/ 577691 h 866775"/>
              <a:gd name="connsiteX70" fmla="*/ 1072039 w 3171825"/>
              <a:gd name="connsiteY70" fmla="*/ 449104 h 866775"/>
              <a:gd name="connsiteX71" fmla="*/ 1150144 w 3171825"/>
              <a:gd name="connsiteY71" fmla="*/ 390049 h 866775"/>
              <a:gd name="connsiteX72" fmla="*/ 1149191 w 3171825"/>
              <a:gd name="connsiteY72" fmla="*/ 415766 h 866775"/>
              <a:gd name="connsiteX73" fmla="*/ 1244441 w 3171825"/>
              <a:gd name="connsiteY73" fmla="*/ 550069 h 866775"/>
              <a:gd name="connsiteX74" fmla="*/ 1349216 w 3171825"/>
              <a:gd name="connsiteY74" fmla="*/ 469106 h 866775"/>
              <a:gd name="connsiteX75" fmla="*/ 1352074 w 3171825"/>
              <a:gd name="connsiteY75" fmla="*/ 547211 h 866775"/>
              <a:gd name="connsiteX76" fmla="*/ 1155859 w 3171825"/>
              <a:gd name="connsiteY76" fmla="*/ 754856 h 866775"/>
              <a:gd name="connsiteX77" fmla="*/ 1259681 w 3171825"/>
              <a:gd name="connsiteY77" fmla="*/ 864394 h 866775"/>
              <a:gd name="connsiteX78" fmla="*/ 1419701 w 3171825"/>
              <a:gd name="connsiteY78" fmla="*/ 569119 h 866775"/>
              <a:gd name="connsiteX79" fmla="*/ 1529239 w 3171825"/>
              <a:gd name="connsiteY79" fmla="*/ 518636 h 866775"/>
              <a:gd name="connsiteX80" fmla="*/ 1640681 w 3171825"/>
              <a:gd name="connsiteY80" fmla="*/ 576739 h 866775"/>
              <a:gd name="connsiteX81" fmla="*/ 1813084 w 3171825"/>
              <a:gd name="connsiteY81" fmla="*/ 459581 h 866775"/>
              <a:gd name="connsiteX82" fmla="*/ 1868329 w 3171825"/>
              <a:gd name="connsiteY82" fmla="*/ 576739 h 866775"/>
              <a:gd name="connsiteX83" fmla="*/ 1980724 w 3171825"/>
              <a:gd name="connsiteY83" fmla="*/ 273844 h 866775"/>
              <a:gd name="connsiteX84" fmla="*/ 2074069 w 3171825"/>
              <a:gd name="connsiteY84" fmla="*/ 601504 h 866775"/>
              <a:gd name="connsiteX85" fmla="*/ 2198846 w 3171825"/>
              <a:gd name="connsiteY85" fmla="*/ 312896 h 866775"/>
              <a:gd name="connsiteX86" fmla="*/ 2307432 w 3171825"/>
              <a:gd name="connsiteY86" fmla="*/ 576739 h 866775"/>
              <a:gd name="connsiteX87" fmla="*/ 2412207 w 3171825"/>
              <a:gd name="connsiteY87" fmla="*/ 428149 h 866775"/>
              <a:gd name="connsiteX88" fmla="*/ 2521744 w 3171825"/>
              <a:gd name="connsiteY88" fmla="*/ 576739 h 866775"/>
              <a:gd name="connsiteX89" fmla="*/ 2618899 w 3171825"/>
              <a:gd name="connsiteY89" fmla="*/ 486251 h 866775"/>
              <a:gd name="connsiteX90" fmla="*/ 2670334 w 3171825"/>
              <a:gd name="connsiteY90" fmla="*/ 576739 h 866775"/>
              <a:gd name="connsiteX91" fmla="*/ 2803684 w 3171825"/>
              <a:gd name="connsiteY91" fmla="*/ 274796 h 866775"/>
              <a:gd name="connsiteX92" fmla="*/ 2947511 w 3171825"/>
              <a:gd name="connsiteY92" fmla="*/ 576739 h 866775"/>
              <a:gd name="connsiteX93" fmla="*/ 3040857 w 3171825"/>
              <a:gd name="connsiteY93" fmla="*/ 474821 h 866775"/>
              <a:gd name="connsiteX94" fmla="*/ 3121819 w 3171825"/>
              <a:gd name="connsiteY94" fmla="*/ 576739 h 866775"/>
              <a:gd name="connsiteX95" fmla="*/ 3169444 w 3171825"/>
              <a:gd name="connsiteY95" fmla="*/ 550069 h 866775"/>
              <a:gd name="connsiteX96" fmla="*/ 3092291 w 3171825"/>
              <a:gd name="connsiteY96" fmla="*/ 287179 h 866775"/>
              <a:gd name="connsiteX97" fmla="*/ 1267301 w 3171825"/>
              <a:gd name="connsiteY97" fmla="*/ 806291 h 866775"/>
              <a:gd name="connsiteX98" fmla="*/ 1226344 w 3171825"/>
              <a:gd name="connsiteY98" fmla="*/ 751999 h 866775"/>
              <a:gd name="connsiteX99" fmla="*/ 1353026 w 3171825"/>
              <a:gd name="connsiteY99" fmla="*/ 597694 h 866775"/>
              <a:gd name="connsiteX100" fmla="*/ 1267301 w 3171825"/>
              <a:gd name="connsiteY100" fmla="*/ 806291 h 866775"/>
              <a:gd name="connsiteX101" fmla="*/ 1614964 w 3171825"/>
              <a:gd name="connsiteY101" fmla="*/ 257651 h 866775"/>
              <a:gd name="connsiteX102" fmla="*/ 1653064 w 3171825"/>
              <a:gd name="connsiteY102" fmla="*/ 315754 h 866775"/>
              <a:gd name="connsiteX103" fmla="*/ 1569244 w 3171825"/>
              <a:gd name="connsiteY103" fmla="*/ 438626 h 866775"/>
              <a:gd name="connsiteX104" fmla="*/ 1614964 w 3171825"/>
              <a:gd name="connsiteY104" fmla="*/ 257651 h 866775"/>
            </a:gdLst>
            <a:ahLst/>
            <a:cxnLst/>
            <a:rect l="l" t="t" r="r" b="b"/>
            <a:pathLst>
              <a:path w="3171825" h="866775">
                <a:moveTo>
                  <a:pt x="3092291" y="287179"/>
                </a:moveTo>
                <a:cubicBezTo>
                  <a:pt x="3092291" y="241459"/>
                  <a:pt x="3089434" y="211931"/>
                  <a:pt x="3059907" y="211931"/>
                </a:cubicBezTo>
                <a:cubicBezTo>
                  <a:pt x="3046571" y="211931"/>
                  <a:pt x="3039904" y="214789"/>
                  <a:pt x="3027521" y="218599"/>
                </a:cubicBezTo>
                <a:cubicBezTo>
                  <a:pt x="3037999" y="371951"/>
                  <a:pt x="3003709" y="507206"/>
                  <a:pt x="2960846" y="507206"/>
                </a:cubicBezTo>
                <a:cubicBezTo>
                  <a:pt x="2905601" y="507206"/>
                  <a:pt x="2933224" y="178594"/>
                  <a:pt x="2816066" y="178594"/>
                </a:cubicBezTo>
                <a:cubicBezTo>
                  <a:pt x="2707482" y="178594"/>
                  <a:pt x="2692241" y="440531"/>
                  <a:pt x="2679859" y="440531"/>
                </a:cubicBezTo>
                <a:cubicBezTo>
                  <a:pt x="2671286" y="440531"/>
                  <a:pt x="2670334" y="371951"/>
                  <a:pt x="2670334" y="319564"/>
                </a:cubicBezTo>
                <a:cubicBezTo>
                  <a:pt x="2675096" y="294799"/>
                  <a:pt x="2677001" y="271939"/>
                  <a:pt x="2677001" y="254794"/>
                </a:cubicBezTo>
                <a:cubicBezTo>
                  <a:pt x="2677001" y="230029"/>
                  <a:pt x="2667476" y="188119"/>
                  <a:pt x="2611279" y="209074"/>
                </a:cubicBezTo>
                <a:cubicBezTo>
                  <a:pt x="2613184" y="396716"/>
                  <a:pt x="2576036" y="510064"/>
                  <a:pt x="2533174" y="510064"/>
                </a:cubicBezTo>
                <a:cubicBezTo>
                  <a:pt x="2471261" y="510064"/>
                  <a:pt x="2470309" y="340519"/>
                  <a:pt x="2470309" y="292894"/>
                </a:cubicBezTo>
                <a:cubicBezTo>
                  <a:pt x="2470309" y="247174"/>
                  <a:pt x="2473166" y="186214"/>
                  <a:pt x="2405539" y="208121"/>
                </a:cubicBezTo>
                <a:cubicBezTo>
                  <a:pt x="2395061" y="371951"/>
                  <a:pt x="2352199" y="494824"/>
                  <a:pt x="2325529" y="494824"/>
                </a:cubicBezTo>
                <a:cubicBezTo>
                  <a:pt x="2285524" y="494824"/>
                  <a:pt x="2293144" y="211931"/>
                  <a:pt x="2206466" y="211931"/>
                </a:cubicBezTo>
                <a:cubicBezTo>
                  <a:pt x="2128361" y="211931"/>
                  <a:pt x="2103596" y="479584"/>
                  <a:pt x="2087404" y="479584"/>
                </a:cubicBezTo>
                <a:cubicBezTo>
                  <a:pt x="2057876" y="479584"/>
                  <a:pt x="2096929" y="178594"/>
                  <a:pt x="1983581" y="178594"/>
                </a:cubicBezTo>
                <a:cubicBezTo>
                  <a:pt x="1924526" y="178594"/>
                  <a:pt x="1900714" y="279559"/>
                  <a:pt x="1877854" y="391954"/>
                </a:cubicBezTo>
                <a:cubicBezTo>
                  <a:pt x="1873091" y="413861"/>
                  <a:pt x="1868329" y="414814"/>
                  <a:pt x="1867376" y="390049"/>
                </a:cubicBezTo>
                <a:cubicBezTo>
                  <a:pt x="1866424" y="370046"/>
                  <a:pt x="1866424" y="347186"/>
                  <a:pt x="1866424" y="327184"/>
                </a:cubicBezTo>
                <a:cubicBezTo>
                  <a:pt x="1894999" y="213836"/>
                  <a:pt x="1859756" y="171926"/>
                  <a:pt x="1807369" y="202406"/>
                </a:cubicBezTo>
                <a:cubicBezTo>
                  <a:pt x="1824514" y="411004"/>
                  <a:pt x="1728311" y="512921"/>
                  <a:pt x="1654969" y="512921"/>
                </a:cubicBezTo>
                <a:cubicBezTo>
                  <a:pt x="1628299" y="512921"/>
                  <a:pt x="1607344" y="501491"/>
                  <a:pt x="1592104" y="483394"/>
                </a:cubicBezTo>
                <a:cubicBezTo>
                  <a:pt x="1680686" y="429101"/>
                  <a:pt x="1719739" y="367189"/>
                  <a:pt x="1719739" y="306229"/>
                </a:cubicBezTo>
                <a:cubicBezTo>
                  <a:pt x="1719739" y="240506"/>
                  <a:pt x="1681639" y="202406"/>
                  <a:pt x="1619726" y="202406"/>
                </a:cubicBezTo>
                <a:cubicBezTo>
                  <a:pt x="1532096" y="202406"/>
                  <a:pt x="1483519" y="292894"/>
                  <a:pt x="1483519" y="369094"/>
                </a:cubicBezTo>
                <a:cubicBezTo>
                  <a:pt x="1483519" y="410051"/>
                  <a:pt x="1491139" y="445294"/>
                  <a:pt x="1503521" y="473869"/>
                </a:cubicBezTo>
                <a:cubicBezTo>
                  <a:pt x="1473041" y="488156"/>
                  <a:pt x="1445419" y="500539"/>
                  <a:pt x="1418749" y="512921"/>
                </a:cubicBezTo>
                <a:cubicBezTo>
                  <a:pt x="1416844" y="433864"/>
                  <a:pt x="1407319" y="350996"/>
                  <a:pt x="1400651" y="274796"/>
                </a:cubicBezTo>
                <a:cubicBezTo>
                  <a:pt x="1353979" y="262414"/>
                  <a:pt x="1340644" y="284321"/>
                  <a:pt x="1336834" y="326231"/>
                </a:cubicBezTo>
                <a:cubicBezTo>
                  <a:pt x="1328261" y="420529"/>
                  <a:pt x="1293971" y="479584"/>
                  <a:pt x="1262539" y="479584"/>
                </a:cubicBezTo>
                <a:cubicBezTo>
                  <a:pt x="1239679" y="479584"/>
                  <a:pt x="1225391" y="451009"/>
                  <a:pt x="1223486" y="421481"/>
                </a:cubicBezTo>
                <a:cubicBezTo>
                  <a:pt x="1214914" y="270034"/>
                  <a:pt x="1337786" y="228124"/>
                  <a:pt x="1402556" y="250031"/>
                </a:cubicBezTo>
                <a:cubicBezTo>
                  <a:pt x="1415891" y="216694"/>
                  <a:pt x="1401604" y="192881"/>
                  <a:pt x="1343501" y="192881"/>
                </a:cubicBezTo>
                <a:cubicBezTo>
                  <a:pt x="1273016" y="192881"/>
                  <a:pt x="1220629" y="235744"/>
                  <a:pt x="1181576" y="290989"/>
                </a:cubicBezTo>
                <a:cubicBezTo>
                  <a:pt x="1155859" y="327184"/>
                  <a:pt x="1126331" y="353854"/>
                  <a:pt x="1086326" y="385286"/>
                </a:cubicBezTo>
                <a:cubicBezTo>
                  <a:pt x="1087279" y="375761"/>
                  <a:pt x="1088231" y="367189"/>
                  <a:pt x="1088231" y="358616"/>
                </a:cubicBezTo>
                <a:cubicBezTo>
                  <a:pt x="1088231" y="251936"/>
                  <a:pt x="1030129" y="204311"/>
                  <a:pt x="974884" y="204311"/>
                </a:cubicBezTo>
                <a:cubicBezTo>
                  <a:pt x="929164" y="204311"/>
                  <a:pt x="900589" y="231934"/>
                  <a:pt x="883444" y="273844"/>
                </a:cubicBezTo>
                <a:cubicBezTo>
                  <a:pt x="879634" y="231934"/>
                  <a:pt x="871061" y="213836"/>
                  <a:pt x="846296" y="213836"/>
                </a:cubicBezTo>
                <a:cubicBezTo>
                  <a:pt x="835819" y="213836"/>
                  <a:pt x="821531" y="216694"/>
                  <a:pt x="805339" y="224314"/>
                </a:cubicBezTo>
                <a:cubicBezTo>
                  <a:pt x="812959" y="248126"/>
                  <a:pt x="814864" y="300514"/>
                  <a:pt x="814864" y="334804"/>
                </a:cubicBezTo>
                <a:cubicBezTo>
                  <a:pt x="814864" y="463391"/>
                  <a:pt x="777716" y="520541"/>
                  <a:pt x="742474" y="520541"/>
                </a:cubicBezTo>
                <a:cubicBezTo>
                  <a:pt x="701516" y="520541"/>
                  <a:pt x="695801" y="368141"/>
                  <a:pt x="691991" y="309086"/>
                </a:cubicBezTo>
                <a:cubicBezTo>
                  <a:pt x="687229" y="307181"/>
                  <a:pt x="681514" y="305276"/>
                  <a:pt x="671989" y="305276"/>
                </a:cubicBezTo>
                <a:cubicBezTo>
                  <a:pt x="635794" y="305276"/>
                  <a:pt x="631031" y="354806"/>
                  <a:pt x="621506" y="399574"/>
                </a:cubicBezTo>
                <a:cubicBezTo>
                  <a:pt x="611029" y="450056"/>
                  <a:pt x="582454" y="512921"/>
                  <a:pt x="539591" y="512921"/>
                </a:cubicBezTo>
                <a:cubicBezTo>
                  <a:pt x="513874" y="512921"/>
                  <a:pt x="497681" y="488156"/>
                  <a:pt x="495776" y="443389"/>
                </a:cubicBezTo>
                <a:cubicBezTo>
                  <a:pt x="491966" y="352901"/>
                  <a:pt x="567214" y="245269"/>
                  <a:pt x="685324" y="278606"/>
                </a:cubicBezTo>
                <a:cubicBezTo>
                  <a:pt x="700564" y="242411"/>
                  <a:pt x="676751" y="214789"/>
                  <a:pt x="627221" y="214789"/>
                </a:cubicBezTo>
                <a:cubicBezTo>
                  <a:pt x="540544" y="214789"/>
                  <a:pt x="469106" y="279559"/>
                  <a:pt x="437674" y="355759"/>
                </a:cubicBezTo>
                <a:cubicBezTo>
                  <a:pt x="406241" y="426244"/>
                  <a:pt x="350996" y="529114"/>
                  <a:pt x="237649" y="529114"/>
                </a:cubicBezTo>
                <a:cubicBezTo>
                  <a:pt x="157639" y="529114"/>
                  <a:pt x="97631" y="459581"/>
                  <a:pt x="97631" y="313849"/>
                </a:cubicBezTo>
                <a:cubicBezTo>
                  <a:pt x="97631" y="188119"/>
                  <a:pt x="176689" y="69056"/>
                  <a:pt x="261461" y="69056"/>
                </a:cubicBezTo>
                <a:cubicBezTo>
                  <a:pt x="320516" y="69056"/>
                  <a:pt x="333851" y="127159"/>
                  <a:pt x="329089" y="181451"/>
                </a:cubicBezTo>
                <a:cubicBezTo>
                  <a:pt x="359569" y="206216"/>
                  <a:pt x="410051" y="183356"/>
                  <a:pt x="410051" y="121444"/>
                </a:cubicBezTo>
                <a:cubicBezTo>
                  <a:pt x="410051" y="79534"/>
                  <a:pt x="375761" y="7144"/>
                  <a:pt x="265271" y="7144"/>
                </a:cubicBezTo>
                <a:cubicBezTo>
                  <a:pt x="128111" y="7144"/>
                  <a:pt x="7144" y="144304"/>
                  <a:pt x="7144" y="324326"/>
                </a:cubicBezTo>
                <a:cubicBezTo>
                  <a:pt x="7144" y="498634"/>
                  <a:pt x="95726" y="601504"/>
                  <a:pt x="220504" y="601504"/>
                </a:cubicBezTo>
                <a:cubicBezTo>
                  <a:pt x="299561" y="601504"/>
                  <a:pt x="373856" y="556736"/>
                  <a:pt x="425291" y="472916"/>
                </a:cubicBezTo>
                <a:cubicBezTo>
                  <a:pt x="438626" y="545306"/>
                  <a:pt x="488156" y="576739"/>
                  <a:pt x="525304" y="576739"/>
                </a:cubicBezTo>
                <a:cubicBezTo>
                  <a:pt x="585311" y="576739"/>
                  <a:pt x="624364" y="537686"/>
                  <a:pt x="646271" y="485299"/>
                </a:cubicBezTo>
                <a:cubicBezTo>
                  <a:pt x="659606" y="537686"/>
                  <a:pt x="688181" y="576739"/>
                  <a:pt x="734854" y="576739"/>
                </a:cubicBezTo>
                <a:cubicBezTo>
                  <a:pt x="768191" y="576739"/>
                  <a:pt x="793909" y="559594"/>
                  <a:pt x="812959" y="532924"/>
                </a:cubicBezTo>
                <a:cubicBezTo>
                  <a:pt x="805339" y="716756"/>
                  <a:pt x="795814" y="832961"/>
                  <a:pt x="904399" y="810101"/>
                </a:cubicBezTo>
                <a:cubicBezTo>
                  <a:pt x="887254" y="757714"/>
                  <a:pt x="882491" y="663416"/>
                  <a:pt x="882491" y="577691"/>
                </a:cubicBezTo>
                <a:cubicBezTo>
                  <a:pt x="882491" y="344329"/>
                  <a:pt x="920591" y="267176"/>
                  <a:pt x="969169" y="267176"/>
                </a:cubicBezTo>
                <a:cubicBezTo>
                  <a:pt x="1004411" y="267176"/>
                  <a:pt x="1015841" y="311944"/>
                  <a:pt x="1015841" y="359569"/>
                </a:cubicBezTo>
                <a:cubicBezTo>
                  <a:pt x="1015841" y="385286"/>
                  <a:pt x="1012984" y="413861"/>
                  <a:pt x="1007269" y="440531"/>
                </a:cubicBezTo>
                <a:cubicBezTo>
                  <a:pt x="948214" y="477679"/>
                  <a:pt x="900589" y="507206"/>
                  <a:pt x="900589" y="545306"/>
                </a:cubicBezTo>
                <a:cubicBezTo>
                  <a:pt x="900589" y="574834"/>
                  <a:pt x="922496" y="577691"/>
                  <a:pt x="941546" y="577691"/>
                </a:cubicBezTo>
                <a:cubicBezTo>
                  <a:pt x="987266" y="577691"/>
                  <a:pt x="1041559" y="532924"/>
                  <a:pt x="1072039" y="449104"/>
                </a:cubicBezTo>
                <a:cubicBezTo>
                  <a:pt x="1098709" y="432911"/>
                  <a:pt x="1125379" y="414814"/>
                  <a:pt x="1150144" y="390049"/>
                </a:cubicBezTo>
                <a:cubicBezTo>
                  <a:pt x="1149191" y="398621"/>
                  <a:pt x="1149191" y="407194"/>
                  <a:pt x="1149191" y="415766"/>
                </a:cubicBezTo>
                <a:cubicBezTo>
                  <a:pt x="1149191" y="499586"/>
                  <a:pt x="1185386" y="550069"/>
                  <a:pt x="1244441" y="550069"/>
                </a:cubicBezTo>
                <a:cubicBezTo>
                  <a:pt x="1290161" y="550069"/>
                  <a:pt x="1324451" y="517684"/>
                  <a:pt x="1349216" y="469106"/>
                </a:cubicBezTo>
                <a:cubicBezTo>
                  <a:pt x="1351121" y="496729"/>
                  <a:pt x="1352074" y="523399"/>
                  <a:pt x="1352074" y="547211"/>
                </a:cubicBezTo>
                <a:cubicBezTo>
                  <a:pt x="1258729" y="590074"/>
                  <a:pt x="1155859" y="633889"/>
                  <a:pt x="1155859" y="754856"/>
                </a:cubicBezTo>
                <a:cubicBezTo>
                  <a:pt x="1155859" y="817721"/>
                  <a:pt x="1201579" y="864394"/>
                  <a:pt x="1259681" y="864394"/>
                </a:cubicBezTo>
                <a:cubicBezTo>
                  <a:pt x="1389221" y="864394"/>
                  <a:pt x="1418749" y="728186"/>
                  <a:pt x="1419701" y="569119"/>
                </a:cubicBezTo>
                <a:cubicBezTo>
                  <a:pt x="1461611" y="551021"/>
                  <a:pt x="1493044" y="536734"/>
                  <a:pt x="1529239" y="518636"/>
                </a:cubicBezTo>
                <a:cubicBezTo>
                  <a:pt x="1560671" y="557689"/>
                  <a:pt x="1602581" y="576739"/>
                  <a:pt x="1640681" y="576739"/>
                </a:cubicBezTo>
                <a:cubicBezTo>
                  <a:pt x="1714024" y="576739"/>
                  <a:pt x="1768316" y="537686"/>
                  <a:pt x="1813084" y="459581"/>
                </a:cubicBezTo>
                <a:cubicBezTo>
                  <a:pt x="1820704" y="519589"/>
                  <a:pt x="1835944" y="576739"/>
                  <a:pt x="1868329" y="576739"/>
                </a:cubicBezTo>
                <a:cubicBezTo>
                  <a:pt x="1926431" y="576739"/>
                  <a:pt x="1937861" y="273844"/>
                  <a:pt x="1980724" y="273844"/>
                </a:cubicBezTo>
                <a:cubicBezTo>
                  <a:pt x="2014061" y="273844"/>
                  <a:pt x="1986439" y="601504"/>
                  <a:pt x="2074069" y="601504"/>
                </a:cubicBezTo>
                <a:cubicBezTo>
                  <a:pt x="2148364" y="601504"/>
                  <a:pt x="2162651" y="312896"/>
                  <a:pt x="2198846" y="312896"/>
                </a:cubicBezTo>
                <a:cubicBezTo>
                  <a:pt x="2224564" y="312896"/>
                  <a:pt x="2226469" y="576739"/>
                  <a:pt x="2307432" y="576739"/>
                </a:cubicBezTo>
                <a:cubicBezTo>
                  <a:pt x="2347436" y="576739"/>
                  <a:pt x="2390299" y="529114"/>
                  <a:pt x="2412207" y="428149"/>
                </a:cubicBezTo>
                <a:cubicBezTo>
                  <a:pt x="2422684" y="494824"/>
                  <a:pt x="2456021" y="576739"/>
                  <a:pt x="2521744" y="576739"/>
                </a:cubicBezTo>
                <a:cubicBezTo>
                  <a:pt x="2559844" y="576739"/>
                  <a:pt x="2593182" y="537686"/>
                  <a:pt x="2618899" y="486251"/>
                </a:cubicBezTo>
                <a:cubicBezTo>
                  <a:pt x="2625566" y="539591"/>
                  <a:pt x="2640807" y="576739"/>
                  <a:pt x="2670334" y="576739"/>
                </a:cubicBezTo>
                <a:cubicBezTo>
                  <a:pt x="2746534" y="576739"/>
                  <a:pt x="2743676" y="274796"/>
                  <a:pt x="2803684" y="274796"/>
                </a:cubicBezTo>
                <a:cubicBezTo>
                  <a:pt x="2850357" y="274796"/>
                  <a:pt x="2836069" y="576739"/>
                  <a:pt x="2947511" y="576739"/>
                </a:cubicBezTo>
                <a:cubicBezTo>
                  <a:pt x="3000851" y="576739"/>
                  <a:pt x="3025616" y="531971"/>
                  <a:pt x="3040857" y="474821"/>
                </a:cubicBezTo>
                <a:cubicBezTo>
                  <a:pt x="3061811" y="558641"/>
                  <a:pt x="3094196" y="576739"/>
                  <a:pt x="3121819" y="576739"/>
                </a:cubicBezTo>
                <a:cubicBezTo>
                  <a:pt x="3138964" y="576739"/>
                  <a:pt x="3152299" y="571024"/>
                  <a:pt x="3169444" y="550069"/>
                </a:cubicBezTo>
                <a:cubicBezTo>
                  <a:pt x="3085624" y="511969"/>
                  <a:pt x="3092291" y="375761"/>
                  <a:pt x="3092291" y="287179"/>
                </a:cubicBezTo>
                <a:close/>
                <a:moveTo>
                  <a:pt x="1267301" y="806291"/>
                </a:moveTo>
                <a:cubicBezTo>
                  <a:pt x="1240631" y="806291"/>
                  <a:pt x="1226344" y="780574"/>
                  <a:pt x="1226344" y="751999"/>
                </a:cubicBezTo>
                <a:cubicBezTo>
                  <a:pt x="1226344" y="674846"/>
                  <a:pt x="1283494" y="632936"/>
                  <a:pt x="1353026" y="597694"/>
                </a:cubicBezTo>
                <a:cubicBezTo>
                  <a:pt x="1349216" y="768191"/>
                  <a:pt x="1310164" y="806291"/>
                  <a:pt x="1267301" y="806291"/>
                </a:cubicBezTo>
                <a:close/>
                <a:moveTo>
                  <a:pt x="1614964" y="257651"/>
                </a:moveTo>
                <a:cubicBezTo>
                  <a:pt x="1640681" y="257651"/>
                  <a:pt x="1655921" y="281464"/>
                  <a:pt x="1653064" y="315754"/>
                </a:cubicBezTo>
                <a:cubicBezTo>
                  <a:pt x="1650206" y="355759"/>
                  <a:pt x="1620679" y="402431"/>
                  <a:pt x="1569244" y="438626"/>
                </a:cubicBezTo>
                <a:cubicBezTo>
                  <a:pt x="1543526" y="362426"/>
                  <a:pt x="1563529" y="257651"/>
                  <a:pt x="1614964" y="257651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A20C33BE-AD5D-4D60-D7A2-A931FD4F868D}"/>
              </a:ext>
            </a:extLst>
          </p:cNvPr>
          <p:cNvSpPr>
            <a:spLocks noGrp="1"/>
          </p:cNvSpPr>
          <p:nvPr/>
        </p:nvSpPr>
        <p:spPr>
          <a:xfrm>
            <a:off x="1588847" y="6047291"/>
            <a:ext cx="45647" cy="50212"/>
          </a:xfrm>
          <a:custGeom>
            <a:avLst/>
            <a:gdLst>
              <a:gd name="connsiteX0" fmla="*/ 51942 w 95250"/>
              <a:gd name="connsiteY0" fmla="*/ 99569 h 104775"/>
              <a:gd name="connsiteX1" fmla="*/ 93853 w 95250"/>
              <a:gd name="connsiteY1" fmla="*/ 51944 h 104775"/>
              <a:gd name="connsiteX2" fmla="*/ 51942 w 95250"/>
              <a:gd name="connsiteY2" fmla="*/ 7176 h 104775"/>
              <a:gd name="connsiteX3" fmla="*/ 7175 w 95250"/>
              <a:gd name="connsiteY3" fmla="*/ 54801 h 104775"/>
              <a:gd name="connsiteX4" fmla="*/ 51942 w 95250"/>
              <a:gd name="connsiteY4" fmla="*/ 99569 h 104775"/>
            </a:gdLst>
            <a:ahLst/>
            <a:cxnLst/>
            <a:rect l="l" t="t" r="r" b="b"/>
            <a:pathLst>
              <a:path w="95250" h="104775">
                <a:moveTo>
                  <a:pt x="51942" y="99569"/>
                </a:moveTo>
                <a:cubicBezTo>
                  <a:pt x="76707" y="98616"/>
                  <a:pt x="93853" y="77661"/>
                  <a:pt x="93853" y="51944"/>
                </a:cubicBezTo>
                <a:cubicBezTo>
                  <a:pt x="93853" y="26226"/>
                  <a:pt x="76707" y="6224"/>
                  <a:pt x="51942" y="7176"/>
                </a:cubicBezTo>
                <a:cubicBezTo>
                  <a:pt x="27178" y="8129"/>
                  <a:pt x="7175" y="29084"/>
                  <a:pt x="7175" y="54801"/>
                </a:cubicBezTo>
                <a:cubicBezTo>
                  <a:pt x="6222" y="80519"/>
                  <a:pt x="27178" y="100521"/>
                  <a:pt x="51942" y="99569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B4C80064-8B28-D1EF-FC09-F0AFF3877595}"/>
              </a:ext>
            </a:extLst>
          </p:cNvPr>
          <p:cNvSpPr>
            <a:spLocks noGrp="1"/>
          </p:cNvSpPr>
          <p:nvPr/>
        </p:nvSpPr>
        <p:spPr>
          <a:xfrm>
            <a:off x="1886483" y="6055963"/>
            <a:ext cx="45647" cy="45647"/>
          </a:xfrm>
          <a:custGeom>
            <a:avLst/>
            <a:gdLst>
              <a:gd name="connsiteX0" fmla="*/ 48101 w 95250"/>
              <a:gd name="connsiteY0" fmla="*/ 94808 h 95250"/>
              <a:gd name="connsiteX1" fmla="*/ 89059 w 95250"/>
              <a:gd name="connsiteY1" fmla="*/ 49088 h 95250"/>
              <a:gd name="connsiteX2" fmla="*/ 48101 w 95250"/>
              <a:gd name="connsiteY2" fmla="*/ 7178 h 95250"/>
              <a:gd name="connsiteX3" fmla="*/ 7144 w 95250"/>
              <a:gd name="connsiteY3" fmla="*/ 52898 h 95250"/>
              <a:gd name="connsiteX4" fmla="*/ 48101 w 95250"/>
              <a:gd name="connsiteY4" fmla="*/ 94808 h 95250"/>
            </a:gdLst>
            <a:ahLst/>
            <a:cxnLst/>
            <a:rect l="l" t="t" r="r" b="b"/>
            <a:pathLst>
              <a:path w="95250" h="95250">
                <a:moveTo>
                  <a:pt x="48101" y="94808"/>
                </a:moveTo>
                <a:cubicBezTo>
                  <a:pt x="70961" y="93856"/>
                  <a:pt x="89059" y="73853"/>
                  <a:pt x="89059" y="49088"/>
                </a:cubicBezTo>
                <a:cubicBezTo>
                  <a:pt x="89059" y="25275"/>
                  <a:pt x="70961" y="6225"/>
                  <a:pt x="48101" y="7178"/>
                </a:cubicBezTo>
                <a:cubicBezTo>
                  <a:pt x="25241" y="8131"/>
                  <a:pt x="7144" y="28133"/>
                  <a:pt x="7144" y="52898"/>
                </a:cubicBezTo>
                <a:cubicBezTo>
                  <a:pt x="8096" y="76711"/>
                  <a:pt x="26194" y="95761"/>
                  <a:pt x="48101" y="94808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4" name="Freeform: Shape 7">
            <a:extLst>
              <a:ext uri="{FF2B5EF4-FFF2-40B4-BE49-F238E27FC236}">
                <a16:creationId xmlns:a16="http://schemas.microsoft.com/office/drawing/2014/main" id="{B9F29B0E-E913-EB3D-4F7C-383B5615790A}"/>
              </a:ext>
            </a:extLst>
          </p:cNvPr>
          <p:cNvSpPr>
            <a:spLocks noGrp="1"/>
          </p:cNvSpPr>
          <p:nvPr/>
        </p:nvSpPr>
        <p:spPr>
          <a:xfrm>
            <a:off x="1981885" y="6021288"/>
            <a:ext cx="324096" cy="278450"/>
          </a:xfrm>
          <a:custGeom>
            <a:avLst/>
            <a:gdLst>
              <a:gd name="connsiteX0" fmla="*/ 553879 w 676275"/>
              <a:gd name="connsiteY0" fmla="*/ 254794 h 581025"/>
              <a:gd name="connsiteX1" fmla="*/ 451009 w 676275"/>
              <a:gd name="connsiteY1" fmla="*/ 342424 h 581025"/>
              <a:gd name="connsiteX2" fmla="*/ 375761 w 676275"/>
              <a:gd name="connsiteY2" fmla="*/ 469106 h 581025"/>
              <a:gd name="connsiteX3" fmla="*/ 273844 w 676275"/>
              <a:gd name="connsiteY3" fmla="*/ 561499 h 581025"/>
              <a:gd name="connsiteX4" fmla="*/ 132874 w 676275"/>
              <a:gd name="connsiteY4" fmla="*/ 569119 h 581025"/>
              <a:gd name="connsiteX5" fmla="*/ 7144 w 676275"/>
              <a:gd name="connsiteY5" fmla="*/ 383381 h 581025"/>
              <a:gd name="connsiteX6" fmla="*/ 371951 w 676275"/>
              <a:gd name="connsiteY6" fmla="*/ 7144 h 581025"/>
              <a:gd name="connsiteX7" fmla="*/ 371951 w 676275"/>
              <a:gd name="connsiteY7" fmla="*/ 7144 h 581025"/>
              <a:gd name="connsiteX8" fmla="*/ 371951 w 676275"/>
              <a:gd name="connsiteY8" fmla="*/ 7144 h 581025"/>
              <a:gd name="connsiteX9" fmla="*/ 388144 w 676275"/>
              <a:gd name="connsiteY9" fmla="*/ 13811 h 581025"/>
              <a:gd name="connsiteX10" fmla="*/ 571024 w 676275"/>
              <a:gd name="connsiteY10" fmla="*/ 127159 h 581025"/>
              <a:gd name="connsiteX11" fmla="*/ 675799 w 676275"/>
              <a:gd name="connsiteY11" fmla="*/ 287179 h 581025"/>
              <a:gd name="connsiteX12" fmla="*/ 553879 w 676275"/>
              <a:gd name="connsiteY12" fmla="*/ 254794 h 581025"/>
            </a:gdLst>
            <a:ahLst/>
            <a:cxnLst/>
            <a:rect l="l" t="t" r="r" b="b"/>
            <a:pathLst>
              <a:path w="676275" h="581025">
                <a:moveTo>
                  <a:pt x="553879" y="254794"/>
                </a:moveTo>
                <a:cubicBezTo>
                  <a:pt x="507206" y="265271"/>
                  <a:pt x="475774" y="304324"/>
                  <a:pt x="451009" y="342424"/>
                </a:cubicBezTo>
                <a:cubicBezTo>
                  <a:pt x="424339" y="383381"/>
                  <a:pt x="403384" y="428149"/>
                  <a:pt x="375761" y="469106"/>
                </a:cubicBezTo>
                <a:cubicBezTo>
                  <a:pt x="349091" y="507206"/>
                  <a:pt x="316706" y="542449"/>
                  <a:pt x="273844" y="561499"/>
                </a:cubicBezTo>
                <a:cubicBezTo>
                  <a:pt x="229076" y="581501"/>
                  <a:pt x="179546" y="584359"/>
                  <a:pt x="132874" y="569119"/>
                </a:cubicBezTo>
                <a:cubicBezTo>
                  <a:pt x="58579" y="538639"/>
                  <a:pt x="7144" y="464344"/>
                  <a:pt x="7144" y="383381"/>
                </a:cubicBezTo>
                <a:cubicBezTo>
                  <a:pt x="7144" y="177641"/>
                  <a:pt x="290036" y="105251"/>
                  <a:pt x="371951" y="7144"/>
                </a:cubicBezTo>
                <a:cubicBezTo>
                  <a:pt x="371951" y="7144"/>
                  <a:pt x="371951" y="7144"/>
                  <a:pt x="371951" y="7144"/>
                </a:cubicBezTo>
                <a:lnTo>
                  <a:pt x="371951" y="7144"/>
                </a:lnTo>
                <a:cubicBezTo>
                  <a:pt x="377666" y="9049"/>
                  <a:pt x="382429" y="11906"/>
                  <a:pt x="388144" y="13811"/>
                </a:cubicBezTo>
                <a:cubicBezTo>
                  <a:pt x="454819" y="41434"/>
                  <a:pt x="517684" y="78581"/>
                  <a:pt x="571024" y="127159"/>
                </a:cubicBezTo>
                <a:cubicBezTo>
                  <a:pt x="620554" y="172879"/>
                  <a:pt x="657701" y="226219"/>
                  <a:pt x="675799" y="287179"/>
                </a:cubicBezTo>
                <a:cubicBezTo>
                  <a:pt x="646271" y="255746"/>
                  <a:pt x="595789" y="244316"/>
                  <a:pt x="553879" y="254794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5" name="Freeform: Shape 8">
            <a:extLst>
              <a:ext uri="{FF2B5EF4-FFF2-40B4-BE49-F238E27FC236}">
                <a16:creationId xmlns:a16="http://schemas.microsoft.com/office/drawing/2014/main" id="{E0CDEF2F-7154-A5C2-D640-669D5BB07DF3}"/>
              </a:ext>
            </a:extLst>
          </p:cNvPr>
          <p:cNvSpPr>
            <a:spLocks noGrp="1"/>
          </p:cNvSpPr>
          <p:nvPr/>
        </p:nvSpPr>
        <p:spPr>
          <a:xfrm>
            <a:off x="2096461" y="6150398"/>
            <a:ext cx="219107" cy="178025"/>
          </a:xfrm>
          <a:custGeom>
            <a:avLst/>
            <a:gdLst>
              <a:gd name="connsiteX0" fmla="*/ 443389 w 457200"/>
              <a:gd name="connsiteY0" fmla="*/ 151121 h 371475"/>
              <a:gd name="connsiteX1" fmla="*/ 340519 w 457200"/>
              <a:gd name="connsiteY1" fmla="*/ 250181 h 371475"/>
              <a:gd name="connsiteX2" fmla="*/ 193834 w 457200"/>
              <a:gd name="connsiteY2" fmla="*/ 204461 h 371475"/>
              <a:gd name="connsiteX3" fmla="*/ 299561 w 457200"/>
              <a:gd name="connsiteY3" fmla="*/ 298759 h 371475"/>
              <a:gd name="connsiteX4" fmla="*/ 161449 w 457200"/>
              <a:gd name="connsiteY4" fmla="*/ 360671 h 371475"/>
              <a:gd name="connsiteX5" fmla="*/ 79534 w 457200"/>
              <a:gd name="connsiteY5" fmla="*/ 367339 h 371475"/>
              <a:gd name="connsiteX6" fmla="*/ 7144 w 457200"/>
              <a:gd name="connsiteY6" fmla="*/ 348289 h 371475"/>
              <a:gd name="connsiteX7" fmla="*/ 120491 w 457200"/>
              <a:gd name="connsiteY7" fmla="*/ 276851 h 371475"/>
              <a:gd name="connsiteX8" fmla="*/ 188119 w 457200"/>
              <a:gd name="connsiteY8" fmla="*/ 175886 h 371475"/>
              <a:gd name="connsiteX9" fmla="*/ 250031 w 457200"/>
              <a:gd name="connsiteY9" fmla="*/ 64444 h 371475"/>
              <a:gd name="connsiteX10" fmla="*/ 339566 w 457200"/>
              <a:gd name="connsiteY10" fmla="*/ 7294 h 371475"/>
              <a:gd name="connsiteX11" fmla="*/ 438626 w 457200"/>
              <a:gd name="connsiteY11" fmla="*/ 58729 h 371475"/>
              <a:gd name="connsiteX12" fmla="*/ 443389 w 457200"/>
              <a:gd name="connsiteY12" fmla="*/ 151121 h 371475"/>
            </a:gdLst>
            <a:ahLst/>
            <a:cxnLst/>
            <a:rect l="l" t="t" r="r" b="b"/>
            <a:pathLst>
              <a:path w="457200" h="371475">
                <a:moveTo>
                  <a:pt x="443389" y="151121"/>
                </a:moveTo>
                <a:cubicBezTo>
                  <a:pt x="428149" y="198746"/>
                  <a:pt x="389096" y="236846"/>
                  <a:pt x="340519" y="250181"/>
                </a:cubicBezTo>
                <a:cubicBezTo>
                  <a:pt x="285274" y="265421"/>
                  <a:pt x="230029" y="249229"/>
                  <a:pt x="193834" y="204461"/>
                </a:cubicBezTo>
                <a:cubicBezTo>
                  <a:pt x="197644" y="261611"/>
                  <a:pt x="243364" y="299711"/>
                  <a:pt x="299561" y="298759"/>
                </a:cubicBezTo>
                <a:cubicBezTo>
                  <a:pt x="263366" y="334954"/>
                  <a:pt x="210026" y="352099"/>
                  <a:pt x="161449" y="360671"/>
                </a:cubicBezTo>
                <a:cubicBezTo>
                  <a:pt x="134779" y="365434"/>
                  <a:pt x="107156" y="368291"/>
                  <a:pt x="79534" y="367339"/>
                </a:cubicBezTo>
                <a:cubicBezTo>
                  <a:pt x="55721" y="366386"/>
                  <a:pt x="27146" y="363529"/>
                  <a:pt x="7144" y="348289"/>
                </a:cubicBezTo>
                <a:cubicBezTo>
                  <a:pt x="50959" y="334954"/>
                  <a:pt x="90011" y="310189"/>
                  <a:pt x="120491" y="276851"/>
                </a:cubicBezTo>
                <a:cubicBezTo>
                  <a:pt x="148114" y="246371"/>
                  <a:pt x="169069" y="211129"/>
                  <a:pt x="188119" y="175886"/>
                </a:cubicBezTo>
                <a:cubicBezTo>
                  <a:pt x="208121" y="138739"/>
                  <a:pt x="225266" y="98734"/>
                  <a:pt x="250031" y="64444"/>
                </a:cubicBezTo>
                <a:cubicBezTo>
                  <a:pt x="271939" y="33964"/>
                  <a:pt x="300514" y="9199"/>
                  <a:pt x="339566" y="7294"/>
                </a:cubicBezTo>
                <a:cubicBezTo>
                  <a:pt x="379571" y="5389"/>
                  <a:pt x="419576" y="21581"/>
                  <a:pt x="438626" y="58729"/>
                </a:cubicBezTo>
                <a:cubicBezTo>
                  <a:pt x="453866" y="88256"/>
                  <a:pt x="452914" y="120641"/>
                  <a:pt x="443389" y="151121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/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t>Insert Picture and send to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anchor="t">
            <a:spAutoFit/>
          </a:bodyPr>
          <a:lstStyle>
            <a:lvl1pPr>
              <a:buNone/>
              <a:defRPr sz="1400">
                <a:solidFill>
                  <a:schemeClr val="bg1"/>
                </a:solidFill>
                <a:latin typeface="Ubuntu Light"/>
                <a:ea typeface="Ubuntu Light"/>
                <a:cs typeface="Ubuntu Light"/>
              </a:defRPr>
            </a:lvl1pPr>
          </a:lstStyle>
          <a:p>
            <a:pPr lvl="0">
              <a:buNone/>
            </a:pPr>
            <a:r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/>
                <a:ea typeface="Ubuntu Light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597606" cy="1495794"/>
          </a:xfrm>
        </p:spPr>
        <p:txBody>
          <a:bodyPr wrap="square" lIns="0" tIns="0" rIns="0" bIns="0" anchor="b">
            <a:spAutoFit/>
          </a:bodyPr>
          <a:lstStyle>
            <a:lvl1pPr algn="l">
              <a:lnSpc>
                <a:spcPct val="90000"/>
              </a:lnSpc>
              <a:buNone/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Modifiez le style du titre</a:t>
            </a:r>
          </a:p>
        </p:txBody>
      </p:sp>
      <p:sp>
        <p:nvSpPr>
          <p:cNvPr id="3" name="Freeform: Shape 4">
            <a:extLst>
              <a:ext uri="{FF2B5EF4-FFF2-40B4-BE49-F238E27FC236}">
                <a16:creationId xmlns:a16="http://schemas.microsoft.com/office/drawing/2014/main" id="{70BA0B6B-013E-ED21-5C0C-A7573716118E}"/>
              </a:ext>
            </a:extLst>
          </p:cNvPr>
          <p:cNvSpPr>
            <a:spLocks noGrp="1"/>
          </p:cNvSpPr>
          <p:nvPr/>
        </p:nvSpPr>
        <p:spPr>
          <a:xfrm>
            <a:off x="443568" y="6026765"/>
            <a:ext cx="1520058" cy="415392"/>
          </a:xfrm>
          <a:custGeom>
            <a:avLst/>
            <a:gdLst>
              <a:gd name="connsiteX0" fmla="*/ 3092291 w 3171825"/>
              <a:gd name="connsiteY0" fmla="*/ 287179 h 866775"/>
              <a:gd name="connsiteX1" fmla="*/ 3059907 w 3171825"/>
              <a:gd name="connsiteY1" fmla="*/ 211931 h 866775"/>
              <a:gd name="connsiteX2" fmla="*/ 3027521 w 3171825"/>
              <a:gd name="connsiteY2" fmla="*/ 218599 h 866775"/>
              <a:gd name="connsiteX3" fmla="*/ 2960846 w 3171825"/>
              <a:gd name="connsiteY3" fmla="*/ 507206 h 866775"/>
              <a:gd name="connsiteX4" fmla="*/ 2816066 w 3171825"/>
              <a:gd name="connsiteY4" fmla="*/ 178594 h 866775"/>
              <a:gd name="connsiteX5" fmla="*/ 2679859 w 3171825"/>
              <a:gd name="connsiteY5" fmla="*/ 440531 h 866775"/>
              <a:gd name="connsiteX6" fmla="*/ 2670334 w 3171825"/>
              <a:gd name="connsiteY6" fmla="*/ 319564 h 866775"/>
              <a:gd name="connsiteX7" fmla="*/ 2677001 w 3171825"/>
              <a:gd name="connsiteY7" fmla="*/ 254794 h 866775"/>
              <a:gd name="connsiteX8" fmla="*/ 2611279 w 3171825"/>
              <a:gd name="connsiteY8" fmla="*/ 209074 h 866775"/>
              <a:gd name="connsiteX9" fmla="*/ 2533174 w 3171825"/>
              <a:gd name="connsiteY9" fmla="*/ 510064 h 866775"/>
              <a:gd name="connsiteX10" fmla="*/ 2470309 w 3171825"/>
              <a:gd name="connsiteY10" fmla="*/ 292894 h 866775"/>
              <a:gd name="connsiteX11" fmla="*/ 2405539 w 3171825"/>
              <a:gd name="connsiteY11" fmla="*/ 208121 h 866775"/>
              <a:gd name="connsiteX12" fmla="*/ 2325529 w 3171825"/>
              <a:gd name="connsiteY12" fmla="*/ 494824 h 866775"/>
              <a:gd name="connsiteX13" fmla="*/ 2206466 w 3171825"/>
              <a:gd name="connsiteY13" fmla="*/ 211931 h 866775"/>
              <a:gd name="connsiteX14" fmla="*/ 2087404 w 3171825"/>
              <a:gd name="connsiteY14" fmla="*/ 479584 h 866775"/>
              <a:gd name="connsiteX15" fmla="*/ 1983581 w 3171825"/>
              <a:gd name="connsiteY15" fmla="*/ 178594 h 866775"/>
              <a:gd name="connsiteX16" fmla="*/ 1877854 w 3171825"/>
              <a:gd name="connsiteY16" fmla="*/ 391954 h 866775"/>
              <a:gd name="connsiteX17" fmla="*/ 1867376 w 3171825"/>
              <a:gd name="connsiteY17" fmla="*/ 390049 h 866775"/>
              <a:gd name="connsiteX18" fmla="*/ 1866424 w 3171825"/>
              <a:gd name="connsiteY18" fmla="*/ 327184 h 866775"/>
              <a:gd name="connsiteX19" fmla="*/ 1807369 w 3171825"/>
              <a:gd name="connsiteY19" fmla="*/ 202406 h 866775"/>
              <a:gd name="connsiteX20" fmla="*/ 1654969 w 3171825"/>
              <a:gd name="connsiteY20" fmla="*/ 512921 h 866775"/>
              <a:gd name="connsiteX21" fmla="*/ 1592104 w 3171825"/>
              <a:gd name="connsiteY21" fmla="*/ 483394 h 866775"/>
              <a:gd name="connsiteX22" fmla="*/ 1719739 w 3171825"/>
              <a:gd name="connsiteY22" fmla="*/ 306229 h 866775"/>
              <a:gd name="connsiteX23" fmla="*/ 1619726 w 3171825"/>
              <a:gd name="connsiteY23" fmla="*/ 202406 h 866775"/>
              <a:gd name="connsiteX24" fmla="*/ 1483519 w 3171825"/>
              <a:gd name="connsiteY24" fmla="*/ 369094 h 866775"/>
              <a:gd name="connsiteX25" fmla="*/ 1503521 w 3171825"/>
              <a:gd name="connsiteY25" fmla="*/ 473869 h 866775"/>
              <a:gd name="connsiteX26" fmla="*/ 1418749 w 3171825"/>
              <a:gd name="connsiteY26" fmla="*/ 512921 h 866775"/>
              <a:gd name="connsiteX27" fmla="*/ 1400651 w 3171825"/>
              <a:gd name="connsiteY27" fmla="*/ 274796 h 866775"/>
              <a:gd name="connsiteX28" fmla="*/ 1336834 w 3171825"/>
              <a:gd name="connsiteY28" fmla="*/ 326231 h 866775"/>
              <a:gd name="connsiteX29" fmla="*/ 1262539 w 3171825"/>
              <a:gd name="connsiteY29" fmla="*/ 479584 h 866775"/>
              <a:gd name="connsiteX30" fmla="*/ 1223486 w 3171825"/>
              <a:gd name="connsiteY30" fmla="*/ 421481 h 866775"/>
              <a:gd name="connsiteX31" fmla="*/ 1402556 w 3171825"/>
              <a:gd name="connsiteY31" fmla="*/ 250031 h 866775"/>
              <a:gd name="connsiteX32" fmla="*/ 1343501 w 3171825"/>
              <a:gd name="connsiteY32" fmla="*/ 192881 h 866775"/>
              <a:gd name="connsiteX33" fmla="*/ 1181576 w 3171825"/>
              <a:gd name="connsiteY33" fmla="*/ 290989 h 866775"/>
              <a:gd name="connsiteX34" fmla="*/ 1086326 w 3171825"/>
              <a:gd name="connsiteY34" fmla="*/ 385286 h 866775"/>
              <a:gd name="connsiteX35" fmla="*/ 1088231 w 3171825"/>
              <a:gd name="connsiteY35" fmla="*/ 358616 h 866775"/>
              <a:gd name="connsiteX36" fmla="*/ 974884 w 3171825"/>
              <a:gd name="connsiteY36" fmla="*/ 204311 h 866775"/>
              <a:gd name="connsiteX37" fmla="*/ 883444 w 3171825"/>
              <a:gd name="connsiteY37" fmla="*/ 273844 h 866775"/>
              <a:gd name="connsiteX38" fmla="*/ 846296 w 3171825"/>
              <a:gd name="connsiteY38" fmla="*/ 213836 h 866775"/>
              <a:gd name="connsiteX39" fmla="*/ 805339 w 3171825"/>
              <a:gd name="connsiteY39" fmla="*/ 224314 h 866775"/>
              <a:gd name="connsiteX40" fmla="*/ 814864 w 3171825"/>
              <a:gd name="connsiteY40" fmla="*/ 334804 h 866775"/>
              <a:gd name="connsiteX41" fmla="*/ 742474 w 3171825"/>
              <a:gd name="connsiteY41" fmla="*/ 520541 h 866775"/>
              <a:gd name="connsiteX42" fmla="*/ 691991 w 3171825"/>
              <a:gd name="connsiteY42" fmla="*/ 309086 h 866775"/>
              <a:gd name="connsiteX43" fmla="*/ 671989 w 3171825"/>
              <a:gd name="connsiteY43" fmla="*/ 305276 h 866775"/>
              <a:gd name="connsiteX44" fmla="*/ 621506 w 3171825"/>
              <a:gd name="connsiteY44" fmla="*/ 399574 h 866775"/>
              <a:gd name="connsiteX45" fmla="*/ 539591 w 3171825"/>
              <a:gd name="connsiteY45" fmla="*/ 512921 h 866775"/>
              <a:gd name="connsiteX46" fmla="*/ 495776 w 3171825"/>
              <a:gd name="connsiteY46" fmla="*/ 443389 h 866775"/>
              <a:gd name="connsiteX47" fmla="*/ 685324 w 3171825"/>
              <a:gd name="connsiteY47" fmla="*/ 278606 h 866775"/>
              <a:gd name="connsiteX48" fmla="*/ 627221 w 3171825"/>
              <a:gd name="connsiteY48" fmla="*/ 214789 h 866775"/>
              <a:gd name="connsiteX49" fmla="*/ 437674 w 3171825"/>
              <a:gd name="connsiteY49" fmla="*/ 355759 h 866775"/>
              <a:gd name="connsiteX50" fmla="*/ 237649 w 3171825"/>
              <a:gd name="connsiteY50" fmla="*/ 529114 h 866775"/>
              <a:gd name="connsiteX51" fmla="*/ 97631 w 3171825"/>
              <a:gd name="connsiteY51" fmla="*/ 313849 h 866775"/>
              <a:gd name="connsiteX52" fmla="*/ 261461 w 3171825"/>
              <a:gd name="connsiteY52" fmla="*/ 69056 h 866775"/>
              <a:gd name="connsiteX53" fmla="*/ 329089 w 3171825"/>
              <a:gd name="connsiteY53" fmla="*/ 181451 h 866775"/>
              <a:gd name="connsiteX54" fmla="*/ 410051 w 3171825"/>
              <a:gd name="connsiteY54" fmla="*/ 121444 h 866775"/>
              <a:gd name="connsiteX55" fmla="*/ 265271 w 3171825"/>
              <a:gd name="connsiteY55" fmla="*/ 7144 h 866775"/>
              <a:gd name="connsiteX56" fmla="*/ 7144 w 3171825"/>
              <a:gd name="connsiteY56" fmla="*/ 324326 h 866775"/>
              <a:gd name="connsiteX57" fmla="*/ 220504 w 3171825"/>
              <a:gd name="connsiteY57" fmla="*/ 601504 h 866775"/>
              <a:gd name="connsiteX58" fmla="*/ 425291 w 3171825"/>
              <a:gd name="connsiteY58" fmla="*/ 472916 h 866775"/>
              <a:gd name="connsiteX59" fmla="*/ 525304 w 3171825"/>
              <a:gd name="connsiteY59" fmla="*/ 576739 h 866775"/>
              <a:gd name="connsiteX60" fmla="*/ 646271 w 3171825"/>
              <a:gd name="connsiteY60" fmla="*/ 485299 h 866775"/>
              <a:gd name="connsiteX61" fmla="*/ 734854 w 3171825"/>
              <a:gd name="connsiteY61" fmla="*/ 576739 h 866775"/>
              <a:gd name="connsiteX62" fmla="*/ 812959 w 3171825"/>
              <a:gd name="connsiteY62" fmla="*/ 532924 h 866775"/>
              <a:gd name="connsiteX63" fmla="*/ 904399 w 3171825"/>
              <a:gd name="connsiteY63" fmla="*/ 810101 h 866775"/>
              <a:gd name="connsiteX64" fmla="*/ 882491 w 3171825"/>
              <a:gd name="connsiteY64" fmla="*/ 577691 h 866775"/>
              <a:gd name="connsiteX65" fmla="*/ 969169 w 3171825"/>
              <a:gd name="connsiteY65" fmla="*/ 267176 h 866775"/>
              <a:gd name="connsiteX66" fmla="*/ 1015841 w 3171825"/>
              <a:gd name="connsiteY66" fmla="*/ 359569 h 866775"/>
              <a:gd name="connsiteX67" fmla="*/ 1007269 w 3171825"/>
              <a:gd name="connsiteY67" fmla="*/ 440531 h 866775"/>
              <a:gd name="connsiteX68" fmla="*/ 900589 w 3171825"/>
              <a:gd name="connsiteY68" fmla="*/ 545306 h 866775"/>
              <a:gd name="connsiteX69" fmla="*/ 941546 w 3171825"/>
              <a:gd name="connsiteY69" fmla="*/ 577691 h 866775"/>
              <a:gd name="connsiteX70" fmla="*/ 1072039 w 3171825"/>
              <a:gd name="connsiteY70" fmla="*/ 449104 h 866775"/>
              <a:gd name="connsiteX71" fmla="*/ 1150144 w 3171825"/>
              <a:gd name="connsiteY71" fmla="*/ 390049 h 866775"/>
              <a:gd name="connsiteX72" fmla="*/ 1149191 w 3171825"/>
              <a:gd name="connsiteY72" fmla="*/ 415766 h 866775"/>
              <a:gd name="connsiteX73" fmla="*/ 1244441 w 3171825"/>
              <a:gd name="connsiteY73" fmla="*/ 550069 h 866775"/>
              <a:gd name="connsiteX74" fmla="*/ 1349216 w 3171825"/>
              <a:gd name="connsiteY74" fmla="*/ 469106 h 866775"/>
              <a:gd name="connsiteX75" fmla="*/ 1352074 w 3171825"/>
              <a:gd name="connsiteY75" fmla="*/ 547211 h 866775"/>
              <a:gd name="connsiteX76" fmla="*/ 1155859 w 3171825"/>
              <a:gd name="connsiteY76" fmla="*/ 754856 h 866775"/>
              <a:gd name="connsiteX77" fmla="*/ 1259681 w 3171825"/>
              <a:gd name="connsiteY77" fmla="*/ 864394 h 866775"/>
              <a:gd name="connsiteX78" fmla="*/ 1419701 w 3171825"/>
              <a:gd name="connsiteY78" fmla="*/ 569119 h 866775"/>
              <a:gd name="connsiteX79" fmla="*/ 1529239 w 3171825"/>
              <a:gd name="connsiteY79" fmla="*/ 518636 h 866775"/>
              <a:gd name="connsiteX80" fmla="*/ 1640681 w 3171825"/>
              <a:gd name="connsiteY80" fmla="*/ 576739 h 866775"/>
              <a:gd name="connsiteX81" fmla="*/ 1813084 w 3171825"/>
              <a:gd name="connsiteY81" fmla="*/ 459581 h 866775"/>
              <a:gd name="connsiteX82" fmla="*/ 1868329 w 3171825"/>
              <a:gd name="connsiteY82" fmla="*/ 576739 h 866775"/>
              <a:gd name="connsiteX83" fmla="*/ 1980724 w 3171825"/>
              <a:gd name="connsiteY83" fmla="*/ 273844 h 866775"/>
              <a:gd name="connsiteX84" fmla="*/ 2074069 w 3171825"/>
              <a:gd name="connsiteY84" fmla="*/ 601504 h 866775"/>
              <a:gd name="connsiteX85" fmla="*/ 2198846 w 3171825"/>
              <a:gd name="connsiteY85" fmla="*/ 312896 h 866775"/>
              <a:gd name="connsiteX86" fmla="*/ 2307432 w 3171825"/>
              <a:gd name="connsiteY86" fmla="*/ 576739 h 866775"/>
              <a:gd name="connsiteX87" fmla="*/ 2412207 w 3171825"/>
              <a:gd name="connsiteY87" fmla="*/ 428149 h 866775"/>
              <a:gd name="connsiteX88" fmla="*/ 2521744 w 3171825"/>
              <a:gd name="connsiteY88" fmla="*/ 576739 h 866775"/>
              <a:gd name="connsiteX89" fmla="*/ 2618899 w 3171825"/>
              <a:gd name="connsiteY89" fmla="*/ 486251 h 866775"/>
              <a:gd name="connsiteX90" fmla="*/ 2670334 w 3171825"/>
              <a:gd name="connsiteY90" fmla="*/ 576739 h 866775"/>
              <a:gd name="connsiteX91" fmla="*/ 2803684 w 3171825"/>
              <a:gd name="connsiteY91" fmla="*/ 274796 h 866775"/>
              <a:gd name="connsiteX92" fmla="*/ 2947511 w 3171825"/>
              <a:gd name="connsiteY92" fmla="*/ 576739 h 866775"/>
              <a:gd name="connsiteX93" fmla="*/ 3040857 w 3171825"/>
              <a:gd name="connsiteY93" fmla="*/ 474821 h 866775"/>
              <a:gd name="connsiteX94" fmla="*/ 3121819 w 3171825"/>
              <a:gd name="connsiteY94" fmla="*/ 576739 h 866775"/>
              <a:gd name="connsiteX95" fmla="*/ 3169444 w 3171825"/>
              <a:gd name="connsiteY95" fmla="*/ 550069 h 866775"/>
              <a:gd name="connsiteX96" fmla="*/ 3092291 w 3171825"/>
              <a:gd name="connsiteY96" fmla="*/ 287179 h 866775"/>
              <a:gd name="connsiteX97" fmla="*/ 1267301 w 3171825"/>
              <a:gd name="connsiteY97" fmla="*/ 806291 h 866775"/>
              <a:gd name="connsiteX98" fmla="*/ 1226344 w 3171825"/>
              <a:gd name="connsiteY98" fmla="*/ 751999 h 866775"/>
              <a:gd name="connsiteX99" fmla="*/ 1353026 w 3171825"/>
              <a:gd name="connsiteY99" fmla="*/ 597694 h 866775"/>
              <a:gd name="connsiteX100" fmla="*/ 1267301 w 3171825"/>
              <a:gd name="connsiteY100" fmla="*/ 806291 h 866775"/>
              <a:gd name="connsiteX101" fmla="*/ 1614964 w 3171825"/>
              <a:gd name="connsiteY101" fmla="*/ 257651 h 866775"/>
              <a:gd name="connsiteX102" fmla="*/ 1653064 w 3171825"/>
              <a:gd name="connsiteY102" fmla="*/ 315754 h 866775"/>
              <a:gd name="connsiteX103" fmla="*/ 1569244 w 3171825"/>
              <a:gd name="connsiteY103" fmla="*/ 438626 h 866775"/>
              <a:gd name="connsiteX104" fmla="*/ 1614964 w 3171825"/>
              <a:gd name="connsiteY104" fmla="*/ 257651 h 866775"/>
            </a:gdLst>
            <a:ahLst/>
            <a:cxnLst/>
            <a:rect l="l" t="t" r="r" b="b"/>
            <a:pathLst>
              <a:path w="3171825" h="866775">
                <a:moveTo>
                  <a:pt x="3092291" y="287179"/>
                </a:moveTo>
                <a:cubicBezTo>
                  <a:pt x="3092291" y="241459"/>
                  <a:pt x="3089434" y="211931"/>
                  <a:pt x="3059907" y="211931"/>
                </a:cubicBezTo>
                <a:cubicBezTo>
                  <a:pt x="3046571" y="211931"/>
                  <a:pt x="3039904" y="214789"/>
                  <a:pt x="3027521" y="218599"/>
                </a:cubicBezTo>
                <a:cubicBezTo>
                  <a:pt x="3037999" y="371951"/>
                  <a:pt x="3003709" y="507206"/>
                  <a:pt x="2960846" y="507206"/>
                </a:cubicBezTo>
                <a:cubicBezTo>
                  <a:pt x="2905601" y="507206"/>
                  <a:pt x="2933224" y="178594"/>
                  <a:pt x="2816066" y="178594"/>
                </a:cubicBezTo>
                <a:cubicBezTo>
                  <a:pt x="2707482" y="178594"/>
                  <a:pt x="2692241" y="440531"/>
                  <a:pt x="2679859" y="440531"/>
                </a:cubicBezTo>
                <a:cubicBezTo>
                  <a:pt x="2671286" y="440531"/>
                  <a:pt x="2670334" y="371951"/>
                  <a:pt x="2670334" y="319564"/>
                </a:cubicBezTo>
                <a:cubicBezTo>
                  <a:pt x="2675096" y="294799"/>
                  <a:pt x="2677001" y="271939"/>
                  <a:pt x="2677001" y="254794"/>
                </a:cubicBezTo>
                <a:cubicBezTo>
                  <a:pt x="2677001" y="230029"/>
                  <a:pt x="2667476" y="188119"/>
                  <a:pt x="2611279" y="209074"/>
                </a:cubicBezTo>
                <a:cubicBezTo>
                  <a:pt x="2613184" y="396716"/>
                  <a:pt x="2576036" y="510064"/>
                  <a:pt x="2533174" y="510064"/>
                </a:cubicBezTo>
                <a:cubicBezTo>
                  <a:pt x="2471261" y="510064"/>
                  <a:pt x="2470309" y="340519"/>
                  <a:pt x="2470309" y="292894"/>
                </a:cubicBezTo>
                <a:cubicBezTo>
                  <a:pt x="2470309" y="247174"/>
                  <a:pt x="2473166" y="186214"/>
                  <a:pt x="2405539" y="208121"/>
                </a:cubicBezTo>
                <a:cubicBezTo>
                  <a:pt x="2395061" y="371951"/>
                  <a:pt x="2352199" y="494824"/>
                  <a:pt x="2325529" y="494824"/>
                </a:cubicBezTo>
                <a:cubicBezTo>
                  <a:pt x="2285524" y="494824"/>
                  <a:pt x="2293144" y="211931"/>
                  <a:pt x="2206466" y="211931"/>
                </a:cubicBezTo>
                <a:cubicBezTo>
                  <a:pt x="2128361" y="211931"/>
                  <a:pt x="2103596" y="479584"/>
                  <a:pt x="2087404" y="479584"/>
                </a:cubicBezTo>
                <a:cubicBezTo>
                  <a:pt x="2057876" y="479584"/>
                  <a:pt x="2096929" y="178594"/>
                  <a:pt x="1983581" y="178594"/>
                </a:cubicBezTo>
                <a:cubicBezTo>
                  <a:pt x="1924526" y="178594"/>
                  <a:pt x="1900714" y="279559"/>
                  <a:pt x="1877854" y="391954"/>
                </a:cubicBezTo>
                <a:cubicBezTo>
                  <a:pt x="1873091" y="413861"/>
                  <a:pt x="1868329" y="414814"/>
                  <a:pt x="1867376" y="390049"/>
                </a:cubicBezTo>
                <a:cubicBezTo>
                  <a:pt x="1866424" y="370046"/>
                  <a:pt x="1866424" y="347186"/>
                  <a:pt x="1866424" y="327184"/>
                </a:cubicBezTo>
                <a:cubicBezTo>
                  <a:pt x="1894999" y="213836"/>
                  <a:pt x="1859756" y="171926"/>
                  <a:pt x="1807369" y="202406"/>
                </a:cubicBezTo>
                <a:cubicBezTo>
                  <a:pt x="1824514" y="411004"/>
                  <a:pt x="1728311" y="512921"/>
                  <a:pt x="1654969" y="512921"/>
                </a:cubicBezTo>
                <a:cubicBezTo>
                  <a:pt x="1628299" y="512921"/>
                  <a:pt x="1607344" y="501491"/>
                  <a:pt x="1592104" y="483394"/>
                </a:cubicBezTo>
                <a:cubicBezTo>
                  <a:pt x="1680686" y="429101"/>
                  <a:pt x="1719739" y="367189"/>
                  <a:pt x="1719739" y="306229"/>
                </a:cubicBezTo>
                <a:cubicBezTo>
                  <a:pt x="1719739" y="240506"/>
                  <a:pt x="1681639" y="202406"/>
                  <a:pt x="1619726" y="202406"/>
                </a:cubicBezTo>
                <a:cubicBezTo>
                  <a:pt x="1532096" y="202406"/>
                  <a:pt x="1483519" y="292894"/>
                  <a:pt x="1483519" y="369094"/>
                </a:cubicBezTo>
                <a:cubicBezTo>
                  <a:pt x="1483519" y="410051"/>
                  <a:pt x="1491139" y="445294"/>
                  <a:pt x="1503521" y="473869"/>
                </a:cubicBezTo>
                <a:cubicBezTo>
                  <a:pt x="1473041" y="488156"/>
                  <a:pt x="1445419" y="500539"/>
                  <a:pt x="1418749" y="512921"/>
                </a:cubicBezTo>
                <a:cubicBezTo>
                  <a:pt x="1416844" y="433864"/>
                  <a:pt x="1407319" y="350996"/>
                  <a:pt x="1400651" y="274796"/>
                </a:cubicBezTo>
                <a:cubicBezTo>
                  <a:pt x="1353979" y="262414"/>
                  <a:pt x="1340644" y="284321"/>
                  <a:pt x="1336834" y="326231"/>
                </a:cubicBezTo>
                <a:cubicBezTo>
                  <a:pt x="1328261" y="420529"/>
                  <a:pt x="1293971" y="479584"/>
                  <a:pt x="1262539" y="479584"/>
                </a:cubicBezTo>
                <a:cubicBezTo>
                  <a:pt x="1239679" y="479584"/>
                  <a:pt x="1225391" y="451009"/>
                  <a:pt x="1223486" y="421481"/>
                </a:cubicBezTo>
                <a:cubicBezTo>
                  <a:pt x="1214914" y="270034"/>
                  <a:pt x="1337786" y="228124"/>
                  <a:pt x="1402556" y="250031"/>
                </a:cubicBezTo>
                <a:cubicBezTo>
                  <a:pt x="1415891" y="216694"/>
                  <a:pt x="1401604" y="192881"/>
                  <a:pt x="1343501" y="192881"/>
                </a:cubicBezTo>
                <a:cubicBezTo>
                  <a:pt x="1273016" y="192881"/>
                  <a:pt x="1220629" y="235744"/>
                  <a:pt x="1181576" y="290989"/>
                </a:cubicBezTo>
                <a:cubicBezTo>
                  <a:pt x="1155859" y="327184"/>
                  <a:pt x="1126331" y="353854"/>
                  <a:pt x="1086326" y="385286"/>
                </a:cubicBezTo>
                <a:cubicBezTo>
                  <a:pt x="1087279" y="375761"/>
                  <a:pt x="1088231" y="367189"/>
                  <a:pt x="1088231" y="358616"/>
                </a:cubicBezTo>
                <a:cubicBezTo>
                  <a:pt x="1088231" y="251936"/>
                  <a:pt x="1030129" y="204311"/>
                  <a:pt x="974884" y="204311"/>
                </a:cubicBezTo>
                <a:cubicBezTo>
                  <a:pt x="929164" y="204311"/>
                  <a:pt x="900589" y="231934"/>
                  <a:pt x="883444" y="273844"/>
                </a:cubicBezTo>
                <a:cubicBezTo>
                  <a:pt x="879634" y="231934"/>
                  <a:pt x="871061" y="213836"/>
                  <a:pt x="846296" y="213836"/>
                </a:cubicBezTo>
                <a:cubicBezTo>
                  <a:pt x="835819" y="213836"/>
                  <a:pt x="821531" y="216694"/>
                  <a:pt x="805339" y="224314"/>
                </a:cubicBezTo>
                <a:cubicBezTo>
                  <a:pt x="812959" y="248126"/>
                  <a:pt x="814864" y="300514"/>
                  <a:pt x="814864" y="334804"/>
                </a:cubicBezTo>
                <a:cubicBezTo>
                  <a:pt x="814864" y="463391"/>
                  <a:pt x="777716" y="520541"/>
                  <a:pt x="742474" y="520541"/>
                </a:cubicBezTo>
                <a:cubicBezTo>
                  <a:pt x="701516" y="520541"/>
                  <a:pt x="695801" y="368141"/>
                  <a:pt x="691991" y="309086"/>
                </a:cubicBezTo>
                <a:cubicBezTo>
                  <a:pt x="687229" y="307181"/>
                  <a:pt x="681514" y="305276"/>
                  <a:pt x="671989" y="305276"/>
                </a:cubicBezTo>
                <a:cubicBezTo>
                  <a:pt x="635794" y="305276"/>
                  <a:pt x="631031" y="354806"/>
                  <a:pt x="621506" y="399574"/>
                </a:cubicBezTo>
                <a:cubicBezTo>
                  <a:pt x="611029" y="450056"/>
                  <a:pt x="582454" y="512921"/>
                  <a:pt x="539591" y="512921"/>
                </a:cubicBezTo>
                <a:cubicBezTo>
                  <a:pt x="513874" y="512921"/>
                  <a:pt x="497681" y="488156"/>
                  <a:pt x="495776" y="443389"/>
                </a:cubicBezTo>
                <a:cubicBezTo>
                  <a:pt x="491966" y="352901"/>
                  <a:pt x="567214" y="245269"/>
                  <a:pt x="685324" y="278606"/>
                </a:cubicBezTo>
                <a:cubicBezTo>
                  <a:pt x="700564" y="242411"/>
                  <a:pt x="676751" y="214789"/>
                  <a:pt x="627221" y="214789"/>
                </a:cubicBezTo>
                <a:cubicBezTo>
                  <a:pt x="540544" y="214789"/>
                  <a:pt x="469106" y="279559"/>
                  <a:pt x="437674" y="355759"/>
                </a:cubicBezTo>
                <a:cubicBezTo>
                  <a:pt x="406241" y="426244"/>
                  <a:pt x="350996" y="529114"/>
                  <a:pt x="237649" y="529114"/>
                </a:cubicBezTo>
                <a:cubicBezTo>
                  <a:pt x="157639" y="529114"/>
                  <a:pt x="97631" y="459581"/>
                  <a:pt x="97631" y="313849"/>
                </a:cubicBezTo>
                <a:cubicBezTo>
                  <a:pt x="97631" y="188119"/>
                  <a:pt x="176689" y="69056"/>
                  <a:pt x="261461" y="69056"/>
                </a:cubicBezTo>
                <a:cubicBezTo>
                  <a:pt x="320516" y="69056"/>
                  <a:pt x="333851" y="127159"/>
                  <a:pt x="329089" y="181451"/>
                </a:cubicBezTo>
                <a:cubicBezTo>
                  <a:pt x="359569" y="206216"/>
                  <a:pt x="410051" y="183356"/>
                  <a:pt x="410051" y="121444"/>
                </a:cubicBezTo>
                <a:cubicBezTo>
                  <a:pt x="410051" y="79534"/>
                  <a:pt x="375761" y="7144"/>
                  <a:pt x="265271" y="7144"/>
                </a:cubicBezTo>
                <a:cubicBezTo>
                  <a:pt x="128111" y="7144"/>
                  <a:pt x="7144" y="144304"/>
                  <a:pt x="7144" y="324326"/>
                </a:cubicBezTo>
                <a:cubicBezTo>
                  <a:pt x="7144" y="498634"/>
                  <a:pt x="95726" y="601504"/>
                  <a:pt x="220504" y="601504"/>
                </a:cubicBezTo>
                <a:cubicBezTo>
                  <a:pt x="299561" y="601504"/>
                  <a:pt x="373856" y="556736"/>
                  <a:pt x="425291" y="472916"/>
                </a:cubicBezTo>
                <a:cubicBezTo>
                  <a:pt x="438626" y="545306"/>
                  <a:pt x="488156" y="576739"/>
                  <a:pt x="525304" y="576739"/>
                </a:cubicBezTo>
                <a:cubicBezTo>
                  <a:pt x="585311" y="576739"/>
                  <a:pt x="624364" y="537686"/>
                  <a:pt x="646271" y="485299"/>
                </a:cubicBezTo>
                <a:cubicBezTo>
                  <a:pt x="659606" y="537686"/>
                  <a:pt x="688181" y="576739"/>
                  <a:pt x="734854" y="576739"/>
                </a:cubicBezTo>
                <a:cubicBezTo>
                  <a:pt x="768191" y="576739"/>
                  <a:pt x="793909" y="559594"/>
                  <a:pt x="812959" y="532924"/>
                </a:cubicBezTo>
                <a:cubicBezTo>
                  <a:pt x="805339" y="716756"/>
                  <a:pt x="795814" y="832961"/>
                  <a:pt x="904399" y="810101"/>
                </a:cubicBezTo>
                <a:cubicBezTo>
                  <a:pt x="887254" y="757714"/>
                  <a:pt x="882491" y="663416"/>
                  <a:pt x="882491" y="577691"/>
                </a:cubicBezTo>
                <a:cubicBezTo>
                  <a:pt x="882491" y="344329"/>
                  <a:pt x="920591" y="267176"/>
                  <a:pt x="969169" y="267176"/>
                </a:cubicBezTo>
                <a:cubicBezTo>
                  <a:pt x="1004411" y="267176"/>
                  <a:pt x="1015841" y="311944"/>
                  <a:pt x="1015841" y="359569"/>
                </a:cubicBezTo>
                <a:cubicBezTo>
                  <a:pt x="1015841" y="385286"/>
                  <a:pt x="1012984" y="413861"/>
                  <a:pt x="1007269" y="440531"/>
                </a:cubicBezTo>
                <a:cubicBezTo>
                  <a:pt x="948214" y="477679"/>
                  <a:pt x="900589" y="507206"/>
                  <a:pt x="900589" y="545306"/>
                </a:cubicBezTo>
                <a:cubicBezTo>
                  <a:pt x="900589" y="574834"/>
                  <a:pt x="922496" y="577691"/>
                  <a:pt x="941546" y="577691"/>
                </a:cubicBezTo>
                <a:cubicBezTo>
                  <a:pt x="987266" y="577691"/>
                  <a:pt x="1041559" y="532924"/>
                  <a:pt x="1072039" y="449104"/>
                </a:cubicBezTo>
                <a:cubicBezTo>
                  <a:pt x="1098709" y="432911"/>
                  <a:pt x="1125379" y="414814"/>
                  <a:pt x="1150144" y="390049"/>
                </a:cubicBezTo>
                <a:cubicBezTo>
                  <a:pt x="1149191" y="398621"/>
                  <a:pt x="1149191" y="407194"/>
                  <a:pt x="1149191" y="415766"/>
                </a:cubicBezTo>
                <a:cubicBezTo>
                  <a:pt x="1149191" y="499586"/>
                  <a:pt x="1185386" y="550069"/>
                  <a:pt x="1244441" y="550069"/>
                </a:cubicBezTo>
                <a:cubicBezTo>
                  <a:pt x="1290161" y="550069"/>
                  <a:pt x="1324451" y="517684"/>
                  <a:pt x="1349216" y="469106"/>
                </a:cubicBezTo>
                <a:cubicBezTo>
                  <a:pt x="1351121" y="496729"/>
                  <a:pt x="1352074" y="523399"/>
                  <a:pt x="1352074" y="547211"/>
                </a:cubicBezTo>
                <a:cubicBezTo>
                  <a:pt x="1258729" y="590074"/>
                  <a:pt x="1155859" y="633889"/>
                  <a:pt x="1155859" y="754856"/>
                </a:cubicBezTo>
                <a:cubicBezTo>
                  <a:pt x="1155859" y="817721"/>
                  <a:pt x="1201579" y="864394"/>
                  <a:pt x="1259681" y="864394"/>
                </a:cubicBezTo>
                <a:cubicBezTo>
                  <a:pt x="1389221" y="864394"/>
                  <a:pt x="1418749" y="728186"/>
                  <a:pt x="1419701" y="569119"/>
                </a:cubicBezTo>
                <a:cubicBezTo>
                  <a:pt x="1461611" y="551021"/>
                  <a:pt x="1493044" y="536734"/>
                  <a:pt x="1529239" y="518636"/>
                </a:cubicBezTo>
                <a:cubicBezTo>
                  <a:pt x="1560671" y="557689"/>
                  <a:pt x="1602581" y="576739"/>
                  <a:pt x="1640681" y="576739"/>
                </a:cubicBezTo>
                <a:cubicBezTo>
                  <a:pt x="1714024" y="576739"/>
                  <a:pt x="1768316" y="537686"/>
                  <a:pt x="1813084" y="459581"/>
                </a:cubicBezTo>
                <a:cubicBezTo>
                  <a:pt x="1820704" y="519589"/>
                  <a:pt x="1835944" y="576739"/>
                  <a:pt x="1868329" y="576739"/>
                </a:cubicBezTo>
                <a:cubicBezTo>
                  <a:pt x="1926431" y="576739"/>
                  <a:pt x="1937861" y="273844"/>
                  <a:pt x="1980724" y="273844"/>
                </a:cubicBezTo>
                <a:cubicBezTo>
                  <a:pt x="2014061" y="273844"/>
                  <a:pt x="1986439" y="601504"/>
                  <a:pt x="2074069" y="601504"/>
                </a:cubicBezTo>
                <a:cubicBezTo>
                  <a:pt x="2148364" y="601504"/>
                  <a:pt x="2162651" y="312896"/>
                  <a:pt x="2198846" y="312896"/>
                </a:cubicBezTo>
                <a:cubicBezTo>
                  <a:pt x="2224564" y="312896"/>
                  <a:pt x="2226469" y="576739"/>
                  <a:pt x="2307432" y="576739"/>
                </a:cubicBezTo>
                <a:cubicBezTo>
                  <a:pt x="2347436" y="576739"/>
                  <a:pt x="2390299" y="529114"/>
                  <a:pt x="2412207" y="428149"/>
                </a:cubicBezTo>
                <a:cubicBezTo>
                  <a:pt x="2422684" y="494824"/>
                  <a:pt x="2456021" y="576739"/>
                  <a:pt x="2521744" y="576739"/>
                </a:cubicBezTo>
                <a:cubicBezTo>
                  <a:pt x="2559844" y="576739"/>
                  <a:pt x="2593182" y="537686"/>
                  <a:pt x="2618899" y="486251"/>
                </a:cubicBezTo>
                <a:cubicBezTo>
                  <a:pt x="2625566" y="539591"/>
                  <a:pt x="2640807" y="576739"/>
                  <a:pt x="2670334" y="576739"/>
                </a:cubicBezTo>
                <a:cubicBezTo>
                  <a:pt x="2746534" y="576739"/>
                  <a:pt x="2743676" y="274796"/>
                  <a:pt x="2803684" y="274796"/>
                </a:cubicBezTo>
                <a:cubicBezTo>
                  <a:pt x="2850357" y="274796"/>
                  <a:pt x="2836069" y="576739"/>
                  <a:pt x="2947511" y="576739"/>
                </a:cubicBezTo>
                <a:cubicBezTo>
                  <a:pt x="3000851" y="576739"/>
                  <a:pt x="3025616" y="531971"/>
                  <a:pt x="3040857" y="474821"/>
                </a:cubicBezTo>
                <a:cubicBezTo>
                  <a:pt x="3061811" y="558641"/>
                  <a:pt x="3094196" y="576739"/>
                  <a:pt x="3121819" y="576739"/>
                </a:cubicBezTo>
                <a:cubicBezTo>
                  <a:pt x="3138964" y="576739"/>
                  <a:pt x="3152299" y="571024"/>
                  <a:pt x="3169444" y="550069"/>
                </a:cubicBezTo>
                <a:cubicBezTo>
                  <a:pt x="3085624" y="511969"/>
                  <a:pt x="3092291" y="375761"/>
                  <a:pt x="3092291" y="287179"/>
                </a:cubicBezTo>
                <a:close/>
                <a:moveTo>
                  <a:pt x="1267301" y="806291"/>
                </a:moveTo>
                <a:cubicBezTo>
                  <a:pt x="1240631" y="806291"/>
                  <a:pt x="1226344" y="780574"/>
                  <a:pt x="1226344" y="751999"/>
                </a:cubicBezTo>
                <a:cubicBezTo>
                  <a:pt x="1226344" y="674846"/>
                  <a:pt x="1283494" y="632936"/>
                  <a:pt x="1353026" y="597694"/>
                </a:cubicBezTo>
                <a:cubicBezTo>
                  <a:pt x="1349216" y="768191"/>
                  <a:pt x="1310164" y="806291"/>
                  <a:pt x="1267301" y="806291"/>
                </a:cubicBezTo>
                <a:close/>
                <a:moveTo>
                  <a:pt x="1614964" y="257651"/>
                </a:moveTo>
                <a:cubicBezTo>
                  <a:pt x="1640681" y="257651"/>
                  <a:pt x="1655921" y="281464"/>
                  <a:pt x="1653064" y="315754"/>
                </a:cubicBezTo>
                <a:cubicBezTo>
                  <a:pt x="1650206" y="355759"/>
                  <a:pt x="1620679" y="402431"/>
                  <a:pt x="1569244" y="438626"/>
                </a:cubicBezTo>
                <a:cubicBezTo>
                  <a:pt x="1543526" y="362426"/>
                  <a:pt x="1563529" y="257651"/>
                  <a:pt x="1614964" y="257651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A8C76A2C-1551-D00B-5D24-ECE94A0DB12C}"/>
              </a:ext>
            </a:extLst>
          </p:cNvPr>
          <p:cNvSpPr>
            <a:spLocks noGrp="1"/>
          </p:cNvSpPr>
          <p:nvPr/>
        </p:nvSpPr>
        <p:spPr>
          <a:xfrm>
            <a:off x="1588847" y="6047291"/>
            <a:ext cx="45647" cy="50212"/>
          </a:xfrm>
          <a:custGeom>
            <a:avLst/>
            <a:gdLst>
              <a:gd name="connsiteX0" fmla="*/ 51942 w 95250"/>
              <a:gd name="connsiteY0" fmla="*/ 99569 h 104775"/>
              <a:gd name="connsiteX1" fmla="*/ 93853 w 95250"/>
              <a:gd name="connsiteY1" fmla="*/ 51944 h 104775"/>
              <a:gd name="connsiteX2" fmla="*/ 51942 w 95250"/>
              <a:gd name="connsiteY2" fmla="*/ 7176 h 104775"/>
              <a:gd name="connsiteX3" fmla="*/ 7175 w 95250"/>
              <a:gd name="connsiteY3" fmla="*/ 54801 h 104775"/>
              <a:gd name="connsiteX4" fmla="*/ 51942 w 95250"/>
              <a:gd name="connsiteY4" fmla="*/ 99569 h 104775"/>
            </a:gdLst>
            <a:ahLst/>
            <a:cxnLst/>
            <a:rect l="l" t="t" r="r" b="b"/>
            <a:pathLst>
              <a:path w="95250" h="104775">
                <a:moveTo>
                  <a:pt x="51942" y="99569"/>
                </a:moveTo>
                <a:cubicBezTo>
                  <a:pt x="76707" y="98616"/>
                  <a:pt x="93853" y="77661"/>
                  <a:pt x="93853" y="51944"/>
                </a:cubicBezTo>
                <a:cubicBezTo>
                  <a:pt x="93853" y="26226"/>
                  <a:pt x="76707" y="6224"/>
                  <a:pt x="51942" y="7176"/>
                </a:cubicBezTo>
                <a:cubicBezTo>
                  <a:pt x="27178" y="8129"/>
                  <a:pt x="7175" y="29084"/>
                  <a:pt x="7175" y="54801"/>
                </a:cubicBezTo>
                <a:cubicBezTo>
                  <a:pt x="6222" y="80519"/>
                  <a:pt x="27178" y="100521"/>
                  <a:pt x="51942" y="99569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F5EB07D2-E52D-E392-D3C8-37455096D778}"/>
              </a:ext>
            </a:extLst>
          </p:cNvPr>
          <p:cNvSpPr>
            <a:spLocks noGrp="1"/>
          </p:cNvSpPr>
          <p:nvPr/>
        </p:nvSpPr>
        <p:spPr>
          <a:xfrm>
            <a:off x="1886483" y="6055963"/>
            <a:ext cx="45647" cy="45647"/>
          </a:xfrm>
          <a:custGeom>
            <a:avLst/>
            <a:gdLst>
              <a:gd name="connsiteX0" fmla="*/ 48101 w 95250"/>
              <a:gd name="connsiteY0" fmla="*/ 94808 h 95250"/>
              <a:gd name="connsiteX1" fmla="*/ 89059 w 95250"/>
              <a:gd name="connsiteY1" fmla="*/ 49088 h 95250"/>
              <a:gd name="connsiteX2" fmla="*/ 48101 w 95250"/>
              <a:gd name="connsiteY2" fmla="*/ 7178 h 95250"/>
              <a:gd name="connsiteX3" fmla="*/ 7144 w 95250"/>
              <a:gd name="connsiteY3" fmla="*/ 52898 h 95250"/>
              <a:gd name="connsiteX4" fmla="*/ 48101 w 95250"/>
              <a:gd name="connsiteY4" fmla="*/ 94808 h 95250"/>
            </a:gdLst>
            <a:ahLst/>
            <a:cxnLst/>
            <a:rect l="l" t="t" r="r" b="b"/>
            <a:pathLst>
              <a:path w="95250" h="95250">
                <a:moveTo>
                  <a:pt x="48101" y="94808"/>
                </a:moveTo>
                <a:cubicBezTo>
                  <a:pt x="70961" y="93856"/>
                  <a:pt x="89059" y="73853"/>
                  <a:pt x="89059" y="49088"/>
                </a:cubicBezTo>
                <a:cubicBezTo>
                  <a:pt x="89059" y="25275"/>
                  <a:pt x="70961" y="6225"/>
                  <a:pt x="48101" y="7178"/>
                </a:cubicBezTo>
                <a:cubicBezTo>
                  <a:pt x="25241" y="8131"/>
                  <a:pt x="7144" y="28133"/>
                  <a:pt x="7144" y="52898"/>
                </a:cubicBezTo>
                <a:cubicBezTo>
                  <a:pt x="8096" y="76711"/>
                  <a:pt x="26194" y="95761"/>
                  <a:pt x="48101" y="94808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4" name="Freeform: Shape 7">
            <a:extLst>
              <a:ext uri="{FF2B5EF4-FFF2-40B4-BE49-F238E27FC236}">
                <a16:creationId xmlns:a16="http://schemas.microsoft.com/office/drawing/2014/main" id="{04CC7865-5F12-6284-B1F5-C81724EA1048}"/>
              </a:ext>
            </a:extLst>
          </p:cNvPr>
          <p:cNvSpPr>
            <a:spLocks noGrp="1"/>
          </p:cNvSpPr>
          <p:nvPr/>
        </p:nvSpPr>
        <p:spPr>
          <a:xfrm>
            <a:off x="1981885" y="6021288"/>
            <a:ext cx="324096" cy="278450"/>
          </a:xfrm>
          <a:custGeom>
            <a:avLst/>
            <a:gdLst>
              <a:gd name="connsiteX0" fmla="*/ 553879 w 676275"/>
              <a:gd name="connsiteY0" fmla="*/ 254794 h 581025"/>
              <a:gd name="connsiteX1" fmla="*/ 451009 w 676275"/>
              <a:gd name="connsiteY1" fmla="*/ 342424 h 581025"/>
              <a:gd name="connsiteX2" fmla="*/ 375761 w 676275"/>
              <a:gd name="connsiteY2" fmla="*/ 469106 h 581025"/>
              <a:gd name="connsiteX3" fmla="*/ 273844 w 676275"/>
              <a:gd name="connsiteY3" fmla="*/ 561499 h 581025"/>
              <a:gd name="connsiteX4" fmla="*/ 132874 w 676275"/>
              <a:gd name="connsiteY4" fmla="*/ 569119 h 581025"/>
              <a:gd name="connsiteX5" fmla="*/ 7144 w 676275"/>
              <a:gd name="connsiteY5" fmla="*/ 383381 h 581025"/>
              <a:gd name="connsiteX6" fmla="*/ 371951 w 676275"/>
              <a:gd name="connsiteY6" fmla="*/ 7144 h 581025"/>
              <a:gd name="connsiteX7" fmla="*/ 371951 w 676275"/>
              <a:gd name="connsiteY7" fmla="*/ 7144 h 581025"/>
              <a:gd name="connsiteX8" fmla="*/ 371951 w 676275"/>
              <a:gd name="connsiteY8" fmla="*/ 7144 h 581025"/>
              <a:gd name="connsiteX9" fmla="*/ 388144 w 676275"/>
              <a:gd name="connsiteY9" fmla="*/ 13811 h 581025"/>
              <a:gd name="connsiteX10" fmla="*/ 571024 w 676275"/>
              <a:gd name="connsiteY10" fmla="*/ 127159 h 581025"/>
              <a:gd name="connsiteX11" fmla="*/ 675799 w 676275"/>
              <a:gd name="connsiteY11" fmla="*/ 287179 h 581025"/>
              <a:gd name="connsiteX12" fmla="*/ 553879 w 676275"/>
              <a:gd name="connsiteY12" fmla="*/ 254794 h 581025"/>
            </a:gdLst>
            <a:ahLst/>
            <a:cxnLst/>
            <a:rect l="l" t="t" r="r" b="b"/>
            <a:pathLst>
              <a:path w="676275" h="581025">
                <a:moveTo>
                  <a:pt x="553879" y="254794"/>
                </a:moveTo>
                <a:cubicBezTo>
                  <a:pt x="507206" y="265271"/>
                  <a:pt x="475774" y="304324"/>
                  <a:pt x="451009" y="342424"/>
                </a:cubicBezTo>
                <a:cubicBezTo>
                  <a:pt x="424339" y="383381"/>
                  <a:pt x="403384" y="428149"/>
                  <a:pt x="375761" y="469106"/>
                </a:cubicBezTo>
                <a:cubicBezTo>
                  <a:pt x="349091" y="507206"/>
                  <a:pt x="316706" y="542449"/>
                  <a:pt x="273844" y="561499"/>
                </a:cubicBezTo>
                <a:cubicBezTo>
                  <a:pt x="229076" y="581501"/>
                  <a:pt x="179546" y="584359"/>
                  <a:pt x="132874" y="569119"/>
                </a:cubicBezTo>
                <a:cubicBezTo>
                  <a:pt x="58579" y="538639"/>
                  <a:pt x="7144" y="464344"/>
                  <a:pt x="7144" y="383381"/>
                </a:cubicBezTo>
                <a:cubicBezTo>
                  <a:pt x="7144" y="177641"/>
                  <a:pt x="290036" y="105251"/>
                  <a:pt x="371951" y="7144"/>
                </a:cubicBezTo>
                <a:cubicBezTo>
                  <a:pt x="371951" y="7144"/>
                  <a:pt x="371951" y="7144"/>
                  <a:pt x="371951" y="7144"/>
                </a:cubicBezTo>
                <a:lnTo>
                  <a:pt x="371951" y="7144"/>
                </a:lnTo>
                <a:cubicBezTo>
                  <a:pt x="377666" y="9049"/>
                  <a:pt x="382429" y="11906"/>
                  <a:pt x="388144" y="13811"/>
                </a:cubicBezTo>
                <a:cubicBezTo>
                  <a:pt x="454819" y="41434"/>
                  <a:pt x="517684" y="78581"/>
                  <a:pt x="571024" y="127159"/>
                </a:cubicBezTo>
                <a:cubicBezTo>
                  <a:pt x="620554" y="172879"/>
                  <a:pt x="657701" y="226219"/>
                  <a:pt x="675799" y="287179"/>
                </a:cubicBezTo>
                <a:cubicBezTo>
                  <a:pt x="646271" y="255746"/>
                  <a:pt x="595789" y="244316"/>
                  <a:pt x="553879" y="254794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5" name="Freeform: Shape 8">
            <a:extLst>
              <a:ext uri="{FF2B5EF4-FFF2-40B4-BE49-F238E27FC236}">
                <a16:creationId xmlns:a16="http://schemas.microsoft.com/office/drawing/2014/main" id="{F2F7B79C-F81D-D4E8-CCCC-1A80B79E58F5}"/>
              </a:ext>
            </a:extLst>
          </p:cNvPr>
          <p:cNvSpPr>
            <a:spLocks noGrp="1"/>
          </p:cNvSpPr>
          <p:nvPr/>
        </p:nvSpPr>
        <p:spPr>
          <a:xfrm>
            <a:off x="2096461" y="6150398"/>
            <a:ext cx="219107" cy="178025"/>
          </a:xfrm>
          <a:custGeom>
            <a:avLst/>
            <a:gdLst>
              <a:gd name="connsiteX0" fmla="*/ 443389 w 457200"/>
              <a:gd name="connsiteY0" fmla="*/ 151121 h 371475"/>
              <a:gd name="connsiteX1" fmla="*/ 340519 w 457200"/>
              <a:gd name="connsiteY1" fmla="*/ 250181 h 371475"/>
              <a:gd name="connsiteX2" fmla="*/ 193834 w 457200"/>
              <a:gd name="connsiteY2" fmla="*/ 204461 h 371475"/>
              <a:gd name="connsiteX3" fmla="*/ 299561 w 457200"/>
              <a:gd name="connsiteY3" fmla="*/ 298759 h 371475"/>
              <a:gd name="connsiteX4" fmla="*/ 161449 w 457200"/>
              <a:gd name="connsiteY4" fmla="*/ 360671 h 371475"/>
              <a:gd name="connsiteX5" fmla="*/ 79534 w 457200"/>
              <a:gd name="connsiteY5" fmla="*/ 367339 h 371475"/>
              <a:gd name="connsiteX6" fmla="*/ 7144 w 457200"/>
              <a:gd name="connsiteY6" fmla="*/ 348289 h 371475"/>
              <a:gd name="connsiteX7" fmla="*/ 120491 w 457200"/>
              <a:gd name="connsiteY7" fmla="*/ 276851 h 371475"/>
              <a:gd name="connsiteX8" fmla="*/ 188119 w 457200"/>
              <a:gd name="connsiteY8" fmla="*/ 175886 h 371475"/>
              <a:gd name="connsiteX9" fmla="*/ 250031 w 457200"/>
              <a:gd name="connsiteY9" fmla="*/ 64444 h 371475"/>
              <a:gd name="connsiteX10" fmla="*/ 339566 w 457200"/>
              <a:gd name="connsiteY10" fmla="*/ 7294 h 371475"/>
              <a:gd name="connsiteX11" fmla="*/ 438626 w 457200"/>
              <a:gd name="connsiteY11" fmla="*/ 58729 h 371475"/>
              <a:gd name="connsiteX12" fmla="*/ 443389 w 457200"/>
              <a:gd name="connsiteY12" fmla="*/ 151121 h 371475"/>
            </a:gdLst>
            <a:ahLst/>
            <a:cxnLst/>
            <a:rect l="l" t="t" r="r" b="b"/>
            <a:pathLst>
              <a:path w="457200" h="371475">
                <a:moveTo>
                  <a:pt x="443389" y="151121"/>
                </a:moveTo>
                <a:cubicBezTo>
                  <a:pt x="428149" y="198746"/>
                  <a:pt x="389096" y="236846"/>
                  <a:pt x="340519" y="250181"/>
                </a:cubicBezTo>
                <a:cubicBezTo>
                  <a:pt x="285274" y="265421"/>
                  <a:pt x="230029" y="249229"/>
                  <a:pt x="193834" y="204461"/>
                </a:cubicBezTo>
                <a:cubicBezTo>
                  <a:pt x="197644" y="261611"/>
                  <a:pt x="243364" y="299711"/>
                  <a:pt x="299561" y="298759"/>
                </a:cubicBezTo>
                <a:cubicBezTo>
                  <a:pt x="263366" y="334954"/>
                  <a:pt x="210026" y="352099"/>
                  <a:pt x="161449" y="360671"/>
                </a:cubicBezTo>
                <a:cubicBezTo>
                  <a:pt x="134779" y="365434"/>
                  <a:pt x="107156" y="368291"/>
                  <a:pt x="79534" y="367339"/>
                </a:cubicBezTo>
                <a:cubicBezTo>
                  <a:pt x="55721" y="366386"/>
                  <a:pt x="27146" y="363529"/>
                  <a:pt x="7144" y="348289"/>
                </a:cubicBezTo>
                <a:cubicBezTo>
                  <a:pt x="50959" y="334954"/>
                  <a:pt x="90011" y="310189"/>
                  <a:pt x="120491" y="276851"/>
                </a:cubicBezTo>
                <a:cubicBezTo>
                  <a:pt x="148114" y="246371"/>
                  <a:pt x="169069" y="211129"/>
                  <a:pt x="188119" y="175886"/>
                </a:cubicBezTo>
                <a:cubicBezTo>
                  <a:pt x="208121" y="138739"/>
                  <a:pt x="225266" y="98734"/>
                  <a:pt x="250031" y="64444"/>
                </a:cubicBezTo>
                <a:cubicBezTo>
                  <a:pt x="271939" y="33964"/>
                  <a:pt x="300514" y="9199"/>
                  <a:pt x="339566" y="7294"/>
                </a:cubicBezTo>
                <a:cubicBezTo>
                  <a:pt x="379571" y="5389"/>
                  <a:pt x="419576" y="21581"/>
                  <a:pt x="438626" y="58729"/>
                </a:cubicBezTo>
                <a:cubicBezTo>
                  <a:pt x="453866" y="88256"/>
                  <a:pt x="452914" y="120641"/>
                  <a:pt x="443389" y="151121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c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/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t>Insert Picture and send to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anchor="t">
            <a:spAutoFit/>
          </a:bodyPr>
          <a:lstStyle>
            <a:lvl1pPr>
              <a:buNone/>
              <a:defRPr sz="1400">
                <a:solidFill>
                  <a:schemeClr val="bg1"/>
                </a:solidFill>
                <a:latin typeface="Ubuntu Light"/>
                <a:ea typeface="Ubuntu Light"/>
                <a:cs typeface="Ubuntu Light"/>
              </a:defRPr>
            </a:lvl1pPr>
          </a:lstStyle>
          <a:p>
            <a:pPr lvl="0">
              <a:buNone/>
            </a:pPr>
            <a:r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/>
                <a:ea typeface="Ubuntu Light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>
            <a:noAutofit/>
          </a:bodyPr>
          <a:lstStyle>
            <a:lvl1pPr algn="l">
              <a:lnSpc>
                <a:spcPct val="90000"/>
              </a:lnSpc>
              <a:buNone/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9" name="Freeform: Shape 4">
            <a:extLst>
              <a:ext uri="{FF2B5EF4-FFF2-40B4-BE49-F238E27FC236}">
                <a16:creationId xmlns:a16="http://schemas.microsoft.com/office/drawing/2014/main" id="{B1ED800D-0360-E693-191D-220DFE10BEC2}"/>
              </a:ext>
            </a:extLst>
          </p:cNvPr>
          <p:cNvSpPr>
            <a:spLocks noGrp="1"/>
          </p:cNvSpPr>
          <p:nvPr/>
        </p:nvSpPr>
        <p:spPr>
          <a:xfrm>
            <a:off x="1343473" y="6026765"/>
            <a:ext cx="1520058" cy="415392"/>
          </a:xfrm>
          <a:custGeom>
            <a:avLst/>
            <a:gdLst>
              <a:gd name="connsiteX0" fmla="*/ 3092291 w 3171825"/>
              <a:gd name="connsiteY0" fmla="*/ 287179 h 866775"/>
              <a:gd name="connsiteX1" fmla="*/ 3059907 w 3171825"/>
              <a:gd name="connsiteY1" fmla="*/ 211931 h 866775"/>
              <a:gd name="connsiteX2" fmla="*/ 3027521 w 3171825"/>
              <a:gd name="connsiteY2" fmla="*/ 218599 h 866775"/>
              <a:gd name="connsiteX3" fmla="*/ 2960846 w 3171825"/>
              <a:gd name="connsiteY3" fmla="*/ 507206 h 866775"/>
              <a:gd name="connsiteX4" fmla="*/ 2816066 w 3171825"/>
              <a:gd name="connsiteY4" fmla="*/ 178594 h 866775"/>
              <a:gd name="connsiteX5" fmla="*/ 2679859 w 3171825"/>
              <a:gd name="connsiteY5" fmla="*/ 440531 h 866775"/>
              <a:gd name="connsiteX6" fmla="*/ 2670334 w 3171825"/>
              <a:gd name="connsiteY6" fmla="*/ 319564 h 866775"/>
              <a:gd name="connsiteX7" fmla="*/ 2677001 w 3171825"/>
              <a:gd name="connsiteY7" fmla="*/ 254794 h 866775"/>
              <a:gd name="connsiteX8" fmla="*/ 2611279 w 3171825"/>
              <a:gd name="connsiteY8" fmla="*/ 209074 h 866775"/>
              <a:gd name="connsiteX9" fmla="*/ 2533174 w 3171825"/>
              <a:gd name="connsiteY9" fmla="*/ 510064 h 866775"/>
              <a:gd name="connsiteX10" fmla="*/ 2470309 w 3171825"/>
              <a:gd name="connsiteY10" fmla="*/ 292894 h 866775"/>
              <a:gd name="connsiteX11" fmla="*/ 2405539 w 3171825"/>
              <a:gd name="connsiteY11" fmla="*/ 208121 h 866775"/>
              <a:gd name="connsiteX12" fmla="*/ 2325529 w 3171825"/>
              <a:gd name="connsiteY12" fmla="*/ 494824 h 866775"/>
              <a:gd name="connsiteX13" fmla="*/ 2206466 w 3171825"/>
              <a:gd name="connsiteY13" fmla="*/ 211931 h 866775"/>
              <a:gd name="connsiteX14" fmla="*/ 2087404 w 3171825"/>
              <a:gd name="connsiteY14" fmla="*/ 479584 h 866775"/>
              <a:gd name="connsiteX15" fmla="*/ 1983581 w 3171825"/>
              <a:gd name="connsiteY15" fmla="*/ 178594 h 866775"/>
              <a:gd name="connsiteX16" fmla="*/ 1877854 w 3171825"/>
              <a:gd name="connsiteY16" fmla="*/ 391954 h 866775"/>
              <a:gd name="connsiteX17" fmla="*/ 1867376 w 3171825"/>
              <a:gd name="connsiteY17" fmla="*/ 390049 h 866775"/>
              <a:gd name="connsiteX18" fmla="*/ 1866424 w 3171825"/>
              <a:gd name="connsiteY18" fmla="*/ 327184 h 866775"/>
              <a:gd name="connsiteX19" fmla="*/ 1807369 w 3171825"/>
              <a:gd name="connsiteY19" fmla="*/ 202406 h 866775"/>
              <a:gd name="connsiteX20" fmla="*/ 1654969 w 3171825"/>
              <a:gd name="connsiteY20" fmla="*/ 512921 h 866775"/>
              <a:gd name="connsiteX21" fmla="*/ 1592104 w 3171825"/>
              <a:gd name="connsiteY21" fmla="*/ 483394 h 866775"/>
              <a:gd name="connsiteX22" fmla="*/ 1719739 w 3171825"/>
              <a:gd name="connsiteY22" fmla="*/ 306229 h 866775"/>
              <a:gd name="connsiteX23" fmla="*/ 1619726 w 3171825"/>
              <a:gd name="connsiteY23" fmla="*/ 202406 h 866775"/>
              <a:gd name="connsiteX24" fmla="*/ 1483519 w 3171825"/>
              <a:gd name="connsiteY24" fmla="*/ 369094 h 866775"/>
              <a:gd name="connsiteX25" fmla="*/ 1503521 w 3171825"/>
              <a:gd name="connsiteY25" fmla="*/ 473869 h 866775"/>
              <a:gd name="connsiteX26" fmla="*/ 1418749 w 3171825"/>
              <a:gd name="connsiteY26" fmla="*/ 512921 h 866775"/>
              <a:gd name="connsiteX27" fmla="*/ 1400651 w 3171825"/>
              <a:gd name="connsiteY27" fmla="*/ 274796 h 866775"/>
              <a:gd name="connsiteX28" fmla="*/ 1336834 w 3171825"/>
              <a:gd name="connsiteY28" fmla="*/ 326231 h 866775"/>
              <a:gd name="connsiteX29" fmla="*/ 1262539 w 3171825"/>
              <a:gd name="connsiteY29" fmla="*/ 479584 h 866775"/>
              <a:gd name="connsiteX30" fmla="*/ 1223486 w 3171825"/>
              <a:gd name="connsiteY30" fmla="*/ 421481 h 866775"/>
              <a:gd name="connsiteX31" fmla="*/ 1402556 w 3171825"/>
              <a:gd name="connsiteY31" fmla="*/ 250031 h 866775"/>
              <a:gd name="connsiteX32" fmla="*/ 1343501 w 3171825"/>
              <a:gd name="connsiteY32" fmla="*/ 192881 h 866775"/>
              <a:gd name="connsiteX33" fmla="*/ 1181576 w 3171825"/>
              <a:gd name="connsiteY33" fmla="*/ 290989 h 866775"/>
              <a:gd name="connsiteX34" fmla="*/ 1086326 w 3171825"/>
              <a:gd name="connsiteY34" fmla="*/ 385286 h 866775"/>
              <a:gd name="connsiteX35" fmla="*/ 1088231 w 3171825"/>
              <a:gd name="connsiteY35" fmla="*/ 358616 h 866775"/>
              <a:gd name="connsiteX36" fmla="*/ 974884 w 3171825"/>
              <a:gd name="connsiteY36" fmla="*/ 204311 h 866775"/>
              <a:gd name="connsiteX37" fmla="*/ 883444 w 3171825"/>
              <a:gd name="connsiteY37" fmla="*/ 273844 h 866775"/>
              <a:gd name="connsiteX38" fmla="*/ 846296 w 3171825"/>
              <a:gd name="connsiteY38" fmla="*/ 213836 h 866775"/>
              <a:gd name="connsiteX39" fmla="*/ 805339 w 3171825"/>
              <a:gd name="connsiteY39" fmla="*/ 224314 h 866775"/>
              <a:gd name="connsiteX40" fmla="*/ 814864 w 3171825"/>
              <a:gd name="connsiteY40" fmla="*/ 334804 h 866775"/>
              <a:gd name="connsiteX41" fmla="*/ 742474 w 3171825"/>
              <a:gd name="connsiteY41" fmla="*/ 520541 h 866775"/>
              <a:gd name="connsiteX42" fmla="*/ 691991 w 3171825"/>
              <a:gd name="connsiteY42" fmla="*/ 309086 h 866775"/>
              <a:gd name="connsiteX43" fmla="*/ 671989 w 3171825"/>
              <a:gd name="connsiteY43" fmla="*/ 305276 h 866775"/>
              <a:gd name="connsiteX44" fmla="*/ 621506 w 3171825"/>
              <a:gd name="connsiteY44" fmla="*/ 399574 h 866775"/>
              <a:gd name="connsiteX45" fmla="*/ 539591 w 3171825"/>
              <a:gd name="connsiteY45" fmla="*/ 512921 h 866775"/>
              <a:gd name="connsiteX46" fmla="*/ 495776 w 3171825"/>
              <a:gd name="connsiteY46" fmla="*/ 443389 h 866775"/>
              <a:gd name="connsiteX47" fmla="*/ 685324 w 3171825"/>
              <a:gd name="connsiteY47" fmla="*/ 278606 h 866775"/>
              <a:gd name="connsiteX48" fmla="*/ 627221 w 3171825"/>
              <a:gd name="connsiteY48" fmla="*/ 214789 h 866775"/>
              <a:gd name="connsiteX49" fmla="*/ 437674 w 3171825"/>
              <a:gd name="connsiteY49" fmla="*/ 355759 h 866775"/>
              <a:gd name="connsiteX50" fmla="*/ 237649 w 3171825"/>
              <a:gd name="connsiteY50" fmla="*/ 529114 h 866775"/>
              <a:gd name="connsiteX51" fmla="*/ 97631 w 3171825"/>
              <a:gd name="connsiteY51" fmla="*/ 313849 h 866775"/>
              <a:gd name="connsiteX52" fmla="*/ 261461 w 3171825"/>
              <a:gd name="connsiteY52" fmla="*/ 69056 h 866775"/>
              <a:gd name="connsiteX53" fmla="*/ 329089 w 3171825"/>
              <a:gd name="connsiteY53" fmla="*/ 181451 h 866775"/>
              <a:gd name="connsiteX54" fmla="*/ 410051 w 3171825"/>
              <a:gd name="connsiteY54" fmla="*/ 121444 h 866775"/>
              <a:gd name="connsiteX55" fmla="*/ 265271 w 3171825"/>
              <a:gd name="connsiteY55" fmla="*/ 7144 h 866775"/>
              <a:gd name="connsiteX56" fmla="*/ 7144 w 3171825"/>
              <a:gd name="connsiteY56" fmla="*/ 324326 h 866775"/>
              <a:gd name="connsiteX57" fmla="*/ 220504 w 3171825"/>
              <a:gd name="connsiteY57" fmla="*/ 601504 h 866775"/>
              <a:gd name="connsiteX58" fmla="*/ 425291 w 3171825"/>
              <a:gd name="connsiteY58" fmla="*/ 472916 h 866775"/>
              <a:gd name="connsiteX59" fmla="*/ 525304 w 3171825"/>
              <a:gd name="connsiteY59" fmla="*/ 576739 h 866775"/>
              <a:gd name="connsiteX60" fmla="*/ 646271 w 3171825"/>
              <a:gd name="connsiteY60" fmla="*/ 485299 h 866775"/>
              <a:gd name="connsiteX61" fmla="*/ 734854 w 3171825"/>
              <a:gd name="connsiteY61" fmla="*/ 576739 h 866775"/>
              <a:gd name="connsiteX62" fmla="*/ 812959 w 3171825"/>
              <a:gd name="connsiteY62" fmla="*/ 532924 h 866775"/>
              <a:gd name="connsiteX63" fmla="*/ 904399 w 3171825"/>
              <a:gd name="connsiteY63" fmla="*/ 810101 h 866775"/>
              <a:gd name="connsiteX64" fmla="*/ 882491 w 3171825"/>
              <a:gd name="connsiteY64" fmla="*/ 577691 h 866775"/>
              <a:gd name="connsiteX65" fmla="*/ 969169 w 3171825"/>
              <a:gd name="connsiteY65" fmla="*/ 267176 h 866775"/>
              <a:gd name="connsiteX66" fmla="*/ 1015841 w 3171825"/>
              <a:gd name="connsiteY66" fmla="*/ 359569 h 866775"/>
              <a:gd name="connsiteX67" fmla="*/ 1007269 w 3171825"/>
              <a:gd name="connsiteY67" fmla="*/ 440531 h 866775"/>
              <a:gd name="connsiteX68" fmla="*/ 900589 w 3171825"/>
              <a:gd name="connsiteY68" fmla="*/ 545306 h 866775"/>
              <a:gd name="connsiteX69" fmla="*/ 941546 w 3171825"/>
              <a:gd name="connsiteY69" fmla="*/ 577691 h 866775"/>
              <a:gd name="connsiteX70" fmla="*/ 1072039 w 3171825"/>
              <a:gd name="connsiteY70" fmla="*/ 449104 h 866775"/>
              <a:gd name="connsiteX71" fmla="*/ 1150144 w 3171825"/>
              <a:gd name="connsiteY71" fmla="*/ 390049 h 866775"/>
              <a:gd name="connsiteX72" fmla="*/ 1149191 w 3171825"/>
              <a:gd name="connsiteY72" fmla="*/ 415766 h 866775"/>
              <a:gd name="connsiteX73" fmla="*/ 1244441 w 3171825"/>
              <a:gd name="connsiteY73" fmla="*/ 550069 h 866775"/>
              <a:gd name="connsiteX74" fmla="*/ 1349216 w 3171825"/>
              <a:gd name="connsiteY74" fmla="*/ 469106 h 866775"/>
              <a:gd name="connsiteX75" fmla="*/ 1352074 w 3171825"/>
              <a:gd name="connsiteY75" fmla="*/ 547211 h 866775"/>
              <a:gd name="connsiteX76" fmla="*/ 1155859 w 3171825"/>
              <a:gd name="connsiteY76" fmla="*/ 754856 h 866775"/>
              <a:gd name="connsiteX77" fmla="*/ 1259681 w 3171825"/>
              <a:gd name="connsiteY77" fmla="*/ 864394 h 866775"/>
              <a:gd name="connsiteX78" fmla="*/ 1419701 w 3171825"/>
              <a:gd name="connsiteY78" fmla="*/ 569119 h 866775"/>
              <a:gd name="connsiteX79" fmla="*/ 1529239 w 3171825"/>
              <a:gd name="connsiteY79" fmla="*/ 518636 h 866775"/>
              <a:gd name="connsiteX80" fmla="*/ 1640681 w 3171825"/>
              <a:gd name="connsiteY80" fmla="*/ 576739 h 866775"/>
              <a:gd name="connsiteX81" fmla="*/ 1813084 w 3171825"/>
              <a:gd name="connsiteY81" fmla="*/ 459581 h 866775"/>
              <a:gd name="connsiteX82" fmla="*/ 1868329 w 3171825"/>
              <a:gd name="connsiteY82" fmla="*/ 576739 h 866775"/>
              <a:gd name="connsiteX83" fmla="*/ 1980724 w 3171825"/>
              <a:gd name="connsiteY83" fmla="*/ 273844 h 866775"/>
              <a:gd name="connsiteX84" fmla="*/ 2074069 w 3171825"/>
              <a:gd name="connsiteY84" fmla="*/ 601504 h 866775"/>
              <a:gd name="connsiteX85" fmla="*/ 2198846 w 3171825"/>
              <a:gd name="connsiteY85" fmla="*/ 312896 h 866775"/>
              <a:gd name="connsiteX86" fmla="*/ 2307432 w 3171825"/>
              <a:gd name="connsiteY86" fmla="*/ 576739 h 866775"/>
              <a:gd name="connsiteX87" fmla="*/ 2412207 w 3171825"/>
              <a:gd name="connsiteY87" fmla="*/ 428149 h 866775"/>
              <a:gd name="connsiteX88" fmla="*/ 2521744 w 3171825"/>
              <a:gd name="connsiteY88" fmla="*/ 576739 h 866775"/>
              <a:gd name="connsiteX89" fmla="*/ 2618899 w 3171825"/>
              <a:gd name="connsiteY89" fmla="*/ 486251 h 866775"/>
              <a:gd name="connsiteX90" fmla="*/ 2670334 w 3171825"/>
              <a:gd name="connsiteY90" fmla="*/ 576739 h 866775"/>
              <a:gd name="connsiteX91" fmla="*/ 2803684 w 3171825"/>
              <a:gd name="connsiteY91" fmla="*/ 274796 h 866775"/>
              <a:gd name="connsiteX92" fmla="*/ 2947511 w 3171825"/>
              <a:gd name="connsiteY92" fmla="*/ 576739 h 866775"/>
              <a:gd name="connsiteX93" fmla="*/ 3040857 w 3171825"/>
              <a:gd name="connsiteY93" fmla="*/ 474821 h 866775"/>
              <a:gd name="connsiteX94" fmla="*/ 3121819 w 3171825"/>
              <a:gd name="connsiteY94" fmla="*/ 576739 h 866775"/>
              <a:gd name="connsiteX95" fmla="*/ 3169444 w 3171825"/>
              <a:gd name="connsiteY95" fmla="*/ 550069 h 866775"/>
              <a:gd name="connsiteX96" fmla="*/ 3092291 w 3171825"/>
              <a:gd name="connsiteY96" fmla="*/ 287179 h 866775"/>
              <a:gd name="connsiteX97" fmla="*/ 1267301 w 3171825"/>
              <a:gd name="connsiteY97" fmla="*/ 806291 h 866775"/>
              <a:gd name="connsiteX98" fmla="*/ 1226344 w 3171825"/>
              <a:gd name="connsiteY98" fmla="*/ 751999 h 866775"/>
              <a:gd name="connsiteX99" fmla="*/ 1353026 w 3171825"/>
              <a:gd name="connsiteY99" fmla="*/ 597694 h 866775"/>
              <a:gd name="connsiteX100" fmla="*/ 1267301 w 3171825"/>
              <a:gd name="connsiteY100" fmla="*/ 806291 h 866775"/>
              <a:gd name="connsiteX101" fmla="*/ 1614964 w 3171825"/>
              <a:gd name="connsiteY101" fmla="*/ 257651 h 866775"/>
              <a:gd name="connsiteX102" fmla="*/ 1653064 w 3171825"/>
              <a:gd name="connsiteY102" fmla="*/ 315754 h 866775"/>
              <a:gd name="connsiteX103" fmla="*/ 1569244 w 3171825"/>
              <a:gd name="connsiteY103" fmla="*/ 438626 h 866775"/>
              <a:gd name="connsiteX104" fmla="*/ 1614964 w 3171825"/>
              <a:gd name="connsiteY104" fmla="*/ 257651 h 866775"/>
            </a:gdLst>
            <a:ahLst/>
            <a:cxnLst/>
            <a:rect l="l" t="t" r="r" b="b"/>
            <a:pathLst>
              <a:path w="3171825" h="866775">
                <a:moveTo>
                  <a:pt x="3092291" y="287179"/>
                </a:moveTo>
                <a:cubicBezTo>
                  <a:pt x="3092291" y="241459"/>
                  <a:pt x="3089434" y="211931"/>
                  <a:pt x="3059907" y="211931"/>
                </a:cubicBezTo>
                <a:cubicBezTo>
                  <a:pt x="3046571" y="211931"/>
                  <a:pt x="3039904" y="214789"/>
                  <a:pt x="3027521" y="218599"/>
                </a:cubicBezTo>
                <a:cubicBezTo>
                  <a:pt x="3037999" y="371951"/>
                  <a:pt x="3003709" y="507206"/>
                  <a:pt x="2960846" y="507206"/>
                </a:cubicBezTo>
                <a:cubicBezTo>
                  <a:pt x="2905601" y="507206"/>
                  <a:pt x="2933224" y="178594"/>
                  <a:pt x="2816066" y="178594"/>
                </a:cubicBezTo>
                <a:cubicBezTo>
                  <a:pt x="2707482" y="178594"/>
                  <a:pt x="2692241" y="440531"/>
                  <a:pt x="2679859" y="440531"/>
                </a:cubicBezTo>
                <a:cubicBezTo>
                  <a:pt x="2671286" y="440531"/>
                  <a:pt x="2670334" y="371951"/>
                  <a:pt x="2670334" y="319564"/>
                </a:cubicBezTo>
                <a:cubicBezTo>
                  <a:pt x="2675096" y="294799"/>
                  <a:pt x="2677001" y="271939"/>
                  <a:pt x="2677001" y="254794"/>
                </a:cubicBezTo>
                <a:cubicBezTo>
                  <a:pt x="2677001" y="230029"/>
                  <a:pt x="2667476" y="188119"/>
                  <a:pt x="2611279" y="209074"/>
                </a:cubicBezTo>
                <a:cubicBezTo>
                  <a:pt x="2613184" y="396716"/>
                  <a:pt x="2576036" y="510064"/>
                  <a:pt x="2533174" y="510064"/>
                </a:cubicBezTo>
                <a:cubicBezTo>
                  <a:pt x="2471261" y="510064"/>
                  <a:pt x="2470309" y="340519"/>
                  <a:pt x="2470309" y="292894"/>
                </a:cubicBezTo>
                <a:cubicBezTo>
                  <a:pt x="2470309" y="247174"/>
                  <a:pt x="2473166" y="186214"/>
                  <a:pt x="2405539" y="208121"/>
                </a:cubicBezTo>
                <a:cubicBezTo>
                  <a:pt x="2395061" y="371951"/>
                  <a:pt x="2352199" y="494824"/>
                  <a:pt x="2325529" y="494824"/>
                </a:cubicBezTo>
                <a:cubicBezTo>
                  <a:pt x="2285524" y="494824"/>
                  <a:pt x="2293144" y="211931"/>
                  <a:pt x="2206466" y="211931"/>
                </a:cubicBezTo>
                <a:cubicBezTo>
                  <a:pt x="2128361" y="211931"/>
                  <a:pt x="2103596" y="479584"/>
                  <a:pt x="2087404" y="479584"/>
                </a:cubicBezTo>
                <a:cubicBezTo>
                  <a:pt x="2057876" y="479584"/>
                  <a:pt x="2096929" y="178594"/>
                  <a:pt x="1983581" y="178594"/>
                </a:cubicBezTo>
                <a:cubicBezTo>
                  <a:pt x="1924526" y="178594"/>
                  <a:pt x="1900714" y="279559"/>
                  <a:pt x="1877854" y="391954"/>
                </a:cubicBezTo>
                <a:cubicBezTo>
                  <a:pt x="1873091" y="413861"/>
                  <a:pt x="1868329" y="414814"/>
                  <a:pt x="1867376" y="390049"/>
                </a:cubicBezTo>
                <a:cubicBezTo>
                  <a:pt x="1866424" y="370046"/>
                  <a:pt x="1866424" y="347186"/>
                  <a:pt x="1866424" y="327184"/>
                </a:cubicBezTo>
                <a:cubicBezTo>
                  <a:pt x="1894999" y="213836"/>
                  <a:pt x="1859756" y="171926"/>
                  <a:pt x="1807369" y="202406"/>
                </a:cubicBezTo>
                <a:cubicBezTo>
                  <a:pt x="1824514" y="411004"/>
                  <a:pt x="1728311" y="512921"/>
                  <a:pt x="1654969" y="512921"/>
                </a:cubicBezTo>
                <a:cubicBezTo>
                  <a:pt x="1628299" y="512921"/>
                  <a:pt x="1607344" y="501491"/>
                  <a:pt x="1592104" y="483394"/>
                </a:cubicBezTo>
                <a:cubicBezTo>
                  <a:pt x="1680686" y="429101"/>
                  <a:pt x="1719739" y="367189"/>
                  <a:pt x="1719739" y="306229"/>
                </a:cubicBezTo>
                <a:cubicBezTo>
                  <a:pt x="1719739" y="240506"/>
                  <a:pt x="1681639" y="202406"/>
                  <a:pt x="1619726" y="202406"/>
                </a:cubicBezTo>
                <a:cubicBezTo>
                  <a:pt x="1532096" y="202406"/>
                  <a:pt x="1483519" y="292894"/>
                  <a:pt x="1483519" y="369094"/>
                </a:cubicBezTo>
                <a:cubicBezTo>
                  <a:pt x="1483519" y="410051"/>
                  <a:pt x="1491139" y="445294"/>
                  <a:pt x="1503521" y="473869"/>
                </a:cubicBezTo>
                <a:cubicBezTo>
                  <a:pt x="1473041" y="488156"/>
                  <a:pt x="1445419" y="500539"/>
                  <a:pt x="1418749" y="512921"/>
                </a:cubicBezTo>
                <a:cubicBezTo>
                  <a:pt x="1416844" y="433864"/>
                  <a:pt x="1407319" y="350996"/>
                  <a:pt x="1400651" y="274796"/>
                </a:cubicBezTo>
                <a:cubicBezTo>
                  <a:pt x="1353979" y="262414"/>
                  <a:pt x="1340644" y="284321"/>
                  <a:pt x="1336834" y="326231"/>
                </a:cubicBezTo>
                <a:cubicBezTo>
                  <a:pt x="1328261" y="420529"/>
                  <a:pt x="1293971" y="479584"/>
                  <a:pt x="1262539" y="479584"/>
                </a:cubicBezTo>
                <a:cubicBezTo>
                  <a:pt x="1239679" y="479584"/>
                  <a:pt x="1225391" y="451009"/>
                  <a:pt x="1223486" y="421481"/>
                </a:cubicBezTo>
                <a:cubicBezTo>
                  <a:pt x="1214914" y="270034"/>
                  <a:pt x="1337786" y="228124"/>
                  <a:pt x="1402556" y="250031"/>
                </a:cubicBezTo>
                <a:cubicBezTo>
                  <a:pt x="1415891" y="216694"/>
                  <a:pt x="1401604" y="192881"/>
                  <a:pt x="1343501" y="192881"/>
                </a:cubicBezTo>
                <a:cubicBezTo>
                  <a:pt x="1273016" y="192881"/>
                  <a:pt x="1220629" y="235744"/>
                  <a:pt x="1181576" y="290989"/>
                </a:cubicBezTo>
                <a:cubicBezTo>
                  <a:pt x="1155859" y="327184"/>
                  <a:pt x="1126331" y="353854"/>
                  <a:pt x="1086326" y="385286"/>
                </a:cubicBezTo>
                <a:cubicBezTo>
                  <a:pt x="1087279" y="375761"/>
                  <a:pt x="1088231" y="367189"/>
                  <a:pt x="1088231" y="358616"/>
                </a:cubicBezTo>
                <a:cubicBezTo>
                  <a:pt x="1088231" y="251936"/>
                  <a:pt x="1030129" y="204311"/>
                  <a:pt x="974884" y="204311"/>
                </a:cubicBezTo>
                <a:cubicBezTo>
                  <a:pt x="929164" y="204311"/>
                  <a:pt x="900589" y="231934"/>
                  <a:pt x="883444" y="273844"/>
                </a:cubicBezTo>
                <a:cubicBezTo>
                  <a:pt x="879634" y="231934"/>
                  <a:pt x="871061" y="213836"/>
                  <a:pt x="846296" y="213836"/>
                </a:cubicBezTo>
                <a:cubicBezTo>
                  <a:pt x="835819" y="213836"/>
                  <a:pt x="821531" y="216694"/>
                  <a:pt x="805339" y="224314"/>
                </a:cubicBezTo>
                <a:cubicBezTo>
                  <a:pt x="812959" y="248126"/>
                  <a:pt x="814864" y="300514"/>
                  <a:pt x="814864" y="334804"/>
                </a:cubicBezTo>
                <a:cubicBezTo>
                  <a:pt x="814864" y="463391"/>
                  <a:pt x="777716" y="520541"/>
                  <a:pt x="742474" y="520541"/>
                </a:cubicBezTo>
                <a:cubicBezTo>
                  <a:pt x="701516" y="520541"/>
                  <a:pt x="695801" y="368141"/>
                  <a:pt x="691991" y="309086"/>
                </a:cubicBezTo>
                <a:cubicBezTo>
                  <a:pt x="687229" y="307181"/>
                  <a:pt x="681514" y="305276"/>
                  <a:pt x="671989" y="305276"/>
                </a:cubicBezTo>
                <a:cubicBezTo>
                  <a:pt x="635794" y="305276"/>
                  <a:pt x="631031" y="354806"/>
                  <a:pt x="621506" y="399574"/>
                </a:cubicBezTo>
                <a:cubicBezTo>
                  <a:pt x="611029" y="450056"/>
                  <a:pt x="582454" y="512921"/>
                  <a:pt x="539591" y="512921"/>
                </a:cubicBezTo>
                <a:cubicBezTo>
                  <a:pt x="513874" y="512921"/>
                  <a:pt x="497681" y="488156"/>
                  <a:pt x="495776" y="443389"/>
                </a:cubicBezTo>
                <a:cubicBezTo>
                  <a:pt x="491966" y="352901"/>
                  <a:pt x="567214" y="245269"/>
                  <a:pt x="685324" y="278606"/>
                </a:cubicBezTo>
                <a:cubicBezTo>
                  <a:pt x="700564" y="242411"/>
                  <a:pt x="676751" y="214789"/>
                  <a:pt x="627221" y="214789"/>
                </a:cubicBezTo>
                <a:cubicBezTo>
                  <a:pt x="540544" y="214789"/>
                  <a:pt x="469106" y="279559"/>
                  <a:pt x="437674" y="355759"/>
                </a:cubicBezTo>
                <a:cubicBezTo>
                  <a:pt x="406241" y="426244"/>
                  <a:pt x="350996" y="529114"/>
                  <a:pt x="237649" y="529114"/>
                </a:cubicBezTo>
                <a:cubicBezTo>
                  <a:pt x="157639" y="529114"/>
                  <a:pt x="97631" y="459581"/>
                  <a:pt x="97631" y="313849"/>
                </a:cubicBezTo>
                <a:cubicBezTo>
                  <a:pt x="97631" y="188119"/>
                  <a:pt x="176689" y="69056"/>
                  <a:pt x="261461" y="69056"/>
                </a:cubicBezTo>
                <a:cubicBezTo>
                  <a:pt x="320516" y="69056"/>
                  <a:pt x="333851" y="127159"/>
                  <a:pt x="329089" y="181451"/>
                </a:cubicBezTo>
                <a:cubicBezTo>
                  <a:pt x="359569" y="206216"/>
                  <a:pt x="410051" y="183356"/>
                  <a:pt x="410051" y="121444"/>
                </a:cubicBezTo>
                <a:cubicBezTo>
                  <a:pt x="410051" y="79534"/>
                  <a:pt x="375761" y="7144"/>
                  <a:pt x="265271" y="7144"/>
                </a:cubicBezTo>
                <a:cubicBezTo>
                  <a:pt x="128111" y="7144"/>
                  <a:pt x="7144" y="144304"/>
                  <a:pt x="7144" y="324326"/>
                </a:cubicBezTo>
                <a:cubicBezTo>
                  <a:pt x="7144" y="498634"/>
                  <a:pt x="95726" y="601504"/>
                  <a:pt x="220504" y="601504"/>
                </a:cubicBezTo>
                <a:cubicBezTo>
                  <a:pt x="299561" y="601504"/>
                  <a:pt x="373856" y="556736"/>
                  <a:pt x="425291" y="472916"/>
                </a:cubicBezTo>
                <a:cubicBezTo>
                  <a:pt x="438626" y="545306"/>
                  <a:pt x="488156" y="576739"/>
                  <a:pt x="525304" y="576739"/>
                </a:cubicBezTo>
                <a:cubicBezTo>
                  <a:pt x="585311" y="576739"/>
                  <a:pt x="624364" y="537686"/>
                  <a:pt x="646271" y="485299"/>
                </a:cubicBezTo>
                <a:cubicBezTo>
                  <a:pt x="659606" y="537686"/>
                  <a:pt x="688181" y="576739"/>
                  <a:pt x="734854" y="576739"/>
                </a:cubicBezTo>
                <a:cubicBezTo>
                  <a:pt x="768191" y="576739"/>
                  <a:pt x="793909" y="559594"/>
                  <a:pt x="812959" y="532924"/>
                </a:cubicBezTo>
                <a:cubicBezTo>
                  <a:pt x="805339" y="716756"/>
                  <a:pt x="795814" y="832961"/>
                  <a:pt x="904399" y="810101"/>
                </a:cubicBezTo>
                <a:cubicBezTo>
                  <a:pt x="887254" y="757714"/>
                  <a:pt x="882491" y="663416"/>
                  <a:pt x="882491" y="577691"/>
                </a:cubicBezTo>
                <a:cubicBezTo>
                  <a:pt x="882491" y="344329"/>
                  <a:pt x="920591" y="267176"/>
                  <a:pt x="969169" y="267176"/>
                </a:cubicBezTo>
                <a:cubicBezTo>
                  <a:pt x="1004411" y="267176"/>
                  <a:pt x="1015841" y="311944"/>
                  <a:pt x="1015841" y="359569"/>
                </a:cubicBezTo>
                <a:cubicBezTo>
                  <a:pt x="1015841" y="385286"/>
                  <a:pt x="1012984" y="413861"/>
                  <a:pt x="1007269" y="440531"/>
                </a:cubicBezTo>
                <a:cubicBezTo>
                  <a:pt x="948214" y="477679"/>
                  <a:pt x="900589" y="507206"/>
                  <a:pt x="900589" y="545306"/>
                </a:cubicBezTo>
                <a:cubicBezTo>
                  <a:pt x="900589" y="574834"/>
                  <a:pt x="922496" y="577691"/>
                  <a:pt x="941546" y="577691"/>
                </a:cubicBezTo>
                <a:cubicBezTo>
                  <a:pt x="987266" y="577691"/>
                  <a:pt x="1041559" y="532924"/>
                  <a:pt x="1072039" y="449104"/>
                </a:cubicBezTo>
                <a:cubicBezTo>
                  <a:pt x="1098709" y="432911"/>
                  <a:pt x="1125379" y="414814"/>
                  <a:pt x="1150144" y="390049"/>
                </a:cubicBezTo>
                <a:cubicBezTo>
                  <a:pt x="1149191" y="398621"/>
                  <a:pt x="1149191" y="407194"/>
                  <a:pt x="1149191" y="415766"/>
                </a:cubicBezTo>
                <a:cubicBezTo>
                  <a:pt x="1149191" y="499586"/>
                  <a:pt x="1185386" y="550069"/>
                  <a:pt x="1244441" y="550069"/>
                </a:cubicBezTo>
                <a:cubicBezTo>
                  <a:pt x="1290161" y="550069"/>
                  <a:pt x="1324451" y="517684"/>
                  <a:pt x="1349216" y="469106"/>
                </a:cubicBezTo>
                <a:cubicBezTo>
                  <a:pt x="1351121" y="496729"/>
                  <a:pt x="1352074" y="523399"/>
                  <a:pt x="1352074" y="547211"/>
                </a:cubicBezTo>
                <a:cubicBezTo>
                  <a:pt x="1258729" y="590074"/>
                  <a:pt x="1155859" y="633889"/>
                  <a:pt x="1155859" y="754856"/>
                </a:cubicBezTo>
                <a:cubicBezTo>
                  <a:pt x="1155859" y="817721"/>
                  <a:pt x="1201579" y="864394"/>
                  <a:pt x="1259681" y="864394"/>
                </a:cubicBezTo>
                <a:cubicBezTo>
                  <a:pt x="1389221" y="864394"/>
                  <a:pt x="1418749" y="728186"/>
                  <a:pt x="1419701" y="569119"/>
                </a:cubicBezTo>
                <a:cubicBezTo>
                  <a:pt x="1461611" y="551021"/>
                  <a:pt x="1493044" y="536734"/>
                  <a:pt x="1529239" y="518636"/>
                </a:cubicBezTo>
                <a:cubicBezTo>
                  <a:pt x="1560671" y="557689"/>
                  <a:pt x="1602581" y="576739"/>
                  <a:pt x="1640681" y="576739"/>
                </a:cubicBezTo>
                <a:cubicBezTo>
                  <a:pt x="1714024" y="576739"/>
                  <a:pt x="1768316" y="537686"/>
                  <a:pt x="1813084" y="459581"/>
                </a:cubicBezTo>
                <a:cubicBezTo>
                  <a:pt x="1820704" y="519589"/>
                  <a:pt x="1835944" y="576739"/>
                  <a:pt x="1868329" y="576739"/>
                </a:cubicBezTo>
                <a:cubicBezTo>
                  <a:pt x="1926431" y="576739"/>
                  <a:pt x="1937861" y="273844"/>
                  <a:pt x="1980724" y="273844"/>
                </a:cubicBezTo>
                <a:cubicBezTo>
                  <a:pt x="2014061" y="273844"/>
                  <a:pt x="1986439" y="601504"/>
                  <a:pt x="2074069" y="601504"/>
                </a:cubicBezTo>
                <a:cubicBezTo>
                  <a:pt x="2148364" y="601504"/>
                  <a:pt x="2162651" y="312896"/>
                  <a:pt x="2198846" y="312896"/>
                </a:cubicBezTo>
                <a:cubicBezTo>
                  <a:pt x="2224564" y="312896"/>
                  <a:pt x="2226469" y="576739"/>
                  <a:pt x="2307432" y="576739"/>
                </a:cubicBezTo>
                <a:cubicBezTo>
                  <a:pt x="2347436" y="576739"/>
                  <a:pt x="2390299" y="529114"/>
                  <a:pt x="2412207" y="428149"/>
                </a:cubicBezTo>
                <a:cubicBezTo>
                  <a:pt x="2422684" y="494824"/>
                  <a:pt x="2456021" y="576739"/>
                  <a:pt x="2521744" y="576739"/>
                </a:cubicBezTo>
                <a:cubicBezTo>
                  <a:pt x="2559844" y="576739"/>
                  <a:pt x="2593182" y="537686"/>
                  <a:pt x="2618899" y="486251"/>
                </a:cubicBezTo>
                <a:cubicBezTo>
                  <a:pt x="2625566" y="539591"/>
                  <a:pt x="2640807" y="576739"/>
                  <a:pt x="2670334" y="576739"/>
                </a:cubicBezTo>
                <a:cubicBezTo>
                  <a:pt x="2746534" y="576739"/>
                  <a:pt x="2743676" y="274796"/>
                  <a:pt x="2803684" y="274796"/>
                </a:cubicBezTo>
                <a:cubicBezTo>
                  <a:pt x="2850357" y="274796"/>
                  <a:pt x="2836069" y="576739"/>
                  <a:pt x="2947511" y="576739"/>
                </a:cubicBezTo>
                <a:cubicBezTo>
                  <a:pt x="3000851" y="576739"/>
                  <a:pt x="3025616" y="531971"/>
                  <a:pt x="3040857" y="474821"/>
                </a:cubicBezTo>
                <a:cubicBezTo>
                  <a:pt x="3061811" y="558641"/>
                  <a:pt x="3094196" y="576739"/>
                  <a:pt x="3121819" y="576739"/>
                </a:cubicBezTo>
                <a:cubicBezTo>
                  <a:pt x="3138964" y="576739"/>
                  <a:pt x="3152299" y="571024"/>
                  <a:pt x="3169444" y="550069"/>
                </a:cubicBezTo>
                <a:cubicBezTo>
                  <a:pt x="3085624" y="511969"/>
                  <a:pt x="3092291" y="375761"/>
                  <a:pt x="3092291" y="287179"/>
                </a:cubicBezTo>
                <a:close/>
                <a:moveTo>
                  <a:pt x="1267301" y="806291"/>
                </a:moveTo>
                <a:cubicBezTo>
                  <a:pt x="1240631" y="806291"/>
                  <a:pt x="1226344" y="780574"/>
                  <a:pt x="1226344" y="751999"/>
                </a:cubicBezTo>
                <a:cubicBezTo>
                  <a:pt x="1226344" y="674846"/>
                  <a:pt x="1283494" y="632936"/>
                  <a:pt x="1353026" y="597694"/>
                </a:cubicBezTo>
                <a:cubicBezTo>
                  <a:pt x="1349216" y="768191"/>
                  <a:pt x="1310164" y="806291"/>
                  <a:pt x="1267301" y="806291"/>
                </a:cubicBezTo>
                <a:close/>
                <a:moveTo>
                  <a:pt x="1614964" y="257651"/>
                </a:moveTo>
                <a:cubicBezTo>
                  <a:pt x="1640681" y="257651"/>
                  <a:pt x="1655921" y="281464"/>
                  <a:pt x="1653064" y="315754"/>
                </a:cubicBezTo>
                <a:cubicBezTo>
                  <a:pt x="1650206" y="355759"/>
                  <a:pt x="1620679" y="402431"/>
                  <a:pt x="1569244" y="438626"/>
                </a:cubicBezTo>
                <a:cubicBezTo>
                  <a:pt x="1543526" y="362426"/>
                  <a:pt x="1563529" y="257651"/>
                  <a:pt x="1614964" y="257651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0" name="Freeform: Shape 5">
            <a:extLst>
              <a:ext uri="{FF2B5EF4-FFF2-40B4-BE49-F238E27FC236}">
                <a16:creationId xmlns:a16="http://schemas.microsoft.com/office/drawing/2014/main" id="{95F4CCB2-170A-19BE-C942-B19098270C42}"/>
              </a:ext>
            </a:extLst>
          </p:cNvPr>
          <p:cNvSpPr>
            <a:spLocks noGrp="1"/>
          </p:cNvSpPr>
          <p:nvPr/>
        </p:nvSpPr>
        <p:spPr>
          <a:xfrm>
            <a:off x="2488752" y="6047291"/>
            <a:ext cx="45647" cy="50212"/>
          </a:xfrm>
          <a:custGeom>
            <a:avLst/>
            <a:gdLst>
              <a:gd name="connsiteX0" fmla="*/ 51942 w 95250"/>
              <a:gd name="connsiteY0" fmla="*/ 99569 h 104775"/>
              <a:gd name="connsiteX1" fmla="*/ 93853 w 95250"/>
              <a:gd name="connsiteY1" fmla="*/ 51944 h 104775"/>
              <a:gd name="connsiteX2" fmla="*/ 51942 w 95250"/>
              <a:gd name="connsiteY2" fmla="*/ 7176 h 104775"/>
              <a:gd name="connsiteX3" fmla="*/ 7175 w 95250"/>
              <a:gd name="connsiteY3" fmla="*/ 54801 h 104775"/>
              <a:gd name="connsiteX4" fmla="*/ 51942 w 95250"/>
              <a:gd name="connsiteY4" fmla="*/ 99569 h 104775"/>
            </a:gdLst>
            <a:ahLst/>
            <a:cxnLst/>
            <a:rect l="l" t="t" r="r" b="b"/>
            <a:pathLst>
              <a:path w="95250" h="104775">
                <a:moveTo>
                  <a:pt x="51942" y="99569"/>
                </a:moveTo>
                <a:cubicBezTo>
                  <a:pt x="76707" y="98616"/>
                  <a:pt x="93853" y="77661"/>
                  <a:pt x="93853" y="51944"/>
                </a:cubicBezTo>
                <a:cubicBezTo>
                  <a:pt x="93853" y="26226"/>
                  <a:pt x="76707" y="6224"/>
                  <a:pt x="51942" y="7176"/>
                </a:cubicBezTo>
                <a:cubicBezTo>
                  <a:pt x="27178" y="8129"/>
                  <a:pt x="7175" y="29084"/>
                  <a:pt x="7175" y="54801"/>
                </a:cubicBezTo>
                <a:cubicBezTo>
                  <a:pt x="6222" y="80519"/>
                  <a:pt x="27178" y="100521"/>
                  <a:pt x="51942" y="99569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1" name="Freeform: Shape 6">
            <a:extLst>
              <a:ext uri="{FF2B5EF4-FFF2-40B4-BE49-F238E27FC236}">
                <a16:creationId xmlns:a16="http://schemas.microsoft.com/office/drawing/2014/main" id="{890A43B6-BBB1-B11D-0EB6-447FE3C6F0F1}"/>
              </a:ext>
            </a:extLst>
          </p:cNvPr>
          <p:cNvSpPr>
            <a:spLocks noGrp="1"/>
          </p:cNvSpPr>
          <p:nvPr/>
        </p:nvSpPr>
        <p:spPr>
          <a:xfrm>
            <a:off x="2786388" y="6055963"/>
            <a:ext cx="45647" cy="45647"/>
          </a:xfrm>
          <a:custGeom>
            <a:avLst/>
            <a:gdLst>
              <a:gd name="connsiteX0" fmla="*/ 48101 w 95250"/>
              <a:gd name="connsiteY0" fmla="*/ 94808 h 95250"/>
              <a:gd name="connsiteX1" fmla="*/ 89059 w 95250"/>
              <a:gd name="connsiteY1" fmla="*/ 49088 h 95250"/>
              <a:gd name="connsiteX2" fmla="*/ 48101 w 95250"/>
              <a:gd name="connsiteY2" fmla="*/ 7178 h 95250"/>
              <a:gd name="connsiteX3" fmla="*/ 7144 w 95250"/>
              <a:gd name="connsiteY3" fmla="*/ 52898 h 95250"/>
              <a:gd name="connsiteX4" fmla="*/ 48101 w 95250"/>
              <a:gd name="connsiteY4" fmla="*/ 94808 h 95250"/>
            </a:gdLst>
            <a:ahLst/>
            <a:cxnLst/>
            <a:rect l="l" t="t" r="r" b="b"/>
            <a:pathLst>
              <a:path w="95250" h="95250">
                <a:moveTo>
                  <a:pt x="48101" y="94808"/>
                </a:moveTo>
                <a:cubicBezTo>
                  <a:pt x="70961" y="93856"/>
                  <a:pt x="89059" y="73853"/>
                  <a:pt x="89059" y="49088"/>
                </a:cubicBezTo>
                <a:cubicBezTo>
                  <a:pt x="89059" y="25275"/>
                  <a:pt x="70961" y="6225"/>
                  <a:pt x="48101" y="7178"/>
                </a:cubicBezTo>
                <a:cubicBezTo>
                  <a:pt x="25241" y="8131"/>
                  <a:pt x="7144" y="28133"/>
                  <a:pt x="7144" y="52898"/>
                </a:cubicBezTo>
                <a:cubicBezTo>
                  <a:pt x="8096" y="76711"/>
                  <a:pt x="26194" y="95761"/>
                  <a:pt x="48101" y="94808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2" name="Freeform: Shape 7">
            <a:extLst>
              <a:ext uri="{FF2B5EF4-FFF2-40B4-BE49-F238E27FC236}">
                <a16:creationId xmlns:a16="http://schemas.microsoft.com/office/drawing/2014/main" id="{B0A92FC2-E6FE-6A55-A3D8-D99E8E6201E5}"/>
              </a:ext>
            </a:extLst>
          </p:cNvPr>
          <p:cNvSpPr>
            <a:spLocks noGrp="1"/>
          </p:cNvSpPr>
          <p:nvPr/>
        </p:nvSpPr>
        <p:spPr>
          <a:xfrm>
            <a:off x="2881790" y="6021288"/>
            <a:ext cx="324096" cy="278450"/>
          </a:xfrm>
          <a:custGeom>
            <a:avLst/>
            <a:gdLst>
              <a:gd name="connsiteX0" fmla="*/ 553879 w 676275"/>
              <a:gd name="connsiteY0" fmla="*/ 254794 h 581025"/>
              <a:gd name="connsiteX1" fmla="*/ 451009 w 676275"/>
              <a:gd name="connsiteY1" fmla="*/ 342424 h 581025"/>
              <a:gd name="connsiteX2" fmla="*/ 375761 w 676275"/>
              <a:gd name="connsiteY2" fmla="*/ 469106 h 581025"/>
              <a:gd name="connsiteX3" fmla="*/ 273844 w 676275"/>
              <a:gd name="connsiteY3" fmla="*/ 561499 h 581025"/>
              <a:gd name="connsiteX4" fmla="*/ 132874 w 676275"/>
              <a:gd name="connsiteY4" fmla="*/ 569119 h 581025"/>
              <a:gd name="connsiteX5" fmla="*/ 7144 w 676275"/>
              <a:gd name="connsiteY5" fmla="*/ 383381 h 581025"/>
              <a:gd name="connsiteX6" fmla="*/ 371951 w 676275"/>
              <a:gd name="connsiteY6" fmla="*/ 7144 h 581025"/>
              <a:gd name="connsiteX7" fmla="*/ 371951 w 676275"/>
              <a:gd name="connsiteY7" fmla="*/ 7144 h 581025"/>
              <a:gd name="connsiteX8" fmla="*/ 371951 w 676275"/>
              <a:gd name="connsiteY8" fmla="*/ 7144 h 581025"/>
              <a:gd name="connsiteX9" fmla="*/ 388144 w 676275"/>
              <a:gd name="connsiteY9" fmla="*/ 13811 h 581025"/>
              <a:gd name="connsiteX10" fmla="*/ 571024 w 676275"/>
              <a:gd name="connsiteY10" fmla="*/ 127159 h 581025"/>
              <a:gd name="connsiteX11" fmla="*/ 675799 w 676275"/>
              <a:gd name="connsiteY11" fmla="*/ 287179 h 581025"/>
              <a:gd name="connsiteX12" fmla="*/ 553879 w 676275"/>
              <a:gd name="connsiteY12" fmla="*/ 254794 h 581025"/>
            </a:gdLst>
            <a:ahLst/>
            <a:cxnLst/>
            <a:rect l="l" t="t" r="r" b="b"/>
            <a:pathLst>
              <a:path w="676275" h="581025">
                <a:moveTo>
                  <a:pt x="553879" y="254794"/>
                </a:moveTo>
                <a:cubicBezTo>
                  <a:pt x="507206" y="265271"/>
                  <a:pt x="475774" y="304324"/>
                  <a:pt x="451009" y="342424"/>
                </a:cubicBezTo>
                <a:cubicBezTo>
                  <a:pt x="424339" y="383381"/>
                  <a:pt x="403384" y="428149"/>
                  <a:pt x="375761" y="469106"/>
                </a:cubicBezTo>
                <a:cubicBezTo>
                  <a:pt x="349091" y="507206"/>
                  <a:pt x="316706" y="542449"/>
                  <a:pt x="273844" y="561499"/>
                </a:cubicBezTo>
                <a:cubicBezTo>
                  <a:pt x="229076" y="581501"/>
                  <a:pt x="179546" y="584359"/>
                  <a:pt x="132874" y="569119"/>
                </a:cubicBezTo>
                <a:cubicBezTo>
                  <a:pt x="58579" y="538639"/>
                  <a:pt x="7144" y="464344"/>
                  <a:pt x="7144" y="383381"/>
                </a:cubicBezTo>
                <a:cubicBezTo>
                  <a:pt x="7144" y="177641"/>
                  <a:pt x="290036" y="105251"/>
                  <a:pt x="371951" y="7144"/>
                </a:cubicBezTo>
                <a:cubicBezTo>
                  <a:pt x="371951" y="7144"/>
                  <a:pt x="371951" y="7144"/>
                  <a:pt x="371951" y="7144"/>
                </a:cubicBezTo>
                <a:lnTo>
                  <a:pt x="371951" y="7144"/>
                </a:lnTo>
                <a:cubicBezTo>
                  <a:pt x="377666" y="9049"/>
                  <a:pt x="382429" y="11906"/>
                  <a:pt x="388144" y="13811"/>
                </a:cubicBezTo>
                <a:cubicBezTo>
                  <a:pt x="454819" y="41434"/>
                  <a:pt x="517684" y="78581"/>
                  <a:pt x="571024" y="127159"/>
                </a:cubicBezTo>
                <a:cubicBezTo>
                  <a:pt x="620554" y="172879"/>
                  <a:pt x="657701" y="226219"/>
                  <a:pt x="675799" y="287179"/>
                </a:cubicBezTo>
                <a:cubicBezTo>
                  <a:pt x="646271" y="255746"/>
                  <a:pt x="595789" y="244316"/>
                  <a:pt x="553879" y="254794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3" name="Freeform: Shape 8">
            <a:extLst>
              <a:ext uri="{FF2B5EF4-FFF2-40B4-BE49-F238E27FC236}">
                <a16:creationId xmlns:a16="http://schemas.microsoft.com/office/drawing/2014/main" id="{1C3193CB-D868-D37B-4D53-F1726DCD2D02}"/>
              </a:ext>
            </a:extLst>
          </p:cNvPr>
          <p:cNvSpPr>
            <a:spLocks noGrp="1"/>
          </p:cNvSpPr>
          <p:nvPr/>
        </p:nvSpPr>
        <p:spPr>
          <a:xfrm>
            <a:off x="2996366" y="6150398"/>
            <a:ext cx="219107" cy="178025"/>
          </a:xfrm>
          <a:custGeom>
            <a:avLst/>
            <a:gdLst>
              <a:gd name="connsiteX0" fmla="*/ 443389 w 457200"/>
              <a:gd name="connsiteY0" fmla="*/ 151121 h 371475"/>
              <a:gd name="connsiteX1" fmla="*/ 340519 w 457200"/>
              <a:gd name="connsiteY1" fmla="*/ 250181 h 371475"/>
              <a:gd name="connsiteX2" fmla="*/ 193834 w 457200"/>
              <a:gd name="connsiteY2" fmla="*/ 204461 h 371475"/>
              <a:gd name="connsiteX3" fmla="*/ 299561 w 457200"/>
              <a:gd name="connsiteY3" fmla="*/ 298759 h 371475"/>
              <a:gd name="connsiteX4" fmla="*/ 161449 w 457200"/>
              <a:gd name="connsiteY4" fmla="*/ 360671 h 371475"/>
              <a:gd name="connsiteX5" fmla="*/ 79534 w 457200"/>
              <a:gd name="connsiteY5" fmla="*/ 367339 h 371475"/>
              <a:gd name="connsiteX6" fmla="*/ 7144 w 457200"/>
              <a:gd name="connsiteY6" fmla="*/ 348289 h 371475"/>
              <a:gd name="connsiteX7" fmla="*/ 120491 w 457200"/>
              <a:gd name="connsiteY7" fmla="*/ 276851 h 371475"/>
              <a:gd name="connsiteX8" fmla="*/ 188119 w 457200"/>
              <a:gd name="connsiteY8" fmla="*/ 175886 h 371475"/>
              <a:gd name="connsiteX9" fmla="*/ 250031 w 457200"/>
              <a:gd name="connsiteY9" fmla="*/ 64444 h 371475"/>
              <a:gd name="connsiteX10" fmla="*/ 339566 w 457200"/>
              <a:gd name="connsiteY10" fmla="*/ 7294 h 371475"/>
              <a:gd name="connsiteX11" fmla="*/ 438626 w 457200"/>
              <a:gd name="connsiteY11" fmla="*/ 58729 h 371475"/>
              <a:gd name="connsiteX12" fmla="*/ 443389 w 457200"/>
              <a:gd name="connsiteY12" fmla="*/ 151121 h 371475"/>
            </a:gdLst>
            <a:ahLst/>
            <a:cxnLst/>
            <a:rect l="l" t="t" r="r" b="b"/>
            <a:pathLst>
              <a:path w="457200" h="371475">
                <a:moveTo>
                  <a:pt x="443389" y="151121"/>
                </a:moveTo>
                <a:cubicBezTo>
                  <a:pt x="428149" y="198746"/>
                  <a:pt x="389096" y="236846"/>
                  <a:pt x="340519" y="250181"/>
                </a:cubicBezTo>
                <a:cubicBezTo>
                  <a:pt x="285274" y="265421"/>
                  <a:pt x="230029" y="249229"/>
                  <a:pt x="193834" y="204461"/>
                </a:cubicBezTo>
                <a:cubicBezTo>
                  <a:pt x="197644" y="261611"/>
                  <a:pt x="243364" y="299711"/>
                  <a:pt x="299561" y="298759"/>
                </a:cubicBezTo>
                <a:cubicBezTo>
                  <a:pt x="263366" y="334954"/>
                  <a:pt x="210026" y="352099"/>
                  <a:pt x="161449" y="360671"/>
                </a:cubicBezTo>
                <a:cubicBezTo>
                  <a:pt x="134779" y="365434"/>
                  <a:pt x="107156" y="368291"/>
                  <a:pt x="79534" y="367339"/>
                </a:cubicBezTo>
                <a:cubicBezTo>
                  <a:pt x="55721" y="366386"/>
                  <a:pt x="27146" y="363529"/>
                  <a:pt x="7144" y="348289"/>
                </a:cubicBezTo>
                <a:cubicBezTo>
                  <a:pt x="50959" y="334954"/>
                  <a:pt x="90011" y="310189"/>
                  <a:pt x="120491" y="276851"/>
                </a:cubicBezTo>
                <a:cubicBezTo>
                  <a:pt x="148114" y="246371"/>
                  <a:pt x="169069" y="211129"/>
                  <a:pt x="188119" y="175886"/>
                </a:cubicBezTo>
                <a:cubicBezTo>
                  <a:pt x="208121" y="138739"/>
                  <a:pt x="225266" y="98734"/>
                  <a:pt x="250031" y="64444"/>
                </a:cubicBezTo>
                <a:cubicBezTo>
                  <a:pt x="271939" y="33964"/>
                  <a:pt x="300514" y="9199"/>
                  <a:pt x="339566" y="7294"/>
                </a:cubicBezTo>
                <a:cubicBezTo>
                  <a:pt x="379571" y="5389"/>
                  <a:pt x="419576" y="21581"/>
                  <a:pt x="438626" y="58729"/>
                </a:cubicBezTo>
                <a:cubicBezTo>
                  <a:pt x="453866" y="88256"/>
                  <a:pt x="452914" y="120641"/>
                  <a:pt x="443389" y="151121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613" y="3199768"/>
            <a:ext cx="9079459" cy="3532255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buNone/>
              <a:defRPr sz="2400"/>
            </a:lvl1pPr>
          </a:lstStyle>
          <a:p>
            <a:pPr lvl="0">
              <a:buNone/>
            </a:pPr>
            <a:r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buNone/>
              <a:defRPr sz="2400"/>
            </a:lvl1pPr>
          </a:lstStyle>
          <a:p>
            <a:pPr lvl="0">
              <a:buNone/>
            </a:pPr>
            <a:r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buNone/>
              <a:defRPr sz="2400"/>
            </a:lvl1pPr>
          </a:lstStyle>
          <a:p>
            <a:pPr lvl="0">
              <a:buNone/>
            </a:pPr>
            <a:r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>
            <a:normAutofit/>
          </a:bodyPr>
          <a:lstStyle>
            <a:lvl1pPr algn="r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  <a:buNone/>
            </a:pPr>
            <a:r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>
            <a:normAutofit/>
          </a:bodyPr>
          <a:lstStyle>
            <a:lvl1pPr algn="r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  <a:buNone/>
            </a:pPr>
            <a:r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>
            <a:normAutofit/>
          </a:bodyPr>
          <a:lstStyle>
            <a:lvl1pPr algn="r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  <a:buNone/>
            </a:pPr>
            <a:r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buNone/>
              <a:defRPr sz="2400"/>
            </a:lvl1pPr>
          </a:lstStyle>
          <a:p>
            <a:pPr lvl="0">
              <a:buNone/>
            </a:pPr>
            <a:r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buNone/>
              <a:defRPr sz="2400"/>
            </a:lvl1pPr>
          </a:lstStyle>
          <a:p>
            <a:pPr lvl="0">
              <a:buNone/>
            </a:pPr>
            <a:r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buNone/>
              <a:defRPr sz="2400"/>
            </a:lvl1pPr>
          </a:lstStyle>
          <a:p>
            <a:pPr lvl="0">
              <a:buNone/>
            </a:pPr>
            <a:r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>
            <a:normAutofit/>
          </a:bodyPr>
          <a:lstStyle>
            <a:lvl1pPr algn="r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  <a:buNone/>
            </a:pPr>
            <a:r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>
            <a:normAutofit/>
          </a:bodyPr>
          <a:lstStyle>
            <a:lvl1pPr algn="r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  <a:buNone/>
            </a:pPr>
            <a:r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>
            <a:normAutofit/>
          </a:bodyPr>
          <a:lstStyle>
            <a:lvl1pPr algn="r"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  <a:buNone/>
            </a:pPr>
            <a:r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BB18C-C624-35CB-514D-CE1A312E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47">
            <a:extLst>
              <a:ext uri="{FF2B5EF4-FFF2-40B4-BE49-F238E27FC236}">
                <a16:creationId xmlns:a16="http://schemas.microsoft.com/office/drawing/2014/main" id="{51CA337D-4B25-44C1-847A-AC0D74277B60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0" y="1192909"/>
            <a:ext cx="5159896" cy="526042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t>单击图标添加图片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E908611-FBB7-4987-BE0F-F09EAF1FFC80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384032" y="1192909"/>
            <a:ext cx="539998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sz="1300"/>
            </a:lvl1pPr>
            <a:lvl2pPr>
              <a:lnSpc>
                <a:spcPct val="100000"/>
              </a:lnSpc>
              <a:buNone/>
              <a:defRPr sz="1400"/>
            </a:lvl2pPr>
            <a:lvl3pPr>
              <a:lnSpc>
                <a:spcPct val="100000"/>
              </a:lnSpc>
              <a:buNone/>
              <a:defRPr sz="1400"/>
            </a:lvl3pPr>
            <a:lvl4pPr>
              <a:lnSpc>
                <a:spcPct val="100000"/>
              </a:lnSpc>
              <a:buNone/>
              <a:defRPr sz="1400"/>
            </a:lvl4pPr>
            <a:lvl5pPr>
              <a:lnSpc>
                <a:spcPct val="100000"/>
              </a:lnSpc>
              <a:buNone/>
              <a:defRPr sz="1400"/>
            </a:lvl5pPr>
          </a:lstStyle>
          <a:p>
            <a:pPr lvl="0">
              <a:buNone/>
            </a:pPr>
            <a:r>
              <a:t>Click to insert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06025B9-0362-4974-8920-7C764289CBA0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84032" y="1865049"/>
            <a:ext cx="539998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/>
            </a:lvl1pPr>
            <a:lvl2pPr>
              <a:lnSpc>
                <a:spcPct val="100000"/>
              </a:lnSpc>
              <a:buNone/>
              <a:defRPr sz="1400"/>
            </a:lvl2pPr>
            <a:lvl3pPr>
              <a:lnSpc>
                <a:spcPct val="100000"/>
              </a:lnSpc>
              <a:buNone/>
              <a:defRPr sz="1400"/>
            </a:lvl3pPr>
            <a:lvl4pPr>
              <a:lnSpc>
                <a:spcPct val="100000"/>
              </a:lnSpc>
              <a:buNone/>
              <a:defRPr sz="1400"/>
            </a:lvl4pPr>
            <a:lvl5pPr>
              <a:lnSpc>
                <a:spcPct val="100000"/>
              </a:lnSpc>
              <a:buNone/>
              <a:defRPr sz="1400"/>
            </a:lvl5pPr>
          </a:lstStyle>
          <a:p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Click to insert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57644F2-F28D-4087-B791-1E7F26C4AD1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84032" y="2537189"/>
            <a:ext cx="539998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sz="1300"/>
            </a:lvl1pPr>
            <a:lvl2pPr>
              <a:lnSpc>
                <a:spcPct val="100000"/>
              </a:lnSpc>
              <a:buNone/>
              <a:defRPr sz="1400"/>
            </a:lvl2pPr>
            <a:lvl3pPr>
              <a:lnSpc>
                <a:spcPct val="100000"/>
              </a:lnSpc>
              <a:buNone/>
              <a:defRPr sz="1400"/>
            </a:lvl3pPr>
            <a:lvl4pPr>
              <a:lnSpc>
                <a:spcPct val="100000"/>
              </a:lnSpc>
              <a:buNone/>
              <a:defRPr sz="1400"/>
            </a:lvl4pPr>
            <a:lvl5pPr>
              <a:lnSpc>
                <a:spcPct val="100000"/>
              </a:lnSpc>
              <a:buNone/>
              <a:defRPr sz="1400"/>
            </a:lvl5pPr>
          </a:lstStyle>
          <a:p>
            <a:pPr lvl="0">
              <a:buNone/>
            </a:pPr>
            <a:r>
              <a:t>Click to insert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5F62A33-F672-4099-9B72-9B2267F22ACF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384032" y="3209329"/>
            <a:ext cx="539998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sz="1300"/>
            </a:lvl1pPr>
            <a:lvl2pPr>
              <a:lnSpc>
                <a:spcPct val="100000"/>
              </a:lnSpc>
              <a:buNone/>
              <a:defRPr sz="1400"/>
            </a:lvl2pPr>
            <a:lvl3pPr>
              <a:lnSpc>
                <a:spcPct val="100000"/>
              </a:lnSpc>
              <a:buNone/>
              <a:defRPr sz="1400"/>
            </a:lvl3pPr>
            <a:lvl4pPr>
              <a:lnSpc>
                <a:spcPct val="100000"/>
              </a:lnSpc>
              <a:buNone/>
              <a:defRPr sz="1400"/>
            </a:lvl4pPr>
            <a:lvl5pPr>
              <a:lnSpc>
                <a:spcPct val="100000"/>
              </a:lnSpc>
              <a:buNone/>
              <a:defRPr sz="1400"/>
            </a:lvl5pPr>
          </a:lstStyle>
          <a:p>
            <a:pPr lvl="0">
              <a:buNone/>
            </a:pPr>
            <a:r>
              <a:t>Click to insert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2FF6EE1-C46D-4DEB-A508-49B5101CF26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384032" y="3881469"/>
            <a:ext cx="539998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sz="1300"/>
            </a:lvl1pPr>
            <a:lvl2pPr>
              <a:lnSpc>
                <a:spcPct val="100000"/>
              </a:lnSpc>
              <a:buNone/>
              <a:defRPr sz="1400"/>
            </a:lvl2pPr>
            <a:lvl3pPr>
              <a:lnSpc>
                <a:spcPct val="100000"/>
              </a:lnSpc>
              <a:buNone/>
              <a:defRPr sz="1400"/>
            </a:lvl3pPr>
            <a:lvl4pPr>
              <a:lnSpc>
                <a:spcPct val="100000"/>
              </a:lnSpc>
              <a:buNone/>
              <a:defRPr sz="1400"/>
            </a:lvl4pPr>
            <a:lvl5pPr>
              <a:lnSpc>
                <a:spcPct val="100000"/>
              </a:lnSpc>
              <a:buNone/>
              <a:defRPr sz="1400"/>
            </a:lvl5pPr>
          </a:lstStyle>
          <a:p>
            <a:pPr lvl="0">
              <a:buNone/>
            </a:pPr>
            <a:r>
              <a:t>Click to insert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31D06D9-EA9B-42A0-81EE-D669D6CA5F3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384032" y="4553609"/>
            <a:ext cx="539998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sz="1300"/>
            </a:lvl1pPr>
            <a:lvl2pPr>
              <a:lnSpc>
                <a:spcPct val="100000"/>
              </a:lnSpc>
              <a:buNone/>
              <a:defRPr sz="1400"/>
            </a:lvl2pPr>
            <a:lvl3pPr>
              <a:lnSpc>
                <a:spcPct val="100000"/>
              </a:lnSpc>
              <a:buNone/>
              <a:defRPr sz="1400"/>
            </a:lvl3pPr>
            <a:lvl4pPr>
              <a:lnSpc>
                <a:spcPct val="100000"/>
              </a:lnSpc>
              <a:buNone/>
              <a:defRPr sz="1400"/>
            </a:lvl4pPr>
            <a:lvl5pPr>
              <a:lnSpc>
                <a:spcPct val="100000"/>
              </a:lnSpc>
              <a:buNone/>
              <a:defRPr sz="1400"/>
            </a:lvl5pPr>
          </a:lstStyle>
          <a:p>
            <a:pPr lvl="0">
              <a:buNone/>
            </a:pPr>
            <a:r>
              <a:t>Click to insert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FEA829A-6217-4965-B7BD-6BC37F7849AB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384032" y="5225749"/>
            <a:ext cx="539998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sz="1300"/>
            </a:lvl1pPr>
            <a:lvl2pPr>
              <a:lnSpc>
                <a:spcPct val="100000"/>
              </a:lnSpc>
              <a:buNone/>
              <a:defRPr sz="1400"/>
            </a:lvl2pPr>
            <a:lvl3pPr>
              <a:lnSpc>
                <a:spcPct val="100000"/>
              </a:lnSpc>
              <a:buNone/>
              <a:defRPr sz="1400"/>
            </a:lvl3pPr>
            <a:lvl4pPr>
              <a:lnSpc>
                <a:spcPct val="100000"/>
              </a:lnSpc>
              <a:buNone/>
              <a:defRPr sz="1400"/>
            </a:lvl4pPr>
            <a:lvl5pPr>
              <a:lnSpc>
                <a:spcPct val="100000"/>
              </a:lnSpc>
              <a:buNone/>
              <a:defRPr sz="1400"/>
            </a:lvl5pPr>
          </a:lstStyle>
          <a:p>
            <a:pPr lvl="0">
              <a:buNone/>
            </a:pPr>
            <a:r>
              <a:t>Click to insert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05DDB93-91CA-4BAF-9D63-E4134B435D8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384032" y="5897889"/>
            <a:ext cx="5399981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sz="1300"/>
            </a:lvl1pPr>
            <a:lvl2pPr>
              <a:lnSpc>
                <a:spcPct val="100000"/>
              </a:lnSpc>
              <a:buNone/>
              <a:defRPr sz="1400"/>
            </a:lvl2pPr>
            <a:lvl3pPr>
              <a:lnSpc>
                <a:spcPct val="100000"/>
              </a:lnSpc>
              <a:buNone/>
              <a:defRPr sz="1400"/>
            </a:lvl3pPr>
            <a:lvl4pPr>
              <a:lnSpc>
                <a:spcPct val="100000"/>
              </a:lnSpc>
              <a:buNone/>
              <a:defRPr sz="1400"/>
            </a:lvl4pPr>
            <a:lvl5pPr>
              <a:lnSpc>
                <a:spcPct val="100000"/>
              </a:lnSpc>
              <a:buNone/>
              <a:defRPr sz="1400"/>
            </a:lvl5pPr>
          </a:lstStyle>
          <a:p>
            <a:pPr lvl="0">
              <a:buNone/>
            </a:pPr>
            <a:r>
              <a:t>Click to insert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111C9-BF1D-4957-9C22-F45DD34F3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C4263A-DA82-3AB3-0A84-F2337DC19F6E}"/>
              </a:ext>
            </a:extLst>
          </p:cNvPr>
          <p:cNvSpPr>
            <a:spLocks noGrp="1"/>
          </p:cNvSpPr>
          <p:nvPr/>
        </p:nvSpPr>
        <p:spPr>
          <a:xfrm>
            <a:off x="-24680" y="1484784"/>
            <a:ext cx="5735960" cy="5373217"/>
          </a:xfrm>
          <a:prstGeom prst="rect">
            <a:avLst/>
          </a:prstGeom>
          <a:solidFill>
            <a:srgbClr val="173340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 sz="1400">
              <a:solidFill>
                <a:schemeClr val="tx1"/>
              </a:solidFill>
            </a:endParaRP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06025B9-0362-4974-8920-7C764289CBA0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07368" y="18650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None/>
              <a:defRPr sz="1400"/>
            </a:lvl2pPr>
            <a:lvl3pPr>
              <a:lnSpc>
                <a:spcPct val="100000"/>
              </a:lnSpc>
              <a:buNone/>
              <a:defRPr sz="1400"/>
            </a:lvl3pPr>
            <a:lvl4pPr>
              <a:lnSpc>
                <a:spcPct val="100000"/>
              </a:lnSpc>
              <a:buNone/>
              <a:defRPr sz="1400"/>
            </a:lvl4pPr>
            <a:lvl5pPr>
              <a:lnSpc>
                <a:spcPct val="100000"/>
              </a:lnSpc>
              <a:buNone/>
              <a:defRPr sz="1400"/>
            </a:lvl5pPr>
          </a:lstStyle>
          <a:p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Click to insert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57644F2-F28D-4087-B791-1E7F26C4AD1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07368" y="25371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None/>
              <a:defRPr sz="1400"/>
            </a:lvl2pPr>
            <a:lvl3pPr>
              <a:lnSpc>
                <a:spcPct val="100000"/>
              </a:lnSpc>
              <a:buNone/>
              <a:defRPr sz="1400"/>
            </a:lvl3pPr>
            <a:lvl4pPr>
              <a:lnSpc>
                <a:spcPct val="100000"/>
              </a:lnSpc>
              <a:buNone/>
              <a:defRPr sz="1400"/>
            </a:lvl4pPr>
            <a:lvl5pPr>
              <a:lnSpc>
                <a:spcPct val="100000"/>
              </a:lnSpc>
              <a:buNone/>
              <a:defRPr sz="1400"/>
            </a:lvl5pPr>
          </a:lstStyle>
          <a:p>
            <a:pPr lvl="0">
              <a:buNone/>
            </a:pPr>
            <a:r>
              <a:t>Click to insert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5F62A33-F672-4099-9B72-9B2267F22ACF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07368" y="320932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None/>
              <a:defRPr sz="1400"/>
            </a:lvl2pPr>
            <a:lvl3pPr>
              <a:lnSpc>
                <a:spcPct val="100000"/>
              </a:lnSpc>
              <a:buNone/>
              <a:defRPr sz="1400"/>
            </a:lvl3pPr>
            <a:lvl4pPr>
              <a:lnSpc>
                <a:spcPct val="100000"/>
              </a:lnSpc>
              <a:buNone/>
              <a:defRPr sz="1400"/>
            </a:lvl4pPr>
            <a:lvl5pPr>
              <a:lnSpc>
                <a:spcPct val="100000"/>
              </a:lnSpc>
              <a:buNone/>
              <a:defRPr sz="1400"/>
            </a:lvl5pPr>
          </a:lstStyle>
          <a:p>
            <a:pPr lvl="0">
              <a:buNone/>
            </a:pPr>
            <a:r>
              <a:t>Click to insert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2FF6EE1-C46D-4DEB-A508-49B5101CF26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368" y="388146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None/>
              <a:defRPr sz="1400"/>
            </a:lvl2pPr>
            <a:lvl3pPr>
              <a:lnSpc>
                <a:spcPct val="100000"/>
              </a:lnSpc>
              <a:buNone/>
              <a:defRPr sz="1400"/>
            </a:lvl3pPr>
            <a:lvl4pPr>
              <a:lnSpc>
                <a:spcPct val="100000"/>
              </a:lnSpc>
              <a:buNone/>
              <a:defRPr sz="1400"/>
            </a:lvl4pPr>
            <a:lvl5pPr>
              <a:lnSpc>
                <a:spcPct val="100000"/>
              </a:lnSpc>
              <a:buNone/>
              <a:defRPr sz="1400"/>
            </a:lvl5pPr>
          </a:lstStyle>
          <a:p>
            <a:pPr lvl="0">
              <a:buNone/>
            </a:pPr>
            <a:r>
              <a:t>Click to insert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31D06D9-EA9B-42A0-81EE-D669D6CA5F3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07368" y="455360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None/>
              <a:defRPr sz="1400"/>
            </a:lvl2pPr>
            <a:lvl3pPr>
              <a:lnSpc>
                <a:spcPct val="100000"/>
              </a:lnSpc>
              <a:buNone/>
              <a:defRPr sz="1400"/>
            </a:lvl3pPr>
            <a:lvl4pPr>
              <a:lnSpc>
                <a:spcPct val="100000"/>
              </a:lnSpc>
              <a:buNone/>
              <a:defRPr sz="1400"/>
            </a:lvl4pPr>
            <a:lvl5pPr>
              <a:lnSpc>
                <a:spcPct val="100000"/>
              </a:lnSpc>
              <a:buNone/>
              <a:defRPr sz="1400"/>
            </a:lvl5pPr>
          </a:lstStyle>
          <a:p>
            <a:pPr lvl="0">
              <a:buNone/>
            </a:pPr>
            <a:r>
              <a:t>Click to insert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FEA829A-6217-4965-B7BD-6BC37F7849AB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07368" y="52257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None/>
              <a:defRPr sz="1400"/>
            </a:lvl2pPr>
            <a:lvl3pPr>
              <a:lnSpc>
                <a:spcPct val="100000"/>
              </a:lnSpc>
              <a:buNone/>
              <a:defRPr sz="1400"/>
            </a:lvl3pPr>
            <a:lvl4pPr>
              <a:lnSpc>
                <a:spcPct val="100000"/>
              </a:lnSpc>
              <a:buNone/>
              <a:defRPr sz="1400"/>
            </a:lvl4pPr>
            <a:lvl5pPr>
              <a:lnSpc>
                <a:spcPct val="100000"/>
              </a:lnSpc>
              <a:buNone/>
              <a:defRPr sz="1400"/>
            </a:lvl5pPr>
          </a:lstStyle>
          <a:p>
            <a:pPr lvl="0">
              <a:buNone/>
            </a:pPr>
            <a:r>
              <a:t>Click to insert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05DDB93-91CA-4BAF-9D63-E4134B435D8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07368" y="58978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None/>
              <a:defRPr sz="1400"/>
            </a:lvl2pPr>
            <a:lvl3pPr>
              <a:lnSpc>
                <a:spcPct val="100000"/>
              </a:lnSpc>
              <a:buNone/>
              <a:defRPr sz="1400"/>
            </a:lvl3pPr>
            <a:lvl4pPr>
              <a:lnSpc>
                <a:spcPct val="100000"/>
              </a:lnSpc>
              <a:buNone/>
              <a:defRPr sz="1400"/>
            </a:lvl4pPr>
            <a:lvl5pPr>
              <a:lnSpc>
                <a:spcPct val="100000"/>
              </a:lnSpc>
              <a:buNone/>
              <a:defRPr sz="1400"/>
            </a:lvl5pPr>
          </a:lstStyle>
          <a:p>
            <a:pPr lvl="0">
              <a:buNone/>
            </a:pPr>
            <a:r>
              <a:t>Click to insert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111C9-BF1D-4957-9C22-F45DD34F3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5681029" cy="79216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 and Pictu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D3B1FE99-E8D3-C5FE-4E44-4E4EF67B45D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096001" y="908721"/>
            <a:ext cx="6096000" cy="5949280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/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t>Insert Picture and send to back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B342561-1DD2-4DA7-BA2A-C8E3856FE9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692696"/>
            <a:ext cx="4751907" cy="720179"/>
          </a:xfrm>
        </p:spPr>
        <p:txBody>
          <a:bodyPr vert="horz" lIns="0" tIns="0" rIns="0" bIns="0" anchor="b">
            <a:noAutofit/>
          </a:bodyPr>
          <a:lstStyle>
            <a:lvl1pPr>
              <a:lnSpc>
                <a:spcPct val="80000"/>
              </a:lnSpc>
              <a:buNone/>
              <a:defRPr sz="3600" baseline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Click to edit Agenda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6DF15B-7249-491B-BFB7-9A33784178C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07988" y="1916832"/>
            <a:ext cx="5471988" cy="4536356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200"/>
              </a:spcBef>
              <a:buNone/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None/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buNone/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>
            <a:normAutofit/>
          </a:bodyPr>
          <a:lstStyle>
            <a:lvl1pPr algn="r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  <a:buNone/>
            </a:pPr>
            <a:r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>
            <a:normAutofit/>
          </a:bodyPr>
          <a:lstStyle>
            <a:lvl1pPr algn="r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  <a:buNone/>
            </a:pPr>
            <a:r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>
            <a:normAutofit/>
          </a:bodyPr>
          <a:lstStyle>
            <a:lvl1pPr algn="r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  <a:buNone/>
            </a:pPr>
            <a:r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>
            <a:normAutofit/>
          </a:bodyPr>
          <a:lstStyle>
            <a:lvl1pPr algn="r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  <a:buNone/>
            </a:pPr>
            <a:r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>
            <a:normAutofit/>
          </a:bodyPr>
          <a:lstStyle>
            <a:lvl1pPr algn="r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  <a:buNone/>
            </a:pPr>
            <a:r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>
            <a:normAutofit/>
          </a:bodyPr>
          <a:lstStyle>
            <a:lvl1pPr algn="r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  <a:buNone/>
            </a:pPr>
            <a:r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8BAF09-C52E-54E6-E538-78C64D8AB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buNone/>
              <a:defRPr>
                <a:solidFill>
                  <a:schemeClr val="accent2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49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800" y="1700808"/>
            <a:ext cx="8281358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>
              <a:buNone/>
              <a:defRPr sz="3200" b="1" cap="none" spc="300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spcBef>
                <a:spcPts val="0"/>
              </a:spcBef>
              <a:buNone/>
            </a:pPr>
            <a:r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200">
                <a:solidFill>
                  <a:schemeClr val="bg1"/>
                </a:solidFill>
              </a:defRPr>
            </a:lvl1pPr>
            <a:lvl2pPr>
              <a:buNone/>
              <a:defRPr sz="3200">
                <a:solidFill>
                  <a:schemeClr val="bg1"/>
                </a:solidFill>
              </a:defRPr>
            </a:lvl2pPr>
            <a:lvl3pPr>
              <a:buNone/>
              <a:defRPr sz="3200">
                <a:solidFill>
                  <a:schemeClr val="bg1"/>
                </a:solidFill>
              </a:defRPr>
            </a:lvl3pPr>
            <a:lvl4pPr>
              <a:buNone/>
              <a:defRPr sz="3200">
                <a:solidFill>
                  <a:schemeClr val="bg1"/>
                </a:solidFill>
              </a:defRPr>
            </a:lvl4pPr>
            <a:lvl5pPr>
              <a:buNone/>
              <a:defRPr sz="3200"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Click to add text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>
              <a:buNone/>
              <a:defRPr sz="3200" b="1" cap="none" spc="300" baseline="0">
                <a:solidFill>
                  <a:sysClr val="windowText" lastClr="000000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spcBef>
                <a:spcPts val="0"/>
              </a:spcBef>
              <a:buNone/>
            </a:pPr>
            <a:r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3200">
                <a:solidFill>
                  <a:sysClr val="windowText" lastClr="000000"/>
                </a:solidFill>
              </a:defRPr>
            </a:lvl1pPr>
            <a:lvl2pPr>
              <a:buNone/>
              <a:defRPr sz="3200">
                <a:solidFill>
                  <a:schemeClr val="bg1"/>
                </a:solidFill>
              </a:defRPr>
            </a:lvl2pPr>
            <a:lvl3pPr>
              <a:buNone/>
              <a:defRPr sz="3200">
                <a:solidFill>
                  <a:schemeClr val="bg1"/>
                </a:solidFill>
              </a:defRPr>
            </a:lvl3pPr>
            <a:lvl4pPr>
              <a:buNone/>
              <a:defRPr sz="3200">
                <a:solidFill>
                  <a:schemeClr val="bg1"/>
                </a:solidFill>
              </a:defRPr>
            </a:lvl4pPr>
            <a:lvl5pPr>
              <a:buNone/>
              <a:defRPr sz="3200"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Click to add text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8CE45-A6FC-9CE9-F8CD-BA044CFE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buNone/>
              <a:defRPr sz="1600" b="0">
                <a:solidFill>
                  <a:schemeClr val="tx1"/>
                </a:solidFill>
                <a:latin typeface="Ubuntu Light"/>
                <a:ea typeface="Ubuntu Light"/>
                <a:cs typeface="Ubuntu Light"/>
              </a:defRPr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D6CCA-5023-D91C-5084-3ED466DC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600" b="0">
                <a:solidFill>
                  <a:schemeClr val="tx1"/>
                </a:solidFill>
                <a:latin typeface="Ubuntu Light"/>
                <a:ea typeface="Ubuntu Light"/>
                <a:cs typeface="Ubuntu Light"/>
              </a:defRPr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A091BB-1771-4A6F-B93C-43E4798B4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6D1AE-BB05-402A-8454-CE893B604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07989" y="1628775"/>
            <a:ext cx="5532086" cy="74398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sz="1800" b="0">
                <a:solidFill>
                  <a:srgbClr val="0070AD"/>
                </a:solidFill>
                <a:latin typeface="+mj-lt"/>
                <a:ea typeface="+mj-lt"/>
                <a:cs typeface="+mj-lt"/>
              </a:defRPr>
            </a:lvl1pPr>
            <a:lvl2pPr>
              <a:lnSpc>
                <a:spcPct val="100000"/>
              </a:lnSpc>
              <a:buNone/>
              <a:defRPr sz="1200"/>
            </a:lvl2pPr>
            <a:lvl3pPr>
              <a:lnSpc>
                <a:spcPct val="100000"/>
              </a:lnSpc>
              <a:buNone/>
              <a:defRPr sz="1200"/>
            </a:lvl3pPr>
            <a:lvl4pPr>
              <a:lnSpc>
                <a:spcPct val="100000"/>
              </a:lnSpc>
              <a:buNone/>
              <a:defRPr sz="1200"/>
            </a:lvl4pPr>
            <a:lvl5pPr>
              <a:lnSpc>
                <a:spcPct val="100000"/>
              </a:lnSpc>
              <a:buNone/>
              <a:defRPr sz="1200"/>
            </a:lvl5pPr>
          </a:lstStyle>
          <a:p>
            <a:pPr lvl="0">
              <a:buNone/>
            </a:pPr>
            <a:r>
              <a:t>Click to insert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14972" y="2506942"/>
            <a:ext cx="5525185" cy="374396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7BDC0DA-1585-454D-9E74-41D2AFC0FEE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32425" y="1628775"/>
            <a:ext cx="5451505" cy="74398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sz="1800" b="0">
                <a:solidFill>
                  <a:srgbClr val="0070AD"/>
                </a:solidFill>
                <a:latin typeface="+mj-lt"/>
                <a:ea typeface="+mj-lt"/>
                <a:cs typeface="+mj-lt"/>
              </a:defRPr>
            </a:lvl1pPr>
            <a:lvl2pPr>
              <a:lnSpc>
                <a:spcPct val="100000"/>
              </a:lnSpc>
              <a:buNone/>
              <a:defRPr sz="1200"/>
            </a:lvl2pPr>
            <a:lvl3pPr>
              <a:lnSpc>
                <a:spcPct val="100000"/>
              </a:lnSpc>
              <a:buNone/>
              <a:defRPr sz="1200"/>
            </a:lvl3pPr>
            <a:lvl4pPr>
              <a:lnSpc>
                <a:spcPct val="100000"/>
              </a:lnSpc>
              <a:buNone/>
              <a:defRPr sz="1200"/>
            </a:lvl4pPr>
            <a:lvl5pPr>
              <a:lnSpc>
                <a:spcPct val="100000"/>
              </a:lnSpc>
              <a:buNone/>
              <a:defRPr sz="1200"/>
            </a:lvl5pPr>
          </a:lstStyle>
          <a:p>
            <a:pPr lvl="0">
              <a:buNone/>
            </a:pPr>
            <a:r>
              <a:t>Click to insert title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32425" y="2506943"/>
            <a:ext cx="5444603" cy="374396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14971" y="1628775"/>
            <a:ext cx="3672000" cy="837826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ctr">
              <a:lnSpc>
                <a:spcPct val="100000"/>
              </a:lnSpc>
              <a:buNone/>
              <a:defRPr sz="1600" b="0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  <a:lvl2pPr>
              <a:lnSpc>
                <a:spcPct val="100000"/>
              </a:lnSpc>
              <a:buNone/>
              <a:defRPr sz="1200"/>
            </a:lvl2pPr>
            <a:lvl3pPr>
              <a:lnSpc>
                <a:spcPct val="100000"/>
              </a:lnSpc>
              <a:buNone/>
              <a:defRPr sz="1200"/>
            </a:lvl3pPr>
            <a:lvl4pPr>
              <a:lnSpc>
                <a:spcPct val="100000"/>
              </a:lnSpc>
              <a:buNone/>
              <a:defRPr sz="1200"/>
            </a:lvl4pPr>
            <a:lvl5pPr>
              <a:lnSpc>
                <a:spcPct val="100000"/>
              </a:lnSpc>
              <a:buNone/>
              <a:defRPr sz="1200"/>
            </a:lvl5pPr>
          </a:lstStyle>
          <a:p>
            <a:pPr marL="0" lvl="0" indent="0" algn="l" defTabSz="914400">
              <a:lnSpc>
                <a:spcPct val="100000"/>
              </a:lnSpc>
              <a:spcBef>
                <a:spcPts val="1000"/>
              </a:spcBef>
              <a:buFont typeface="Arial"/>
              <a:buNone/>
            </a:pPr>
            <a:r>
              <a:t>Click to insert 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14971" y="2565359"/>
            <a:ext cx="3672000" cy="3527937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buNone/>
              <a:defRPr sz="1400"/>
            </a:lvl1pPr>
            <a:lvl2pPr>
              <a:lnSpc>
                <a:spcPct val="100000"/>
              </a:lnSpc>
              <a:spcBef>
                <a:spcPts val="600"/>
              </a:spcBef>
              <a:buNone/>
              <a:defRPr sz="1400"/>
            </a:lvl2pPr>
            <a:lvl3pPr>
              <a:lnSpc>
                <a:spcPct val="100000"/>
              </a:lnSpc>
              <a:spcBef>
                <a:spcPts val="600"/>
              </a:spcBef>
              <a:buNone/>
              <a:defRPr sz="1400"/>
            </a:lvl3pPr>
            <a:lvl4pPr>
              <a:lnSpc>
                <a:spcPct val="100000"/>
              </a:lnSpc>
              <a:spcBef>
                <a:spcPts val="600"/>
              </a:spcBef>
              <a:buNone/>
              <a:defRPr sz="1400"/>
            </a:lvl4pPr>
            <a:lvl5pPr>
              <a:lnSpc>
                <a:spcPct val="100000"/>
              </a:lnSpc>
              <a:spcBef>
                <a:spcPts val="600"/>
              </a:spcBef>
              <a:buNone/>
              <a:defRPr sz="1400"/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260000" y="1628774"/>
            <a:ext cx="3672000" cy="837826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ctr">
              <a:lnSpc>
                <a:spcPct val="100000"/>
              </a:lnSpc>
              <a:buNone/>
              <a:defRPr sz="1600" b="0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  <a:lvl2pPr>
              <a:lnSpc>
                <a:spcPct val="100000"/>
              </a:lnSpc>
              <a:buNone/>
              <a:defRPr sz="1200"/>
            </a:lvl2pPr>
            <a:lvl3pPr>
              <a:lnSpc>
                <a:spcPct val="100000"/>
              </a:lnSpc>
              <a:buNone/>
              <a:defRPr sz="1200"/>
            </a:lvl3pPr>
            <a:lvl4pPr>
              <a:lnSpc>
                <a:spcPct val="100000"/>
              </a:lnSpc>
              <a:buNone/>
              <a:defRPr sz="1200"/>
            </a:lvl4pPr>
            <a:lvl5pPr>
              <a:lnSpc>
                <a:spcPct val="100000"/>
              </a:lnSpc>
              <a:buNone/>
              <a:defRPr sz="1200"/>
            </a:lvl5pPr>
          </a:lstStyle>
          <a:p>
            <a:pPr marL="0" lvl="0" indent="0" algn="l" defTabSz="914400">
              <a:lnSpc>
                <a:spcPct val="100000"/>
              </a:lnSpc>
              <a:spcBef>
                <a:spcPts val="1000"/>
              </a:spcBef>
              <a:buFont typeface="Arial"/>
              <a:buNone/>
            </a:pPr>
            <a:r>
              <a:t>Click to insert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260000" y="2565359"/>
            <a:ext cx="3672000" cy="3527937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buNone/>
              <a:defRPr sz="1400"/>
            </a:lvl1pPr>
            <a:lvl2pPr>
              <a:lnSpc>
                <a:spcPct val="100000"/>
              </a:lnSpc>
              <a:spcBef>
                <a:spcPts val="600"/>
              </a:spcBef>
              <a:buNone/>
              <a:defRPr sz="1400"/>
            </a:lvl2pPr>
            <a:lvl3pPr>
              <a:lnSpc>
                <a:spcPct val="100000"/>
              </a:lnSpc>
              <a:spcBef>
                <a:spcPts val="600"/>
              </a:spcBef>
              <a:buNone/>
              <a:defRPr sz="1400"/>
            </a:lvl3pPr>
            <a:lvl4pPr>
              <a:lnSpc>
                <a:spcPct val="100000"/>
              </a:lnSpc>
              <a:spcBef>
                <a:spcPts val="600"/>
              </a:spcBef>
              <a:buNone/>
              <a:defRPr sz="1400"/>
            </a:lvl4pPr>
            <a:lvl5pPr>
              <a:lnSpc>
                <a:spcPct val="100000"/>
              </a:lnSpc>
              <a:spcBef>
                <a:spcPts val="600"/>
              </a:spcBef>
              <a:buNone/>
              <a:defRPr sz="1400"/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105029" y="1628774"/>
            <a:ext cx="3672000" cy="837826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ctr">
              <a:lnSpc>
                <a:spcPct val="100000"/>
              </a:lnSpc>
              <a:buNone/>
              <a:defRPr sz="1600" b="0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  <a:lvl2pPr>
              <a:lnSpc>
                <a:spcPct val="100000"/>
              </a:lnSpc>
              <a:buNone/>
              <a:defRPr sz="1200"/>
            </a:lvl2pPr>
            <a:lvl3pPr>
              <a:lnSpc>
                <a:spcPct val="100000"/>
              </a:lnSpc>
              <a:buNone/>
              <a:defRPr sz="1200"/>
            </a:lvl3pPr>
            <a:lvl4pPr>
              <a:lnSpc>
                <a:spcPct val="100000"/>
              </a:lnSpc>
              <a:buNone/>
              <a:defRPr sz="1200"/>
            </a:lvl4pPr>
            <a:lvl5pPr>
              <a:lnSpc>
                <a:spcPct val="100000"/>
              </a:lnSpc>
              <a:buNone/>
              <a:defRPr sz="1200"/>
            </a:lvl5pPr>
          </a:lstStyle>
          <a:p>
            <a:pPr marL="0" lvl="0" indent="0" algn="l" defTabSz="914400">
              <a:lnSpc>
                <a:spcPct val="100000"/>
              </a:lnSpc>
              <a:spcBef>
                <a:spcPts val="1000"/>
              </a:spcBef>
              <a:buFont typeface="Arial"/>
              <a:buNone/>
            </a:pPr>
            <a:r>
              <a:t>Click to insert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105029" y="2565359"/>
            <a:ext cx="3672000" cy="3527937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buNone/>
              <a:defRPr sz="1400"/>
            </a:lvl1pPr>
            <a:lvl2pPr>
              <a:lnSpc>
                <a:spcPct val="100000"/>
              </a:lnSpc>
              <a:spcBef>
                <a:spcPts val="600"/>
              </a:spcBef>
              <a:buNone/>
              <a:defRPr sz="1400"/>
            </a:lvl2pPr>
            <a:lvl3pPr>
              <a:lnSpc>
                <a:spcPct val="100000"/>
              </a:lnSpc>
              <a:spcBef>
                <a:spcPts val="600"/>
              </a:spcBef>
              <a:buNone/>
              <a:defRPr sz="1400"/>
            </a:lvl3pPr>
            <a:lvl4pPr>
              <a:lnSpc>
                <a:spcPct val="100000"/>
              </a:lnSpc>
              <a:spcBef>
                <a:spcPts val="600"/>
              </a:spcBef>
              <a:buNone/>
              <a:defRPr sz="1400"/>
            </a:lvl4pPr>
            <a:lvl5pPr>
              <a:lnSpc>
                <a:spcPct val="100000"/>
              </a:lnSpc>
              <a:spcBef>
                <a:spcPts val="600"/>
              </a:spcBef>
              <a:buNone/>
              <a:defRPr sz="1400"/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A5A680-E072-89A5-A555-973742DEF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600" b="0">
                <a:solidFill>
                  <a:schemeClr val="tx1"/>
                </a:solidFill>
                <a:latin typeface="Ubuntu Light"/>
                <a:ea typeface="Ubuntu Light"/>
                <a:cs typeface="Ubuntu Light"/>
              </a:defRPr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63528-AA21-5972-C236-27F2D720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600" b="0">
                <a:solidFill>
                  <a:schemeClr val="tx1"/>
                </a:solidFill>
                <a:latin typeface="Ubuntu Light"/>
                <a:ea typeface="Ubuntu Light"/>
                <a:cs typeface="Ubuntu Light"/>
              </a:defRPr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Gre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6C4F5EE7-6CA6-23D5-2788-911B0B2A43B3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8040215" y="1122907"/>
            <a:ext cx="4151785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/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t>Insert Picture and send to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14971" y="1125538"/>
            <a:ext cx="7409221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buNone/>
              <a:defRPr sz="1600" b="0">
                <a:solidFill>
                  <a:schemeClr val="tx1"/>
                </a:solidFill>
                <a:latin typeface="Ubuntu Light"/>
                <a:ea typeface="Ubuntu Light"/>
                <a:cs typeface="Ubuntu Light"/>
              </a:defRPr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C25D57-CF8D-453D-9648-5B7859B01F04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14971" y="1628800"/>
            <a:ext cx="7409221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buNone/>
              <a:defRPr sz="1400"/>
            </a:lvl1pPr>
            <a:lvl2pPr>
              <a:buNone/>
              <a:defRPr sz="1400"/>
            </a:lvl2pPr>
            <a:lvl3pPr>
              <a:buNone/>
              <a:defRPr sz="14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50C691-8B76-E01C-4EF1-3EB567E0E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97BD40BB-A2F0-F646-3CC2-596CC4195838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6096000" y="1122907"/>
            <a:ext cx="6096001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/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t>Insert Picture and send to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buNone/>
              <a:defRPr sz="1600" b="0">
                <a:solidFill>
                  <a:schemeClr val="tx1"/>
                </a:solidFill>
                <a:latin typeface="Ubuntu Light"/>
                <a:ea typeface="Ubuntu Light"/>
                <a:cs typeface="Ubuntu Light"/>
              </a:defRPr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F1655B6-7DE6-4895-863F-EF917B2F07E5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14971" y="1628775"/>
            <a:ext cx="5545137" cy="4824413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buNone/>
              <a:defRPr sz="1400"/>
            </a:lvl1pPr>
            <a:lvl2pPr>
              <a:buNone/>
              <a:defRPr sz="1400"/>
            </a:lvl2pPr>
            <a:lvl3pPr>
              <a:buNone/>
              <a:defRPr sz="14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C572A4-9113-ABE4-A840-37A9AAC56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58C20F-AA44-45A0-8BD7-3F72A12E08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07366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003CB7C-5AB2-4487-B779-DFE57F79C58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444744" y="1125538"/>
            <a:ext cx="69840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buNone/>
              <a:defRPr sz="1600" b="0">
                <a:solidFill>
                  <a:schemeClr val="tx1"/>
                </a:solidFill>
                <a:latin typeface="Ubuntu Light"/>
                <a:ea typeface="Ubuntu Light"/>
                <a:cs typeface="Ubuntu Light"/>
              </a:defRPr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219CA61-951E-46A4-A7C6-8A4C09FDC629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445407" y="1628774"/>
            <a:ext cx="6962544" cy="4824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400"/>
            </a:lvl1pPr>
            <a:lvl2pPr>
              <a:buNone/>
              <a:defRPr sz="1400"/>
            </a:lvl2pPr>
            <a:lvl3pPr>
              <a:buNone/>
              <a:defRPr sz="14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DD7751A-AC4E-473A-B544-73973FAE9468}"/>
              </a:ext>
            </a:extLst>
          </p:cNvPr>
          <p:cNvSpPr>
            <a:spLocks noGrp="1"/>
          </p:cNvSpPr>
          <p:nvPr>
            <p:ph type="pic" idx="19" hasCustomPrompt="1"/>
          </p:nvPr>
        </p:nvSpPr>
        <p:spPr>
          <a:xfrm>
            <a:off x="0" y="0"/>
            <a:ext cx="422379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52824-0DEF-7B5E-1D4F-BCBC062D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9384" y="260350"/>
            <a:ext cx="6984000" cy="792163"/>
          </a:xfr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8930BD6-6C9D-490A-BF02-403245ED99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895A1A3-A6AA-456A-98DD-23651F1D1DB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384032" y="1125538"/>
            <a:ext cx="5063967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buNone/>
              <a:defRPr sz="1600" b="0">
                <a:solidFill>
                  <a:schemeClr val="tx1"/>
                </a:solidFill>
                <a:latin typeface="Ubuntu Light"/>
                <a:ea typeface="Ubuntu Light"/>
                <a:cs typeface="Ubuntu Light"/>
              </a:defRPr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F2C12DC-68D5-4DF5-891E-DAEB8A4AB654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384032" y="1627200"/>
            <a:ext cx="5063967" cy="482598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1400"/>
            </a:lvl1pPr>
            <a:lvl2pPr>
              <a:buNone/>
              <a:defRPr sz="1400"/>
            </a:lvl2pPr>
            <a:lvl3pPr>
              <a:buNone/>
              <a:defRPr sz="14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AAC9D4-CD35-41A1-A14D-B18A58A2866E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337B1-E3AC-A7E5-7836-78F324F9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417" y="260350"/>
            <a:ext cx="5063967" cy="792163"/>
          </a:xfr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1949725-ACD2-44C4-85AF-10B39EC6147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buNone/>
              <a:defRPr sz="1600" b="0">
                <a:solidFill>
                  <a:schemeClr val="bg1"/>
                </a:solidFill>
                <a:latin typeface="Ubuntu Light"/>
                <a:ea typeface="Ubuntu Light"/>
                <a:cs typeface="Ubuntu Light"/>
              </a:defRPr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771E05-0646-A062-8DD0-B00651AE6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600" b="0">
                <a:solidFill>
                  <a:schemeClr val="bg1"/>
                </a:solidFill>
                <a:latin typeface="Ubuntu Light"/>
                <a:ea typeface="Ubuntu Light"/>
                <a:cs typeface="Ubuntu Light"/>
              </a:defRPr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7D3C6BC6-663C-C133-76CE-9BAB02DAEDB3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7967663" y="1122907"/>
            <a:ext cx="4224338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/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Insert Picture and send to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14971" y="1125538"/>
            <a:ext cx="7337213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buNone/>
              <a:defRPr sz="1600" b="0">
                <a:solidFill>
                  <a:schemeClr val="bg1"/>
                </a:solidFill>
                <a:latin typeface="Ubuntu Light"/>
                <a:ea typeface="Ubuntu Light"/>
                <a:cs typeface="Ubuntu Light"/>
              </a:defRPr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13880FA-A20C-4104-8D48-DC99C13D0B89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14971" y="1628800"/>
            <a:ext cx="7337213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>
              <a:buClrTx/>
              <a:buNone/>
              <a:defRPr sz="1400">
                <a:solidFill>
                  <a:schemeClr val="bg1"/>
                </a:solidFill>
              </a:defRPr>
            </a:lvl2pPr>
            <a:lvl3pPr>
              <a:buClrTx/>
              <a:buNone/>
              <a:defRPr sz="1400">
                <a:solidFill>
                  <a:schemeClr val="bg1"/>
                </a:solidFill>
              </a:defRPr>
            </a:lvl3pPr>
            <a:lvl4pPr>
              <a:buClrTx/>
              <a:buNone/>
              <a:defRPr sz="1200">
                <a:solidFill>
                  <a:schemeClr val="bg1"/>
                </a:solidFill>
              </a:defRPr>
            </a:lvl4pPr>
            <a:lvl5pPr>
              <a:buClr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5D9B30-9A2C-505E-36D0-05AF0DBA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D947A8D9-3FE6-9441-652F-400363E70669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6096001" y="1122907"/>
            <a:ext cx="6096000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/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t>Insert Picture and send to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buNone/>
              <a:defRPr sz="1600" b="0">
                <a:solidFill>
                  <a:schemeClr val="bg1"/>
                </a:solidFill>
                <a:latin typeface="Ubuntu Light"/>
                <a:ea typeface="Ubuntu Light"/>
                <a:cs typeface="Ubuntu Light"/>
              </a:defRPr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3B64D18-C45E-440C-9C66-6F1DDAC0172E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14971" y="1627200"/>
            <a:ext cx="5545137" cy="4825988"/>
          </a:xfrm>
          <a:prstGeom prst="rect">
            <a:avLst/>
          </a:prstGeom>
        </p:spPr>
        <p:txBody>
          <a:bodyPr vert="horz" lIns="0" tIns="0" rIns="216000" bIns="0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80975" indent="-180975">
              <a:buClrTx/>
              <a:buNone/>
              <a:defRPr sz="14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2pPr>
            <a:lvl3pPr marL="360000" indent="-180000">
              <a:buClrTx/>
              <a:buNone/>
              <a:defRPr sz="14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3pPr>
            <a:lvl4pPr marL="539750" indent="-180000">
              <a:buClrTx/>
              <a:buNone/>
              <a:defRPr sz="12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4pPr>
            <a:lvl5pPr marL="719138" indent="-180975">
              <a:buClrTx/>
              <a:buNone/>
              <a:defRPr sz="12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25044F-30C6-C6D9-84C0-2B925714F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40C8F40-0AE5-4281-9868-B3C794BF6FD6}"/>
              </a:ext>
            </a:extLst>
          </p:cNvPr>
          <p:cNvSpPr>
            <a:spLocks noGrp="1"/>
          </p:cNvSpPr>
          <p:nvPr>
            <p:ph type="pic" idx="19" hasCustomPrompt="1"/>
          </p:nvPr>
        </p:nvSpPr>
        <p:spPr>
          <a:xfrm>
            <a:off x="-1" y="0"/>
            <a:ext cx="4208053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DE5BD221-7593-42BD-A842-EFACB10DAB74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444744" y="1126800"/>
            <a:ext cx="6962544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buNone/>
              <a:defRPr sz="1600" b="0">
                <a:solidFill>
                  <a:schemeClr val="bg1"/>
                </a:solidFill>
                <a:latin typeface="Ubuntu Light"/>
                <a:ea typeface="Ubuntu Light"/>
                <a:cs typeface="Ubuntu Light"/>
              </a:defRPr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A6C5C35D-CE7D-48CD-A1B2-353FFA53AEE9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445407" y="1627200"/>
            <a:ext cx="6962544" cy="482598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80975" indent="-180975">
              <a:buClrTx/>
              <a:buNone/>
              <a:defRPr sz="14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2pPr>
            <a:lvl3pPr marL="360000" indent="-180000">
              <a:buClrTx/>
              <a:buNone/>
              <a:defRPr sz="14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3pPr>
            <a:lvl4pPr marL="539750" indent="-180000">
              <a:buClrTx/>
              <a:buNone/>
              <a:defRPr sz="12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4pPr>
            <a:lvl5pPr marL="719138" indent="-180975">
              <a:buClrTx/>
              <a:buNone/>
              <a:defRPr sz="12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C156B522-A0C0-42B8-BB11-65082FE767FF}"/>
              </a:ext>
            </a:extLst>
          </p:cNvPr>
          <p:cNvSpPr>
            <a:spLocks noGrp="1"/>
          </p:cNvSpPr>
          <p:nvPr/>
        </p:nvSpPr>
        <p:spPr>
          <a:xfrm>
            <a:off x="11644642" y="334376"/>
            <a:ext cx="275896" cy="226185"/>
          </a:xfrm>
          <a:custGeom>
            <a:avLst/>
            <a:gdLst/>
            <a:ahLst/>
            <a:cxnLst/>
            <a:rect l="0" t="0" r="r" b="b"/>
            <a:pathLst>
              <a:path w="188" h="154">
                <a:moveTo>
                  <a:pt x="125" y="107"/>
                </a:moveTo>
                <a:cubicBezTo>
                  <a:pt x="160" y="107"/>
                  <a:pt x="188" y="78"/>
                  <a:pt x="188" y="43"/>
                </a:cubicBezTo>
                <a:cubicBezTo>
                  <a:pt x="186" y="28"/>
                  <a:pt x="181" y="0"/>
                  <a:pt x="141" y="0"/>
                </a:cubicBezTo>
                <a:cubicBezTo>
                  <a:pt x="99" y="0"/>
                  <a:pt x="84" y="60"/>
                  <a:pt x="49" y="99"/>
                </a:cubicBezTo>
                <a:cubicBezTo>
                  <a:pt x="47" y="121"/>
                  <a:pt x="26" y="140"/>
                  <a:pt x="0" y="144"/>
                </a:cubicBezTo>
                <a:cubicBezTo>
                  <a:pt x="6" y="150"/>
                  <a:pt x="20" y="154"/>
                  <a:pt x="37" y="154"/>
                </a:cubicBezTo>
                <a:cubicBezTo>
                  <a:pt x="68" y="154"/>
                  <a:pt x="106" y="145"/>
                  <a:pt x="125" y="125"/>
                </a:cubicBezTo>
                <a:cubicBezTo>
                  <a:pt x="99" y="126"/>
                  <a:pt x="82" y="109"/>
                  <a:pt x="81" y="86"/>
                </a:cubicBezTo>
                <a:cubicBezTo>
                  <a:pt x="93" y="101"/>
                  <a:pt x="108" y="107"/>
                  <a:pt x="125" y="107"/>
                </a:cubicBezTo>
              </a:path>
            </a:pathLst>
          </a:custGeom>
          <a:solidFill>
            <a:srgbClr val="12ABDB"/>
          </a:solidFill>
          <a:ln w="9525"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4" name="Freeform 14">
            <a:extLst>
              <a:ext uri="{FF2B5EF4-FFF2-40B4-BE49-F238E27FC236}">
                <a16:creationId xmlns:a16="http://schemas.microsoft.com/office/drawing/2014/main" id="{43AD94EE-7857-4B4F-8194-A523D32A3519}"/>
              </a:ext>
            </a:extLst>
          </p:cNvPr>
          <p:cNvSpPr>
            <a:spLocks noGrp="1"/>
          </p:cNvSpPr>
          <p:nvPr/>
        </p:nvSpPr>
        <p:spPr>
          <a:xfrm>
            <a:off x="11501102" y="171573"/>
            <a:ext cx="419436" cy="356676"/>
          </a:xfrm>
          <a:custGeom>
            <a:avLst/>
            <a:gdLst/>
            <a:ahLst/>
            <a:cxnLst/>
            <a:rect l="0" t="0" r="r" b="b"/>
            <a:pathLst>
              <a:path w="286" h="243">
                <a:moveTo>
                  <a:pt x="286" y="152"/>
                </a:moveTo>
                <a:cubicBezTo>
                  <a:pt x="286" y="112"/>
                  <a:pt x="266" y="78"/>
                  <a:pt x="237" y="51"/>
                </a:cubicBezTo>
                <a:cubicBezTo>
                  <a:pt x="215" y="30"/>
                  <a:pt x="188" y="15"/>
                  <a:pt x="160" y="3"/>
                </a:cubicBezTo>
                <a:cubicBezTo>
                  <a:pt x="158" y="2"/>
                  <a:pt x="156" y="1"/>
                  <a:pt x="153" y="0"/>
                </a:cubicBezTo>
                <a:cubicBezTo>
                  <a:pt x="153" y="0"/>
                  <a:pt x="153" y="0"/>
                  <a:pt x="153" y="0"/>
                </a:cubicBezTo>
                <a:cubicBezTo>
                  <a:pt x="119" y="41"/>
                  <a:pt x="0" y="72"/>
                  <a:pt x="0" y="158"/>
                </a:cubicBezTo>
                <a:cubicBezTo>
                  <a:pt x="0" y="192"/>
                  <a:pt x="21" y="224"/>
                  <a:pt x="53" y="236"/>
                </a:cubicBezTo>
                <a:cubicBezTo>
                  <a:pt x="71" y="243"/>
                  <a:pt x="89" y="243"/>
                  <a:pt x="107" y="237"/>
                </a:cubicBezTo>
                <a:cubicBezTo>
                  <a:pt x="123" y="232"/>
                  <a:pt x="136" y="222"/>
                  <a:pt x="147" y="210"/>
                </a:cubicBezTo>
                <a:cubicBezTo>
                  <a:pt x="182" y="171"/>
                  <a:pt x="197" y="111"/>
                  <a:pt x="239" y="111"/>
                </a:cubicBezTo>
                <a:cubicBezTo>
                  <a:pt x="279" y="111"/>
                  <a:pt x="284" y="139"/>
                  <a:pt x="286" y="154"/>
                </a:cubicBezTo>
                <a:cubicBezTo>
                  <a:pt x="286" y="154"/>
                  <a:pt x="286" y="153"/>
                  <a:pt x="286" y="152"/>
                </a:cubicBezTo>
              </a:path>
            </a:pathLst>
          </a:custGeom>
          <a:solidFill>
            <a:srgbClr val="0070AD"/>
          </a:solidFill>
          <a:ln w="9525"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8BFFB-83BD-8B73-4F5E-285DBB528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4744" y="260350"/>
            <a:ext cx="6978640" cy="792163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dark grey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8A4E47E-A55F-4490-AD19-D9A415AA57C5}"/>
              </a:ext>
            </a:extLst>
          </p:cNvPr>
          <p:cNvSpPr>
            <a:spLocks noGrp="1"/>
          </p:cNvSpPr>
          <p:nvPr>
            <p:ph type="pic" idx="19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B7C70459-DE10-4F5D-80E6-BAD5BA66267C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384032" y="1125538"/>
            <a:ext cx="5047879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buNone/>
              <a:defRPr sz="1600" b="0">
                <a:solidFill>
                  <a:schemeClr val="bg1"/>
                </a:solidFill>
                <a:latin typeface="Ubuntu Light"/>
                <a:ea typeface="Ubuntu Light"/>
                <a:cs typeface="Ubuntu Light"/>
              </a:defRPr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CC59ACB0-A839-47A7-AC17-01C5AED88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032" y="6907"/>
            <a:ext cx="5047879" cy="11273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8B886D2-95CB-49D8-B7AE-68DA209E76FA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384032" y="1627200"/>
            <a:ext cx="5047879" cy="482598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80975" indent="-180975">
              <a:buClrTx/>
              <a:buNone/>
              <a:defRPr sz="14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2pPr>
            <a:lvl3pPr marL="360000" indent="-180000">
              <a:buClrTx/>
              <a:buNone/>
              <a:defRPr sz="14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3pPr>
            <a:lvl4pPr marL="539750" indent="-180000">
              <a:buClrTx/>
              <a:buNone/>
              <a:defRPr sz="12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4pPr>
            <a:lvl5pPr marL="719138" indent="-180975">
              <a:buClrTx/>
              <a:buNone/>
              <a:defRPr sz="12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2EAF937C-9725-44A1-BB6F-11B4974BADA6}"/>
              </a:ext>
            </a:extLst>
          </p:cNvPr>
          <p:cNvSpPr>
            <a:spLocks noGrp="1"/>
          </p:cNvSpPr>
          <p:nvPr/>
        </p:nvSpPr>
        <p:spPr>
          <a:xfrm>
            <a:off x="11644642" y="334376"/>
            <a:ext cx="275896" cy="226185"/>
          </a:xfrm>
          <a:custGeom>
            <a:avLst/>
            <a:gdLst/>
            <a:ahLst/>
            <a:cxnLst/>
            <a:rect l="0" t="0" r="r" b="b"/>
            <a:pathLst>
              <a:path w="188" h="154">
                <a:moveTo>
                  <a:pt x="125" y="107"/>
                </a:moveTo>
                <a:cubicBezTo>
                  <a:pt x="160" y="107"/>
                  <a:pt x="188" y="78"/>
                  <a:pt x="188" y="43"/>
                </a:cubicBezTo>
                <a:cubicBezTo>
                  <a:pt x="186" y="28"/>
                  <a:pt x="181" y="0"/>
                  <a:pt x="141" y="0"/>
                </a:cubicBezTo>
                <a:cubicBezTo>
                  <a:pt x="99" y="0"/>
                  <a:pt x="84" y="60"/>
                  <a:pt x="49" y="99"/>
                </a:cubicBezTo>
                <a:cubicBezTo>
                  <a:pt x="47" y="121"/>
                  <a:pt x="26" y="140"/>
                  <a:pt x="0" y="144"/>
                </a:cubicBezTo>
                <a:cubicBezTo>
                  <a:pt x="6" y="150"/>
                  <a:pt x="20" y="154"/>
                  <a:pt x="37" y="154"/>
                </a:cubicBezTo>
                <a:cubicBezTo>
                  <a:pt x="68" y="154"/>
                  <a:pt x="106" y="145"/>
                  <a:pt x="125" y="125"/>
                </a:cubicBezTo>
                <a:cubicBezTo>
                  <a:pt x="99" y="126"/>
                  <a:pt x="82" y="109"/>
                  <a:pt x="81" y="86"/>
                </a:cubicBezTo>
                <a:cubicBezTo>
                  <a:pt x="93" y="101"/>
                  <a:pt x="108" y="107"/>
                  <a:pt x="125" y="107"/>
                </a:cubicBezTo>
              </a:path>
            </a:pathLst>
          </a:custGeom>
          <a:solidFill>
            <a:srgbClr val="12ABDB"/>
          </a:solidFill>
          <a:ln w="9525"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4" name="Freeform 14">
            <a:extLst>
              <a:ext uri="{FF2B5EF4-FFF2-40B4-BE49-F238E27FC236}">
                <a16:creationId xmlns:a16="http://schemas.microsoft.com/office/drawing/2014/main" id="{0B23023F-6948-45C1-A879-0B093E949B0A}"/>
              </a:ext>
            </a:extLst>
          </p:cNvPr>
          <p:cNvSpPr>
            <a:spLocks noGrp="1"/>
          </p:cNvSpPr>
          <p:nvPr/>
        </p:nvSpPr>
        <p:spPr>
          <a:xfrm>
            <a:off x="11501102" y="171573"/>
            <a:ext cx="419436" cy="356676"/>
          </a:xfrm>
          <a:custGeom>
            <a:avLst/>
            <a:gdLst/>
            <a:ahLst/>
            <a:cxnLst/>
            <a:rect l="0" t="0" r="r" b="b"/>
            <a:pathLst>
              <a:path w="286" h="243">
                <a:moveTo>
                  <a:pt x="286" y="152"/>
                </a:moveTo>
                <a:cubicBezTo>
                  <a:pt x="286" y="112"/>
                  <a:pt x="266" y="78"/>
                  <a:pt x="237" y="51"/>
                </a:cubicBezTo>
                <a:cubicBezTo>
                  <a:pt x="215" y="30"/>
                  <a:pt x="188" y="15"/>
                  <a:pt x="160" y="3"/>
                </a:cubicBezTo>
                <a:cubicBezTo>
                  <a:pt x="158" y="2"/>
                  <a:pt x="156" y="1"/>
                  <a:pt x="153" y="0"/>
                </a:cubicBezTo>
                <a:cubicBezTo>
                  <a:pt x="153" y="0"/>
                  <a:pt x="153" y="0"/>
                  <a:pt x="153" y="0"/>
                </a:cubicBezTo>
                <a:cubicBezTo>
                  <a:pt x="119" y="41"/>
                  <a:pt x="0" y="72"/>
                  <a:pt x="0" y="158"/>
                </a:cubicBezTo>
                <a:cubicBezTo>
                  <a:pt x="0" y="192"/>
                  <a:pt x="21" y="224"/>
                  <a:pt x="53" y="236"/>
                </a:cubicBezTo>
                <a:cubicBezTo>
                  <a:pt x="71" y="243"/>
                  <a:pt x="89" y="243"/>
                  <a:pt x="107" y="237"/>
                </a:cubicBezTo>
                <a:cubicBezTo>
                  <a:pt x="123" y="232"/>
                  <a:pt x="136" y="222"/>
                  <a:pt x="147" y="210"/>
                </a:cubicBezTo>
                <a:cubicBezTo>
                  <a:pt x="182" y="171"/>
                  <a:pt x="197" y="111"/>
                  <a:pt x="239" y="111"/>
                </a:cubicBezTo>
                <a:cubicBezTo>
                  <a:pt x="279" y="111"/>
                  <a:pt x="284" y="139"/>
                  <a:pt x="286" y="154"/>
                </a:cubicBezTo>
                <a:cubicBezTo>
                  <a:pt x="286" y="154"/>
                  <a:pt x="286" y="153"/>
                  <a:pt x="286" y="152"/>
                </a:cubicBezTo>
              </a:path>
            </a:pathLst>
          </a:custGeom>
          <a:solidFill>
            <a:srgbClr val="0070AD"/>
          </a:solidFill>
          <a:ln w="9525"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adient">
    <p:bg>
      <p:bgPr>
        <a:gradFill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166E472-7F03-4595-8219-0CA22510C30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buNone/>
              <a:defRPr sz="1600" b="0">
                <a:solidFill>
                  <a:schemeClr val="bg1"/>
                </a:solidFill>
                <a:latin typeface="Ubuntu Light"/>
                <a:ea typeface="Ubuntu Light"/>
                <a:cs typeface="Ubuntu Light"/>
              </a:defRPr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Freeform 320">
            <a:extLst>
              <a:ext uri="{FF2B5EF4-FFF2-40B4-BE49-F238E27FC236}">
                <a16:creationId xmlns:a16="http://schemas.microsoft.com/office/drawing/2014/main" id="{86845868-3C42-0B91-A56D-1739F1EE5238}"/>
              </a:ext>
            </a:extLst>
          </p:cNvPr>
          <p:cNvSpPr>
            <a:spLocks noGrp="1"/>
          </p:cNvSpPr>
          <p:nvPr/>
        </p:nvSpPr>
        <p:spPr>
          <a:xfrm>
            <a:off x="11501102" y="171573"/>
            <a:ext cx="409706" cy="354575"/>
          </a:xfrm>
          <a:custGeom>
            <a:avLst/>
            <a:gdLst>
              <a:gd name="T0" fmla="*/ 229 w 281"/>
              <a:gd name="T1" fmla="*/ 105 h 243"/>
              <a:gd name="T2" fmla="*/ 186 w 281"/>
              <a:gd name="T3" fmla="*/ 141 h 243"/>
              <a:gd name="T4" fmla="*/ 154 w 281"/>
              <a:gd name="T5" fmla="*/ 194 h 243"/>
              <a:gd name="T6" fmla="*/ 112 w 281"/>
              <a:gd name="T7" fmla="*/ 233 h 243"/>
              <a:gd name="T8" fmla="*/ 53 w 281"/>
              <a:gd name="T9" fmla="*/ 236 h 243"/>
              <a:gd name="T10" fmla="*/ 0 w 281"/>
              <a:gd name="T11" fmla="*/ 159 h 243"/>
              <a:gd name="T12" fmla="*/ 153 w 281"/>
              <a:gd name="T13" fmla="*/ 0 h 243"/>
              <a:gd name="T14" fmla="*/ 153 w 281"/>
              <a:gd name="T15" fmla="*/ 0 h 243"/>
              <a:gd name="T16" fmla="*/ 160 w 281"/>
              <a:gd name="T17" fmla="*/ 3 h 243"/>
              <a:gd name="T18" fmla="*/ 237 w 281"/>
              <a:gd name="T19" fmla="*/ 51 h 243"/>
              <a:gd name="T20" fmla="*/ 281 w 281"/>
              <a:gd name="T21" fmla="*/ 118 h 243"/>
              <a:gd name="T22" fmla="*/ 229 w 281"/>
              <a:gd name="T23" fmla="*/ 105 h 243"/>
            </a:gdLst>
            <a:ahLst/>
            <a:cxnLst/>
            <a:rect l="0" t="0" r="r" b="b"/>
            <a:pathLst>
              <a:path w="281" h="243">
                <a:moveTo>
                  <a:pt x="229" y="105"/>
                </a:moveTo>
                <a:cubicBezTo>
                  <a:pt x="210" y="109"/>
                  <a:pt x="196" y="125"/>
                  <a:pt x="186" y="141"/>
                </a:cubicBezTo>
                <a:cubicBezTo>
                  <a:pt x="175" y="159"/>
                  <a:pt x="166" y="177"/>
                  <a:pt x="154" y="194"/>
                </a:cubicBezTo>
                <a:cubicBezTo>
                  <a:pt x="143" y="211"/>
                  <a:pt x="130" y="225"/>
                  <a:pt x="112" y="233"/>
                </a:cubicBezTo>
                <a:cubicBezTo>
                  <a:pt x="93" y="242"/>
                  <a:pt x="72" y="243"/>
                  <a:pt x="53" y="236"/>
                </a:cubicBezTo>
                <a:cubicBezTo>
                  <a:pt x="21" y="224"/>
                  <a:pt x="0" y="192"/>
                  <a:pt x="0" y="159"/>
                </a:cubicBezTo>
                <a:cubicBezTo>
                  <a:pt x="0" y="72"/>
                  <a:pt x="119" y="42"/>
                  <a:pt x="153" y="0"/>
                </a:cubicBezTo>
                <a:cubicBezTo>
                  <a:pt x="153" y="0"/>
                  <a:pt x="153" y="0"/>
                  <a:pt x="153" y="0"/>
                </a:cubicBezTo>
                <a:cubicBezTo>
                  <a:pt x="155" y="1"/>
                  <a:pt x="158" y="2"/>
                  <a:pt x="160" y="3"/>
                </a:cubicBezTo>
                <a:cubicBezTo>
                  <a:pt x="188" y="15"/>
                  <a:pt x="214" y="30"/>
                  <a:pt x="237" y="51"/>
                </a:cubicBezTo>
                <a:cubicBezTo>
                  <a:pt x="258" y="70"/>
                  <a:pt x="273" y="92"/>
                  <a:pt x="281" y="118"/>
                </a:cubicBezTo>
                <a:cubicBezTo>
                  <a:pt x="268" y="105"/>
                  <a:pt x="247" y="100"/>
                  <a:pt x="229" y="105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5" name="Freeform 321">
            <a:extLst>
              <a:ext uri="{FF2B5EF4-FFF2-40B4-BE49-F238E27FC236}">
                <a16:creationId xmlns:a16="http://schemas.microsoft.com/office/drawing/2014/main" id="{F5D1D048-6CFA-0DCF-5953-84431BE6754C}"/>
              </a:ext>
            </a:extLst>
          </p:cNvPr>
          <p:cNvSpPr>
            <a:spLocks noGrp="1"/>
          </p:cNvSpPr>
          <p:nvPr/>
        </p:nvSpPr>
        <p:spPr>
          <a:xfrm>
            <a:off x="11647040" y="336429"/>
            <a:ext cx="273498" cy="223231"/>
          </a:xfrm>
          <a:custGeom>
            <a:avLst/>
            <a:gdLst>
              <a:gd name="T0" fmla="*/ 183 w 188"/>
              <a:gd name="T1" fmla="*/ 61 h 153"/>
              <a:gd name="T2" fmla="*/ 140 w 188"/>
              <a:gd name="T3" fmla="*/ 103 h 153"/>
              <a:gd name="T4" fmla="*/ 79 w 188"/>
              <a:gd name="T5" fmla="*/ 84 h 153"/>
              <a:gd name="T6" fmla="*/ 123 w 188"/>
              <a:gd name="T7" fmla="*/ 124 h 153"/>
              <a:gd name="T8" fmla="*/ 65 w 188"/>
              <a:gd name="T9" fmla="*/ 149 h 153"/>
              <a:gd name="T10" fmla="*/ 31 w 188"/>
              <a:gd name="T11" fmla="*/ 152 h 153"/>
              <a:gd name="T12" fmla="*/ 0 w 188"/>
              <a:gd name="T13" fmla="*/ 144 h 153"/>
              <a:gd name="T14" fmla="*/ 48 w 188"/>
              <a:gd name="T15" fmla="*/ 114 h 153"/>
              <a:gd name="T16" fmla="*/ 77 w 188"/>
              <a:gd name="T17" fmla="*/ 72 h 153"/>
              <a:gd name="T18" fmla="*/ 103 w 188"/>
              <a:gd name="T19" fmla="*/ 25 h 153"/>
              <a:gd name="T20" fmla="*/ 140 w 188"/>
              <a:gd name="T21" fmla="*/ 1 h 153"/>
              <a:gd name="T22" fmla="*/ 182 w 188"/>
              <a:gd name="T23" fmla="*/ 22 h 153"/>
              <a:gd name="T24" fmla="*/ 183 w 188"/>
              <a:gd name="T25" fmla="*/ 61 h 153"/>
            </a:gdLst>
            <a:ahLst/>
            <a:cxnLst/>
            <a:rect l="0" t="0" r="r" b="b"/>
            <a:pathLst>
              <a:path w="188" h="153">
                <a:moveTo>
                  <a:pt x="183" y="61"/>
                </a:moveTo>
                <a:cubicBezTo>
                  <a:pt x="177" y="81"/>
                  <a:pt x="160" y="97"/>
                  <a:pt x="140" y="103"/>
                </a:cubicBezTo>
                <a:cubicBezTo>
                  <a:pt x="117" y="109"/>
                  <a:pt x="94" y="102"/>
                  <a:pt x="79" y="84"/>
                </a:cubicBezTo>
                <a:cubicBezTo>
                  <a:pt x="80" y="108"/>
                  <a:pt x="99" y="124"/>
                  <a:pt x="123" y="124"/>
                </a:cubicBezTo>
                <a:cubicBezTo>
                  <a:pt x="108" y="139"/>
                  <a:pt x="86" y="146"/>
                  <a:pt x="65" y="149"/>
                </a:cubicBezTo>
                <a:cubicBezTo>
                  <a:pt x="54" y="151"/>
                  <a:pt x="42" y="153"/>
                  <a:pt x="31" y="152"/>
                </a:cubicBezTo>
                <a:cubicBezTo>
                  <a:pt x="21" y="152"/>
                  <a:pt x="9" y="150"/>
                  <a:pt x="0" y="144"/>
                </a:cubicBezTo>
                <a:cubicBezTo>
                  <a:pt x="19" y="139"/>
                  <a:pt x="35" y="128"/>
                  <a:pt x="48" y="114"/>
                </a:cubicBezTo>
                <a:cubicBezTo>
                  <a:pt x="60" y="101"/>
                  <a:pt x="69" y="87"/>
                  <a:pt x="77" y="72"/>
                </a:cubicBezTo>
                <a:cubicBezTo>
                  <a:pt x="85" y="56"/>
                  <a:pt x="92" y="39"/>
                  <a:pt x="103" y="25"/>
                </a:cubicBezTo>
                <a:cubicBezTo>
                  <a:pt x="112" y="12"/>
                  <a:pt x="124" y="2"/>
                  <a:pt x="140" y="1"/>
                </a:cubicBezTo>
                <a:cubicBezTo>
                  <a:pt x="157" y="0"/>
                  <a:pt x="174" y="7"/>
                  <a:pt x="182" y="22"/>
                </a:cubicBezTo>
                <a:cubicBezTo>
                  <a:pt x="188" y="35"/>
                  <a:pt x="187" y="48"/>
                  <a:pt x="183" y="61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7D5AB5-F4DB-ECDA-A390-D4489064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apgemini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320">
            <a:extLst>
              <a:ext uri="{FF2B5EF4-FFF2-40B4-BE49-F238E27FC236}">
                <a16:creationId xmlns:a16="http://schemas.microsoft.com/office/drawing/2014/main" id="{6A17AE04-922A-4540-99C5-F8D62C3B08E0}"/>
              </a:ext>
            </a:extLst>
          </p:cNvPr>
          <p:cNvSpPr>
            <a:spLocks noGrp="1"/>
          </p:cNvSpPr>
          <p:nvPr/>
        </p:nvSpPr>
        <p:spPr>
          <a:xfrm>
            <a:off x="11501102" y="171573"/>
            <a:ext cx="409706" cy="354575"/>
          </a:xfrm>
          <a:custGeom>
            <a:avLst/>
            <a:gdLst>
              <a:gd name="T0" fmla="*/ 229 w 281"/>
              <a:gd name="T1" fmla="*/ 105 h 243"/>
              <a:gd name="T2" fmla="*/ 186 w 281"/>
              <a:gd name="T3" fmla="*/ 141 h 243"/>
              <a:gd name="T4" fmla="*/ 154 w 281"/>
              <a:gd name="T5" fmla="*/ 194 h 243"/>
              <a:gd name="T6" fmla="*/ 112 w 281"/>
              <a:gd name="T7" fmla="*/ 233 h 243"/>
              <a:gd name="T8" fmla="*/ 53 w 281"/>
              <a:gd name="T9" fmla="*/ 236 h 243"/>
              <a:gd name="T10" fmla="*/ 0 w 281"/>
              <a:gd name="T11" fmla="*/ 159 h 243"/>
              <a:gd name="T12" fmla="*/ 153 w 281"/>
              <a:gd name="T13" fmla="*/ 0 h 243"/>
              <a:gd name="T14" fmla="*/ 153 w 281"/>
              <a:gd name="T15" fmla="*/ 0 h 243"/>
              <a:gd name="T16" fmla="*/ 160 w 281"/>
              <a:gd name="T17" fmla="*/ 3 h 243"/>
              <a:gd name="T18" fmla="*/ 237 w 281"/>
              <a:gd name="T19" fmla="*/ 51 h 243"/>
              <a:gd name="T20" fmla="*/ 281 w 281"/>
              <a:gd name="T21" fmla="*/ 118 h 243"/>
              <a:gd name="T22" fmla="*/ 229 w 281"/>
              <a:gd name="T23" fmla="*/ 105 h 243"/>
            </a:gdLst>
            <a:ahLst/>
            <a:cxnLst/>
            <a:rect l="0" t="0" r="r" b="b"/>
            <a:pathLst>
              <a:path w="281" h="243">
                <a:moveTo>
                  <a:pt x="229" y="105"/>
                </a:moveTo>
                <a:cubicBezTo>
                  <a:pt x="210" y="109"/>
                  <a:pt x="196" y="125"/>
                  <a:pt x="186" y="141"/>
                </a:cubicBezTo>
                <a:cubicBezTo>
                  <a:pt x="175" y="159"/>
                  <a:pt x="166" y="177"/>
                  <a:pt x="154" y="194"/>
                </a:cubicBezTo>
                <a:cubicBezTo>
                  <a:pt x="143" y="211"/>
                  <a:pt x="130" y="225"/>
                  <a:pt x="112" y="233"/>
                </a:cubicBezTo>
                <a:cubicBezTo>
                  <a:pt x="93" y="242"/>
                  <a:pt x="72" y="243"/>
                  <a:pt x="53" y="236"/>
                </a:cubicBezTo>
                <a:cubicBezTo>
                  <a:pt x="21" y="224"/>
                  <a:pt x="0" y="192"/>
                  <a:pt x="0" y="159"/>
                </a:cubicBezTo>
                <a:cubicBezTo>
                  <a:pt x="0" y="72"/>
                  <a:pt x="119" y="42"/>
                  <a:pt x="153" y="0"/>
                </a:cubicBezTo>
                <a:cubicBezTo>
                  <a:pt x="153" y="0"/>
                  <a:pt x="153" y="0"/>
                  <a:pt x="153" y="0"/>
                </a:cubicBezTo>
                <a:cubicBezTo>
                  <a:pt x="155" y="1"/>
                  <a:pt x="158" y="2"/>
                  <a:pt x="160" y="3"/>
                </a:cubicBezTo>
                <a:cubicBezTo>
                  <a:pt x="188" y="15"/>
                  <a:pt x="214" y="30"/>
                  <a:pt x="237" y="51"/>
                </a:cubicBezTo>
                <a:cubicBezTo>
                  <a:pt x="258" y="70"/>
                  <a:pt x="273" y="92"/>
                  <a:pt x="281" y="118"/>
                </a:cubicBezTo>
                <a:cubicBezTo>
                  <a:pt x="268" y="105"/>
                  <a:pt x="247" y="100"/>
                  <a:pt x="229" y="105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0" name="Freeform 321">
            <a:extLst>
              <a:ext uri="{FF2B5EF4-FFF2-40B4-BE49-F238E27FC236}">
                <a16:creationId xmlns:a16="http://schemas.microsoft.com/office/drawing/2014/main" id="{DF832F2C-D3A7-4DE5-96EA-08ADD488B23C}"/>
              </a:ext>
            </a:extLst>
          </p:cNvPr>
          <p:cNvSpPr>
            <a:spLocks noGrp="1"/>
          </p:cNvSpPr>
          <p:nvPr/>
        </p:nvSpPr>
        <p:spPr>
          <a:xfrm>
            <a:off x="11647040" y="336429"/>
            <a:ext cx="273498" cy="223231"/>
          </a:xfrm>
          <a:custGeom>
            <a:avLst/>
            <a:gdLst>
              <a:gd name="T0" fmla="*/ 183 w 188"/>
              <a:gd name="T1" fmla="*/ 61 h 153"/>
              <a:gd name="T2" fmla="*/ 140 w 188"/>
              <a:gd name="T3" fmla="*/ 103 h 153"/>
              <a:gd name="T4" fmla="*/ 79 w 188"/>
              <a:gd name="T5" fmla="*/ 84 h 153"/>
              <a:gd name="T6" fmla="*/ 123 w 188"/>
              <a:gd name="T7" fmla="*/ 124 h 153"/>
              <a:gd name="T8" fmla="*/ 65 w 188"/>
              <a:gd name="T9" fmla="*/ 149 h 153"/>
              <a:gd name="T10" fmla="*/ 31 w 188"/>
              <a:gd name="T11" fmla="*/ 152 h 153"/>
              <a:gd name="T12" fmla="*/ 0 w 188"/>
              <a:gd name="T13" fmla="*/ 144 h 153"/>
              <a:gd name="T14" fmla="*/ 48 w 188"/>
              <a:gd name="T15" fmla="*/ 114 h 153"/>
              <a:gd name="T16" fmla="*/ 77 w 188"/>
              <a:gd name="T17" fmla="*/ 72 h 153"/>
              <a:gd name="T18" fmla="*/ 103 w 188"/>
              <a:gd name="T19" fmla="*/ 25 h 153"/>
              <a:gd name="T20" fmla="*/ 140 w 188"/>
              <a:gd name="T21" fmla="*/ 1 h 153"/>
              <a:gd name="T22" fmla="*/ 182 w 188"/>
              <a:gd name="T23" fmla="*/ 22 h 153"/>
              <a:gd name="T24" fmla="*/ 183 w 188"/>
              <a:gd name="T25" fmla="*/ 61 h 153"/>
            </a:gdLst>
            <a:ahLst/>
            <a:cxnLst/>
            <a:rect l="0" t="0" r="r" b="b"/>
            <a:pathLst>
              <a:path w="188" h="153">
                <a:moveTo>
                  <a:pt x="183" y="61"/>
                </a:moveTo>
                <a:cubicBezTo>
                  <a:pt x="177" y="81"/>
                  <a:pt x="160" y="97"/>
                  <a:pt x="140" y="103"/>
                </a:cubicBezTo>
                <a:cubicBezTo>
                  <a:pt x="117" y="109"/>
                  <a:pt x="94" y="102"/>
                  <a:pt x="79" y="84"/>
                </a:cubicBezTo>
                <a:cubicBezTo>
                  <a:pt x="80" y="108"/>
                  <a:pt x="99" y="124"/>
                  <a:pt x="123" y="124"/>
                </a:cubicBezTo>
                <a:cubicBezTo>
                  <a:pt x="108" y="139"/>
                  <a:pt x="86" y="146"/>
                  <a:pt x="65" y="149"/>
                </a:cubicBezTo>
                <a:cubicBezTo>
                  <a:pt x="54" y="151"/>
                  <a:pt x="42" y="153"/>
                  <a:pt x="31" y="152"/>
                </a:cubicBezTo>
                <a:cubicBezTo>
                  <a:pt x="21" y="152"/>
                  <a:pt x="9" y="150"/>
                  <a:pt x="0" y="144"/>
                </a:cubicBezTo>
                <a:cubicBezTo>
                  <a:pt x="19" y="139"/>
                  <a:pt x="35" y="128"/>
                  <a:pt x="48" y="114"/>
                </a:cubicBezTo>
                <a:cubicBezTo>
                  <a:pt x="60" y="101"/>
                  <a:pt x="69" y="87"/>
                  <a:pt x="77" y="72"/>
                </a:cubicBezTo>
                <a:cubicBezTo>
                  <a:pt x="85" y="56"/>
                  <a:pt x="92" y="39"/>
                  <a:pt x="103" y="25"/>
                </a:cubicBezTo>
                <a:cubicBezTo>
                  <a:pt x="112" y="12"/>
                  <a:pt x="124" y="2"/>
                  <a:pt x="140" y="1"/>
                </a:cubicBezTo>
                <a:cubicBezTo>
                  <a:pt x="157" y="0"/>
                  <a:pt x="174" y="7"/>
                  <a:pt x="182" y="22"/>
                </a:cubicBezTo>
                <a:cubicBezTo>
                  <a:pt x="188" y="35"/>
                  <a:pt x="187" y="48"/>
                  <a:pt x="183" y="61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942043-0ED4-4362-8DCB-F241572195DD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buNone/>
              <a:defRPr sz="1600" b="0">
                <a:solidFill>
                  <a:schemeClr val="bg1"/>
                </a:solidFill>
                <a:latin typeface="Ubuntu Light"/>
                <a:ea typeface="Ubuntu Light"/>
                <a:cs typeface="Ubuntu Light"/>
              </a:defRPr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4754F-A565-D595-AC8C-9F0E9407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Left White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5CAE5525-158B-6161-23E7-E43B971ED5AD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7968207" y="908721"/>
            <a:ext cx="4223793" cy="5949280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/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t>Insert Picture and send to back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B342561-1DD2-4DA7-BA2A-C8E3856FE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908720"/>
            <a:ext cx="6624116" cy="1584176"/>
          </a:xfrm>
        </p:spPr>
        <p:txBody>
          <a:bodyPr vert="horz" lIns="0" tIns="0" rIns="0" bIns="0" anchor="b">
            <a:noAutofit/>
          </a:bodyPr>
          <a:lstStyle>
            <a:lvl1pPr>
              <a:buNone/>
              <a:defRPr sz="3600" cap="none" baseline="0">
                <a:solidFill>
                  <a:schemeClr val="tx1"/>
                </a:solidFill>
              </a:defRPr>
            </a:lvl1pPr>
          </a:lstStyle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10FA47-1FF8-451B-8532-F1B477524FA0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407988" y="2924944"/>
            <a:ext cx="6624115" cy="2808311"/>
          </a:xfrm>
          <a:prstGeom prst="rect">
            <a:avLst/>
          </a:prstGeom>
        </p:spPr>
        <p:txBody>
          <a:bodyPr>
            <a:no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rge Title &amp; Large Ima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D3B1FE99-E8D3-C5FE-4E44-4E4EF67B45D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096001" y="908721"/>
            <a:ext cx="6096000" cy="5949280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/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t>Insert Picture and send to back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B342561-1DD2-4DA7-BA2A-C8E3856FE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692696"/>
            <a:ext cx="4751907" cy="1800200"/>
          </a:xfrm>
        </p:spPr>
        <p:txBody>
          <a:bodyPr vert="horz" lIns="0" tIns="0" rIns="0" bIns="0" anchor="b">
            <a:noAutofit/>
          </a:bodyPr>
          <a:lstStyle>
            <a:lvl1pPr>
              <a:lnSpc>
                <a:spcPct val="80000"/>
              </a:lnSpc>
              <a:buNone/>
              <a:defRPr sz="3600" baseline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6DF15B-7249-491B-BFB7-9A33784178C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07988" y="2924944"/>
            <a:ext cx="4751907" cy="3528244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break Full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515EF69-611F-4B2F-BC64-DD310E600154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1911680 w 12192000"/>
              <a:gd name="connsiteY0" fmla="*/ 373627 h 6858000"/>
              <a:gd name="connsiteX1" fmla="*/ 11857975 w 12192000"/>
              <a:gd name="connsiteY1" fmla="*/ 408564 h 6858000"/>
              <a:gd name="connsiteX2" fmla="*/ 11820236 w 12192000"/>
              <a:gd name="connsiteY2" fmla="*/ 476983 h 6858000"/>
              <a:gd name="connsiteX3" fmla="*/ 11778143 w 12192000"/>
              <a:gd name="connsiteY3" fmla="*/ 538124 h 6858000"/>
              <a:gd name="connsiteX4" fmla="*/ 11708472 w 12192000"/>
              <a:gd name="connsiteY4" fmla="*/ 581796 h 6858000"/>
              <a:gd name="connsiteX5" fmla="*/ 11753468 w 12192000"/>
              <a:gd name="connsiteY5" fmla="*/ 593441 h 6858000"/>
              <a:gd name="connsiteX6" fmla="*/ 11802818 w 12192000"/>
              <a:gd name="connsiteY6" fmla="*/ 589074 h 6858000"/>
              <a:gd name="connsiteX7" fmla="*/ 11887005 w 12192000"/>
              <a:gd name="connsiteY7" fmla="*/ 552681 h 6858000"/>
              <a:gd name="connsiteX8" fmla="*/ 11823139 w 12192000"/>
              <a:gd name="connsiteY8" fmla="*/ 494452 h 6858000"/>
              <a:gd name="connsiteX9" fmla="*/ 11911680 w 12192000"/>
              <a:gd name="connsiteY9" fmla="*/ 522111 h 6858000"/>
              <a:gd name="connsiteX10" fmla="*/ 11974094 w 12192000"/>
              <a:gd name="connsiteY10" fmla="*/ 460970 h 6858000"/>
              <a:gd name="connsiteX11" fmla="*/ 11972642 w 12192000"/>
              <a:gd name="connsiteY11" fmla="*/ 404197 h 6858000"/>
              <a:gd name="connsiteX12" fmla="*/ 11911680 w 12192000"/>
              <a:gd name="connsiteY12" fmla="*/ 373627 h 6858000"/>
              <a:gd name="connsiteX13" fmla="*/ 11785438 w 12192000"/>
              <a:gd name="connsiteY13" fmla="*/ 207688 h 6858000"/>
              <a:gd name="connsiteX14" fmla="*/ 11562864 w 12192000"/>
              <a:gd name="connsiteY14" fmla="*/ 439169 h 6858000"/>
              <a:gd name="connsiteX15" fmla="*/ 11639965 w 12192000"/>
              <a:gd name="connsiteY15" fmla="*/ 551270 h 6858000"/>
              <a:gd name="connsiteX16" fmla="*/ 11725794 w 12192000"/>
              <a:gd name="connsiteY16" fmla="*/ 546903 h 6858000"/>
              <a:gd name="connsiteX17" fmla="*/ 11786893 w 12192000"/>
              <a:gd name="connsiteY17" fmla="*/ 490124 h 6858000"/>
              <a:gd name="connsiteX18" fmla="*/ 11833444 w 12192000"/>
              <a:gd name="connsiteY18" fmla="*/ 412964 h 6858000"/>
              <a:gd name="connsiteX19" fmla="*/ 11895998 w 12192000"/>
              <a:gd name="connsiteY19" fmla="*/ 360553 h 6858000"/>
              <a:gd name="connsiteX20" fmla="*/ 11971644 w 12192000"/>
              <a:gd name="connsiteY20" fmla="*/ 379479 h 6858000"/>
              <a:gd name="connsiteX21" fmla="*/ 11907636 w 12192000"/>
              <a:gd name="connsiteY21" fmla="*/ 281937 h 6858000"/>
              <a:gd name="connsiteX22" fmla="*/ 11795621 w 12192000"/>
              <a:gd name="connsiteY22" fmla="*/ 212056 h 6858000"/>
              <a:gd name="connsiteX23" fmla="*/ 11785438 w 12192000"/>
              <a:gd name="connsiteY23" fmla="*/ 207688 h 6858000"/>
              <a:gd name="connsiteX24" fmla="*/ 0 w 12192000"/>
              <a:gd name="connsiteY24" fmla="*/ 0 h 6858000"/>
              <a:gd name="connsiteX25" fmla="*/ 12192000 w 12192000"/>
              <a:gd name="connsiteY25" fmla="*/ 0 h 6858000"/>
              <a:gd name="connsiteX26" fmla="*/ 12192000 w 12192000"/>
              <a:gd name="connsiteY26" fmla="*/ 6858000 h 6858000"/>
              <a:gd name="connsiteX27" fmla="*/ 0 w 12192000"/>
              <a:gd name="connsiteY27" fmla="*/ 6858000 h 6858000"/>
            </a:gdLst>
            <a:ahLst/>
            <a:cxnLst/>
            <a:rect l="l" t="t" r="r" b="b"/>
            <a:pathLst>
              <a:path w="12192000" h="6858000">
                <a:moveTo>
                  <a:pt x="11911680" y="373627"/>
                </a:moveTo>
                <a:cubicBezTo>
                  <a:pt x="11888456" y="375083"/>
                  <a:pt x="11871038" y="389640"/>
                  <a:pt x="11857975" y="408564"/>
                </a:cubicBezTo>
                <a:cubicBezTo>
                  <a:pt x="11842009" y="428944"/>
                  <a:pt x="11831848" y="453692"/>
                  <a:pt x="11820236" y="476983"/>
                </a:cubicBezTo>
                <a:cubicBezTo>
                  <a:pt x="11808624" y="498819"/>
                  <a:pt x="11795561" y="519199"/>
                  <a:pt x="11778143" y="538124"/>
                </a:cubicBezTo>
                <a:cubicBezTo>
                  <a:pt x="11759274" y="558504"/>
                  <a:pt x="11736050" y="574517"/>
                  <a:pt x="11708472" y="581796"/>
                </a:cubicBezTo>
                <a:cubicBezTo>
                  <a:pt x="11721535" y="590530"/>
                  <a:pt x="11738953" y="593441"/>
                  <a:pt x="11753468" y="593441"/>
                </a:cubicBezTo>
                <a:cubicBezTo>
                  <a:pt x="11769434" y="594897"/>
                  <a:pt x="11786852" y="591986"/>
                  <a:pt x="11802818" y="589074"/>
                </a:cubicBezTo>
                <a:cubicBezTo>
                  <a:pt x="11833300" y="584707"/>
                  <a:pt x="11865232" y="574517"/>
                  <a:pt x="11887005" y="552681"/>
                </a:cubicBezTo>
                <a:cubicBezTo>
                  <a:pt x="11852169" y="552681"/>
                  <a:pt x="11824591" y="529389"/>
                  <a:pt x="11823139" y="494452"/>
                </a:cubicBezTo>
                <a:cubicBezTo>
                  <a:pt x="11844912" y="520655"/>
                  <a:pt x="11878296" y="530845"/>
                  <a:pt x="11911680" y="522111"/>
                </a:cubicBezTo>
                <a:cubicBezTo>
                  <a:pt x="11940709" y="513376"/>
                  <a:pt x="11965385" y="490085"/>
                  <a:pt x="11974094" y="460970"/>
                </a:cubicBezTo>
                <a:cubicBezTo>
                  <a:pt x="11979900" y="442046"/>
                  <a:pt x="11981351" y="423121"/>
                  <a:pt x="11972642" y="404197"/>
                </a:cubicBezTo>
                <a:cubicBezTo>
                  <a:pt x="11961030" y="382361"/>
                  <a:pt x="11936355" y="372171"/>
                  <a:pt x="11911680" y="373627"/>
                </a:cubicBezTo>
                <a:close/>
                <a:moveTo>
                  <a:pt x="11785438" y="207688"/>
                </a:moveTo>
                <a:cubicBezTo>
                  <a:pt x="11735977" y="268834"/>
                  <a:pt x="11562864" y="312510"/>
                  <a:pt x="11562864" y="439169"/>
                </a:cubicBezTo>
                <a:cubicBezTo>
                  <a:pt x="11562864" y="487212"/>
                  <a:pt x="11593413" y="533800"/>
                  <a:pt x="11639965" y="551270"/>
                </a:cubicBezTo>
                <a:cubicBezTo>
                  <a:pt x="11667605" y="561461"/>
                  <a:pt x="11698154" y="560005"/>
                  <a:pt x="11725794" y="546903"/>
                </a:cubicBezTo>
                <a:cubicBezTo>
                  <a:pt x="11751979" y="535256"/>
                  <a:pt x="11770891" y="514874"/>
                  <a:pt x="11786893" y="490124"/>
                </a:cubicBezTo>
                <a:cubicBezTo>
                  <a:pt x="11804350" y="465375"/>
                  <a:pt x="11817442" y="439169"/>
                  <a:pt x="11833444" y="412964"/>
                </a:cubicBezTo>
                <a:cubicBezTo>
                  <a:pt x="11847992" y="389670"/>
                  <a:pt x="11868358" y="366376"/>
                  <a:pt x="11895998" y="360553"/>
                </a:cubicBezTo>
                <a:cubicBezTo>
                  <a:pt x="11922183" y="353274"/>
                  <a:pt x="11952732" y="360553"/>
                  <a:pt x="11971644" y="379479"/>
                </a:cubicBezTo>
                <a:cubicBezTo>
                  <a:pt x="11960006" y="341627"/>
                  <a:pt x="11938185" y="309598"/>
                  <a:pt x="11907636" y="281937"/>
                </a:cubicBezTo>
                <a:cubicBezTo>
                  <a:pt x="11874177" y="251364"/>
                  <a:pt x="11836354" y="229526"/>
                  <a:pt x="11795621" y="212056"/>
                </a:cubicBezTo>
                <a:cubicBezTo>
                  <a:pt x="11792712" y="210600"/>
                  <a:pt x="11788348" y="209144"/>
                  <a:pt x="11785438" y="20768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t>Click icon to add picture and send picture to back</a:t>
            </a:r>
          </a:p>
        </p:txBody>
      </p:sp>
      <p:sp>
        <p:nvSpPr>
          <p:cNvPr id="13" name="Freeform 320">
            <a:extLst>
              <a:ext uri="{FF2B5EF4-FFF2-40B4-BE49-F238E27FC236}">
                <a16:creationId xmlns:a16="http://schemas.microsoft.com/office/drawing/2014/main" id="{B7BDD3A5-74DC-407F-917E-4CAA2D7F6478}"/>
              </a:ext>
            </a:extLst>
          </p:cNvPr>
          <p:cNvSpPr>
            <a:spLocks noGrp="1"/>
          </p:cNvSpPr>
          <p:nvPr/>
        </p:nvSpPr>
        <p:spPr>
          <a:xfrm>
            <a:off x="11562864" y="207688"/>
            <a:ext cx="408779" cy="353773"/>
          </a:xfrm>
          <a:custGeom>
            <a:avLst/>
            <a:gdLst>
              <a:gd name="T0" fmla="*/ 229 w 281"/>
              <a:gd name="T1" fmla="*/ 105 h 243"/>
              <a:gd name="T2" fmla="*/ 186 w 281"/>
              <a:gd name="T3" fmla="*/ 141 h 243"/>
              <a:gd name="T4" fmla="*/ 154 w 281"/>
              <a:gd name="T5" fmla="*/ 194 h 243"/>
              <a:gd name="T6" fmla="*/ 112 w 281"/>
              <a:gd name="T7" fmla="*/ 233 h 243"/>
              <a:gd name="T8" fmla="*/ 53 w 281"/>
              <a:gd name="T9" fmla="*/ 236 h 243"/>
              <a:gd name="T10" fmla="*/ 0 w 281"/>
              <a:gd name="T11" fmla="*/ 159 h 243"/>
              <a:gd name="T12" fmla="*/ 153 w 281"/>
              <a:gd name="T13" fmla="*/ 0 h 243"/>
              <a:gd name="T14" fmla="*/ 153 w 281"/>
              <a:gd name="T15" fmla="*/ 0 h 243"/>
              <a:gd name="T16" fmla="*/ 160 w 281"/>
              <a:gd name="T17" fmla="*/ 3 h 243"/>
              <a:gd name="T18" fmla="*/ 237 w 281"/>
              <a:gd name="T19" fmla="*/ 51 h 243"/>
              <a:gd name="T20" fmla="*/ 281 w 281"/>
              <a:gd name="T21" fmla="*/ 118 h 243"/>
              <a:gd name="T22" fmla="*/ 229 w 281"/>
              <a:gd name="T23" fmla="*/ 105 h 243"/>
            </a:gdLst>
            <a:ahLst/>
            <a:cxnLst/>
            <a:rect l="0" t="0" r="r" b="b"/>
            <a:pathLst>
              <a:path w="281" h="243">
                <a:moveTo>
                  <a:pt x="229" y="105"/>
                </a:moveTo>
                <a:cubicBezTo>
                  <a:pt x="210" y="109"/>
                  <a:pt x="196" y="125"/>
                  <a:pt x="186" y="141"/>
                </a:cubicBezTo>
                <a:cubicBezTo>
                  <a:pt x="175" y="159"/>
                  <a:pt x="166" y="177"/>
                  <a:pt x="154" y="194"/>
                </a:cubicBezTo>
                <a:cubicBezTo>
                  <a:pt x="143" y="211"/>
                  <a:pt x="130" y="225"/>
                  <a:pt x="112" y="233"/>
                </a:cubicBezTo>
                <a:cubicBezTo>
                  <a:pt x="93" y="242"/>
                  <a:pt x="72" y="243"/>
                  <a:pt x="53" y="236"/>
                </a:cubicBezTo>
                <a:cubicBezTo>
                  <a:pt x="21" y="224"/>
                  <a:pt x="0" y="192"/>
                  <a:pt x="0" y="159"/>
                </a:cubicBezTo>
                <a:cubicBezTo>
                  <a:pt x="0" y="72"/>
                  <a:pt x="119" y="42"/>
                  <a:pt x="153" y="0"/>
                </a:cubicBezTo>
                <a:cubicBezTo>
                  <a:pt x="153" y="0"/>
                  <a:pt x="153" y="0"/>
                  <a:pt x="153" y="0"/>
                </a:cubicBezTo>
                <a:cubicBezTo>
                  <a:pt x="155" y="1"/>
                  <a:pt x="158" y="2"/>
                  <a:pt x="160" y="3"/>
                </a:cubicBezTo>
                <a:cubicBezTo>
                  <a:pt x="188" y="15"/>
                  <a:pt x="214" y="30"/>
                  <a:pt x="237" y="51"/>
                </a:cubicBezTo>
                <a:cubicBezTo>
                  <a:pt x="258" y="70"/>
                  <a:pt x="273" y="92"/>
                  <a:pt x="281" y="118"/>
                </a:cubicBezTo>
                <a:cubicBezTo>
                  <a:pt x="268" y="105"/>
                  <a:pt x="247" y="100"/>
                  <a:pt x="229" y="105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4" name="Freeform 321">
            <a:extLst>
              <a:ext uri="{FF2B5EF4-FFF2-40B4-BE49-F238E27FC236}">
                <a16:creationId xmlns:a16="http://schemas.microsoft.com/office/drawing/2014/main" id="{AFD49D75-8E14-497D-BFBC-1AB7413E4B59}"/>
              </a:ext>
            </a:extLst>
          </p:cNvPr>
          <p:cNvSpPr>
            <a:spLocks noGrp="1"/>
          </p:cNvSpPr>
          <p:nvPr/>
        </p:nvSpPr>
        <p:spPr>
          <a:xfrm>
            <a:off x="11708472" y="372171"/>
            <a:ext cx="272879" cy="222726"/>
          </a:xfrm>
          <a:custGeom>
            <a:avLst/>
            <a:gdLst>
              <a:gd name="T0" fmla="*/ 183 w 188"/>
              <a:gd name="T1" fmla="*/ 61 h 153"/>
              <a:gd name="T2" fmla="*/ 140 w 188"/>
              <a:gd name="T3" fmla="*/ 103 h 153"/>
              <a:gd name="T4" fmla="*/ 79 w 188"/>
              <a:gd name="T5" fmla="*/ 84 h 153"/>
              <a:gd name="T6" fmla="*/ 123 w 188"/>
              <a:gd name="T7" fmla="*/ 124 h 153"/>
              <a:gd name="T8" fmla="*/ 65 w 188"/>
              <a:gd name="T9" fmla="*/ 149 h 153"/>
              <a:gd name="T10" fmla="*/ 31 w 188"/>
              <a:gd name="T11" fmla="*/ 152 h 153"/>
              <a:gd name="T12" fmla="*/ 0 w 188"/>
              <a:gd name="T13" fmla="*/ 144 h 153"/>
              <a:gd name="T14" fmla="*/ 48 w 188"/>
              <a:gd name="T15" fmla="*/ 114 h 153"/>
              <a:gd name="T16" fmla="*/ 77 w 188"/>
              <a:gd name="T17" fmla="*/ 72 h 153"/>
              <a:gd name="T18" fmla="*/ 103 w 188"/>
              <a:gd name="T19" fmla="*/ 25 h 153"/>
              <a:gd name="T20" fmla="*/ 140 w 188"/>
              <a:gd name="T21" fmla="*/ 1 h 153"/>
              <a:gd name="T22" fmla="*/ 182 w 188"/>
              <a:gd name="T23" fmla="*/ 22 h 153"/>
              <a:gd name="T24" fmla="*/ 183 w 188"/>
              <a:gd name="T25" fmla="*/ 61 h 153"/>
            </a:gdLst>
            <a:ahLst/>
            <a:cxnLst/>
            <a:rect l="0" t="0" r="r" b="b"/>
            <a:pathLst>
              <a:path w="188" h="153">
                <a:moveTo>
                  <a:pt x="183" y="61"/>
                </a:moveTo>
                <a:cubicBezTo>
                  <a:pt x="177" y="81"/>
                  <a:pt x="160" y="97"/>
                  <a:pt x="140" y="103"/>
                </a:cubicBezTo>
                <a:cubicBezTo>
                  <a:pt x="117" y="109"/>
                  <a:pt x="94" y="102"/>
                  <a:pt x="79" y="84"/>
                </a:cubicBezTo>
                <a:cubicBezTo>
                  <a:pt x="80" y="108"/>
                  <a:pt x="99" y="124"/>
                  <a:pt x="123" y="124"/>
                </a:cubicBezTo>
                <a:cubicBezTo>
                  <a:pt x="108" y="139"/>
                  <a:pt x="86" y="146"/>
                  <a:pt x="65" y="149"/>
                </a:cubicBezTo>
                <a:cubicBezTo>
                  <a:pt x="54" y="151"/>
                  <a:pt x="42" y="153"/>
                  <a:pt x="31" y="152"/>
                </a:cubicBezTo>
                <a:cubicBezTo>
                  <a:pt x="21" y="152"/>
                  <a:pt x="9" y="150"/>
                  <a:pt x="0" y="144"/>
                </a:cubicBezTo>
                <a:cubicBezTo>
                  <a:pt x="19" y="139"/>
                  <a:pt x="35" y="128"/>
                  <a:pt x="48" y="114"/>
                </a:cubicBezTo>
                <a:cubicBezTo>
                  <a:pt x="60" y="101"/>
                  <a:pt x="69" y="87"/>
                  <a:pt x="77" y="72"/>
                </a:cubicBezTo>
                <a:cubicBezTo>
                  <a:pt x="85" y="56"/>
                  <a:pt x="92" y="39"/>
                  <a:pt x="103" y="25"/>
                </a:cubicBezTo>
                <a:cubicBezTo>
                  <a:pt x="112" y="12"/>
                  <a:pt x="124" y="2"/>
                  <a:pt x="140" y="1"/>
                </a:cubicBezTo>
                <a:cubicBezTo>
                  <a:pt x="157" y="0"/>
                  <a:pt x="174" y="7"/>
                  <a:pt x="182" y="22"/>
                </a:cubicBezTo>
                <a:cubicBezTo>
                  <a:pt x="188" y="35"/>
                  <a:pt x="187" y="48"/>
                  <a:pt x="183" y="61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7412FBE-22A2-10A4-80F8-94BD980CE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708920"/>
            <a:ext cx="7968207" cy="2949857"/>
          </a:xfrm>
          <a:prstGeom prst="rect">
            <a:avLst/>
          </a:prstGeom>
          <a:solidFill>
            <a:schemeClr val="bg2"/>
          </a:solidFill>
        </p:spPr>
        <p:txBody>
          <a:bodyPr wrap="square" lIns="396000" tIns="360000" rIns="504000" bIns="1080000" anchor="t">
            <a:spAutoFit/>
          </a:bodyPr>
          <a:lstStyle>
            <a:lvl1pPr algn="l">
              <a:lnSpc>
                <a:spcPct val="90000"/>
              </a:lnSpc>
              <a:buNone/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3FCD38E-1F71-EA8E-7048-F655798886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7368" y="4725144"/>
            <a:ext cx="7273330" cy="276999"/>
          </a:xfrm>
          <a:prstGeom prst="rect">
            <a:avLst/>
          </a:prstGeom>
        </p:spPr>
        <p:txBody>
          <a:bodyPr wrap="square" lIns="18000" tIns="0" rIns="0" anchor="t">
            <a:sp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Ubuntu Light"/>
                <a:ea typeface="Ubuntu Light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text style</a:t>
            </a:r>
          </a:p>
        </p:txBody>
      </p:sp>
      <p:pic>
        <p:nvPicPr>
          <p:cNvPr id="24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800" y="1700808"/>
            <a:ext cx="8281358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dark">
    <p:bg>
      <p:bgPr>
        <a:solidFill>
          <a:srgbClr val="272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pic>
        <p:nvPicPr>
          <p:cNvPr id="28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14289" y="5571089"/>
            <a:ext cx="333195" cy="333195"/>
          </a:xfrm>
          <a:prstGeom prst="rect">
            <a:avLst/>
          </a:prstGeom>
        </p:spPr>
      </p:pic>
      <p:pic>
        <p:nvPicPr>
          <p:cNvPr id="29" name="Picture 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897666" y="5571089"/>
            <a:ext cx="333195" cy="333195"/>
          </a:xfrm>
          <a:prstGeom prst="rect">
            <a:avLst/>
          </a:prstGeom>
        </p:spPr>
      </p:pic>
      <p:pic>
        <p:nvPicPr>
          <p:cNvPr id="30" name="Picture 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281043" y="5571089"/>
            <a:ext cx="333195" cy="333195"/>
          </a:xfrm>
          <a:prstGeom prst="rect">
            <a:avLst/>
          </a:prstGeom>
        </p:spPr>
      </p:pic>
      <p:pic>
        <p:nvPicPr>
          <p:cNvPr id="31" name="Picture 5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669687" y="5571089"/>
            <a:ext cx="333195" cy="333195"/>
          </a:xfrm>
          <a:prstGeom prst="rect">
            <a:avLst/>
          </a:prstGeom>
        </p:spPr>
      </p:pic>
      <p:pic>
        <p:nvPicPr>
          <p:cNvPr id="32" name="Picture 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047796" y="5571089"/>
            <a:ext cx="333195" cy="33319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>
            <a:spLocks noGrp="1"/>
          </p:cNvSpPr>
          <p:nvPr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700">
                <a:solidFill>
                  <a:schemeClr val="bg1"/>
                </a:solidFill>
                <a:latin typeface="+mn-lt"/>
                <a:ea typeface="+mn-lt"/>
                <a:cs typeface="+mn-lt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  <a:buNone/>
            </a:pPr>
            <a:r>
              <a:rPr sz="700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Copyright © 2024 Capgemini. All rights reserved.</a:t>
            </a:r>
          </a:p>
        </p:txBody>
      </p:sp>
      <p:sp>
        <p:nvSpPr>
          <p:cNvPr id="3" name="Freeform: Shape 4">
            <a:extLst>
              <a:ext uri="{FF2B5EF4-FFF2-40B4-BE49-F238E27FC236}">
                <a16:creationId xmlns:a16="http://schemas.microsoft.com/office/drawing/2014/main" id="{D333898A-496F-27FD-C8AB-8E47523F8256}"/>
              </a:ext>
            </a:extLst>
          </p:cNvPr>
          <p:cNvSpPr>
            <a:spLocks noGrp="1"/>
          </p:cNvSpPr>
          <p:nvPr/>
        </p:nvSpPr>
        <p:spPr>
          <a:xfrm>
            <a:off x="443568" y="6026765"/>
            <a:ext cx="1520058" cy="415392"/>
          </a:xfrm>
          <a:custGeom>
            <a:avLst/>
            <a:gdLst>
              <a:gd name="connsiteX0" fmla="*/ 3092291 w 3171825"/>
              <a:gd name="connsiteY0" fmla="*/ 287179 h 866775"/>
              <a:gd name="connsiteX1" fmla="*/ 3059907 w 3171825"/>
              <a:gd name="connsiteY1" fmla="*/ 211931 h 866775"/>
              <a:gd name="connsiteX2" fmla="*/ 3027521 w 3171825"/>
              <a:gd name="connsiteY2" fmla="*/ 218599 h 866775"/>
              <a:gd name="connsiteX3" fmla="*/ 2960846 w 3171825"/>
              <a:gd name="connsiteY3" fmla="*/ 507206 h 866775"/>
              <a:gd name="connsiteX4" fmla="*/ 2816066 w 3171825"/>
              <a:gd name="connsiteY4" fmla="*/ 178594 h 866775"/>
              <a:gd name="connsiteX5" fmla="*/ 2679859 w 3171825"/>
              <a:gd name="connsiteY5" fmla="*/ 440531 h 866775"/>
              <a:gd name="connsiteX6" fmla="*/ 2670334 w 3171825"/>
              <a:gd name="connsiteY6" fmla="*/ 319564 h 866775"/>
              <a:gd name="connsiteX7" fmla="*/ 2677001 w 3171825"/>
              <a:gd name="connsiteY7" fmla="*/ 254794 h 866775"/>
              <a:gd name="connsiteX8" fmla="*/ 2611279 w 3171825"/>
              <a:gd name="connsiteY8" fmla="*/ 209074 h 866775"/>
              <a:gd name="connsiteX9" fmla="*/ 2533174 w 3171825"/>
              <a:gd name="connsiteY9" fmla="*/ 510064 h 866775"/>
              <a:gd name="connsiteX10" fmla="*/ 2470309 w 3171825"/>
              <a:gd name="connsiteY10" fmla="*/ 292894 h 866775"/>
              <a:gd name="connsiteX11" fmla="*/ 2405539 w 3171825"/>
              <a:gd name="connsiteY11" fmla="*/ 208121 h 866775"/>
              <a:gd name="connsiteX12" fmla="*/ 2325529 w 3171825"/>
              <a:gd name="connsiteY12" fmla="*/ 494824 h 866775"/>
              <a:gd name="connsiteX13" fmla="*/ 2206466 w 3171825"/>
              <a:gd name="connsiteY13" fmla="*/ 211931 h 866775"/>
              <a:gd name="connsiteX14" fmla="*/ 2087404 w 3171825"/>
              <a:gd name="connsiteY14" fmla="*/ 479584 h 866775"/>
              <a:gd name="connsiteX15" fmla="*/ 1983581 w 3171825"/>
              <a:gd name="connsiteY15" fmla="*/ 178594 h 866775"/>
              <a:gd name="connsiteX16" fmla="*/ 1877854 w 3171825"/>
              <a:gd name="connsiteY16" fmla="*/ 391954 h 866775"/>
              <a:gd name="connsiteX17" fmla="*/ 1867376 w 3171825"/>
              <a:gd name="connsiteY17" fmla="*/ 390049 h 866775"/>
              <a:gd name="connsiteX18" fmla="*/ 1866424 w 3171825"/>
              <a:gd name="connsiteY18" fmla="*/ 327184 h 866775"/>
              <a:gd name="connsiteX19" fmla="*/ 1807369 w 3171825"/>
              <a:gd name="connsiteY19" fmla="*/ 202406 h 866775"/>
              <a:gd name="connsiteX20" fmla="*/ 1654969 w 3171825"/>
              <a:gd name="connsiteY20" fmla="*/ 512921 h 866775"/>
              <a:gd name="connsiteX21" fmla="*/ 1592104 w 3171825"/>
              <a:gd name="connsiteY21" fmla="*/ 483394 h 866775"/>
              <a:gd name="connsiteX22" fmla="*/ 1719739 w 3171825"/>
              <a:gd name="connsiteY22" fmla="*/ 306229 h 866775"/>
              <a:gd name="connsiteX23" fmla="*/ 1619726 w 3171825"/>
              <a:gd name="connsiteY23" fmla="*/ 202406 h 866775"/>
              <a:gd name="connsiteX24" fmla="*/ 1483519 w 3171825"/>
              <a:gd name="connsiteY24" fmla="*/ 369094 h 866775"/>
              <a:gd name="connsiteX25" fmla="*/ 1503521 w 3171825"/>
              <a:gd name="connsiteY25" fmla="*/ 473869 h 866775"/>
              <a:gd name="connsiteX26" fmla="*/ 1418749 w 3171825"/>
              <a:gd name="connsiteY26" fmla="*/ 512921 h 866775"/>
              <a:gd name="connsiteX27" fmla="*/ 1400651 w 3171825"/>
              <a:gd name="connsiteY27" fmla="*/ 274796 h 866775"/>
              <a:gd name="connsiteX28" fmla="*/ 1336834 w 3171825"/>
              <a:gd name="connsiteY28" fmla="*/ 326231 h 866775"/>
              <a:gd name="connsiteX29" fmla="*/ 1262539 w 3171825"/>
              <a:gd name="connsiteY29" fmla="*/ 479584 h 866775"/>
              <a:gd name="connsiteX30" fmla="*/ 1223486 w 3171825"/>
              <a:gd name="connsiteY30" fmla="*/ 421481 h 866775"/>
              <a:gd name="connsiteX31" fmla="*/ 1402556 w 3171825"/>
              <a:gd name="connsiteY31" fmla="*/ 250031 h 866775"/>
              <a:gd name="connsiteX32" fmla="*/ 1343501 w 3171825"/>
              <a:gd name="connsiteY32" fmla="*/ 192881 h 866775"/>
              <a:gd name="connsiteX33" fmla="*/ 1181576 w 3171825"/>
              <a:gd name="connsiteY33" fmla="*/ 290989 h 866775"/>
              <a:gd name="connsiteX34" fmla="*/ 1086326 w 3171825"/>
              <a:gd name="connsiteY34" fmla="*/ 385286 h 866775"/>
              <a:gd name="connsiteX35" fmla="*/ 1088231 w 3171825"/>
              <a:gd name="connsiteY35" fmla="*/ 358616 h 866775"/>
              <a:gd name="connsiteX36" fmla="*/ 974884 w 3171825"/>
              <a:gd name="connsiteY36" fmla="*/ 204311 h 866775"/>
              <a:gd name="connsiteX37" fmla="*/ 883444 w 3171825"/>
              <a:gd name="connsiteY37" fmla="*/ 273844 h 866775"/>
              <a:gd name="connsiteX38" fmla="*/ 846296 w 3171825"/>
              <a:gd name="connsiteY38" fmla="*/ 213836 h 866775"/>
              <a:gd name="connsiteX39" fmla="*/ 805339 w 3171825"/>
              <a:gd name="connsiteY39" fmla="*/ 224314 h 866775"/>
              <a:gd name="connsiteX40" fmla="*/ 814864 w 3171825"/>
              <a:gd name="connsiteY40" fmla="*/ 334804 h 866775"/>
              <a:gd name="connsiteX41" fmla="*/ 742474 w 3171825"/>
              <a:gd name="connsiteY41" fmla="*/ 520541 h 866775"/>
              <a:gd name="connsiteX42" fmla="*/ 691991 w 3171825"/>
              <a:gd name="connsiteY42" fmla="*/ 309086 h 866775"/>
              <a:gd name="connsiteX43" fmla="*/ 671989 w 3171825"/>
              <a:gd name="connsiteY43" fmla="*/ 305276 h 866775"/>
              <a:gd name="connsiteX44" fmla="*/ 621506 w 3171825"/>
              <a:gd name="connsiteY44" fmla="*/ 399574 h 866775"/>
              <a:gd name="connsiteX45" fmla="*/ 539591 w 3171825"/>
              <a:gd name="connsiteY45" fmla="*/ 512921 h 866775"/>
              <a:gd name="connsiteX46" fmla="*/ 495776 w 3171825"/>
              <a:gd name="connsiteY46" fmla="*/ 443389 h 866775"/>
              <a:gd name="connsiteX47" fmla="*/ 685324 w 3171825"/>
              <a:gd name="connsiteY47" fmla="*/ 278606 h 866775"/>
              <a:gd name="connsiteX48" fmla="*/ 627221 w 3171825"/>
              <a:gd name="connsiteY48" fmla="*/ 214789 h 866775"/>
              <a:gd name="connsiteX49" fmla="*/ 437674 w 3171825"/>
              <a:gd name="connsiteY49" fmla="*/ 355759 h 866775"/>
              <a:gd name="connsiteX50" fmla="*/ 237649 w 3171825"/>
              <a:gd name="connsiteY50" fmla="*/ 529114 h 866775"/>
              <a:gd name="connsiteX51" fmla="*/ 97631 w 3171825"/>
              <a:gd name="connsiteY51" fmla="*/ 313849 h 866775"/>
              <a:gd name="connsiteX52" fmla="*/ 261461 w 3171825"/>
              <a:gd name="connsiteY52" fmla="*/ 69056 h 866775"/>
              <a:gd name="connsiteX53" fmla="*/ 329089 w 3171825"/>
              <a:gd name="connsiteY53" fmla="*/ 181451 h 866775"/>
              <a:gd name="connsiteX54" fmla="*/ 410051 w 3171825"/>
              <a:gd name="connsiteY54" fmla="*/ 121444 h 866775"/>
              <a:gd name="connsiteX55" fmla="*/ 265271 w 3171825"/>
              <a:gd name="connsiteY55" fmla="*/ 7144 h 866775"/>
              <a:gd name="connsiteX56" fmla="*/ 7144 w 3171825"/>
              <a:gd name="connsiteY56" fmla="*/ 324326 h 866775"/>
              <a:gd name="connsiteX57" fmla="*/ 220504 w 3171825"/>
              <a:gd name="connsiteY57" fmla="*/ 601504 h 866775"/>
              <a:gd name="connsiteX58" fmla="*/ 425291 w 3171825"/>
              <a:gd name="connsiteY58" fmla="*/ 472916 h 866775"/>
              <a:gd name="connsiteX59" fmla="*/ 525304 w 3171825"/>
              <a:gd name="connsiteY59" fmla="*/ 576739 h 866775"/>
              <a:gd name="connsiteX60" fmla="*/ 646271 w 3171825"/>
              <a:gd name="connsiteY60" fmla="*/ 485299 h 866775"/>
              <a:gd name="connsiteX61" fmla="*/ 734854 w 3171825"/>
              <a:gd name="connsiteY61" fmla="*/ 576739 h 866775"/>
              <a:gd name="connsiteX62" fmla="*/ 812959 w 3171825"/>
              <a:gd name="connsiteY62" fmla="*/ 532924 h 866775"/>
              <a:gd name="connsiteX63" fmla="*/ 904399 w 3171825"/>
              <a:gd name="connsiteY63" fmla="*/ 810101 h 866775"/>
              <a:gd name="connsiteX64" fmla="*/ 882491 w 3171825"/>
              <a:gd name="connsiteY64" fmla="*/ 577691 h 866775"/>
              <a:gd name="connsiteX65" fmla="*/ 969169 w 3171825"/>
              <a:gd name="connsiteY65" fmla="*/ 267176 h 866775"/>
              <a:gd name="connsiteX66" fmla="*/ 1015841 w 3171825"/>
              <a:gd name="connsiteY66" fmla="*/ 359569 h 866775"/>
              <a:gd name="connsiteX67" fmla="*/ 1007269 w 3171825"/>
              <a:gd name="connsiteY67" fmla="*/ 440531 h 866775"/>
              <a:gd name="connsiteX68" fmla="*/ 900589 w 3171825"/>
              <a:gd name="connsiteY68" fmla="*/ 545306 h 866775"/>
              <a:gd name="connsiteX69" fmla="*/ 941546 w 3171825"/>
              <a:gd name="connsiteY69" fmla="*/ 577691 h 866775"/>
              <a:gd name="connsiteX70" fmla="*/ 1072039 w 3171825"/>
              <a:gd name="connsiteY70" fmla="*/ 449104 h 866775"/>
              <a:gd name="connsiteX71" fmla="*/ 1150144 w 3171825"/>
              <a:gd name="connsiteY71" fmla="*/ 390049 h 866775"/>
              <a:gd name="connsiteX72" fmla="*/ 1149191 w 3171825"/>
              <a:gd name="connsiteY72" fmla="*/ 415766 h 866775"/>
              <a:gd name="connsiteX73" fmla="*/ 1244441 w 3171825"/>
              <a:gd name="connsiteY73" fmla="*/ 550069 h 866775"/>
              <a:gd name="connsiteX74" fmla="*/ 1349216 w 3171825"/>
              <a:gd name="connsiteY74" fmla="*/ 469106 h 866775"/>
              <a:gd name="connsiteX75" fmla="*/ 1352074 w 3171825"/>
              <a:gd name="connsiteY75" fmla="*/ 547211 h 866775"/>
              <a:gd name="connsiteX76" fmla="*/ 1155859 w 3171825"/>
              <a:gd name="connsiteY76" fmla="*/ 754856 h 866775"/>
              <a:gd name="connsiteX77" fmla="*/ 1259681 w 3171825"/>
              <a:gd name="connsiteY77" fmla="*/ 864394 h 866775"/>
              <a:gd name="connsiteX78" fmla="*/ 1419701 w 3171825"/>
              <a:gd name="connsiteY78" fmla="*/ 569119 h 866775"/>
              <a:gd name="connsiteX79" fmla="*/ 1529239 w 3171825"/>
              <a:gd name="connsiteY79" fmla="*/ 518636 h 866775"/>
              <a:gd name="connsiteX80" fmla="*/ 1640681 w 3171825"/>
              <a:gd name="connsiteY80" fmla="*/ 576739 h 866775"/>
              <a:gd name="connsiteX81" fmla="*/ 1813084 w 3171825"/>
              <a:gd name="connsiteY81" fmla="*/ 459581 h 866775"/>
              <a:gd name="connsiteX82" fmla="*/ 1868329 w 3171825"/>
              <a:gd name="connsiteY82" fmla="*/ 576739 h 866775"/>
              <a:gd name="connsiteX83" fmla="*/ 1980724 w 3171825"/>
              <a:gd name="connsiteY83" fmla="*/ 273844 h 866775"/>
              <a:gd name="connsiteX84" fmla="*/ 2074069 w 3171825"/>
              <a:gd name="connsiteY84" fmla="*/ 601504 h 866775"/>
              <a:gd name="connsiteX85" fmla="*/ 2198846 w 3171825"/>
              <a:gd name="connsiteY85" fmla="*/ 312896 h 866775"/>
              <a:gd name="connsiteX86" fmla="*/ 2307432 w 3171825"/>
              <a:gd name="connsiteY86" fmla="*/ 576739 h 866775"/>
              <a:gd name="connsiteX87" fmla="*/ 2412207 w 3171825"/>
              <a:gd name="connsiteY87" fmla="*/ 428149 h 866775"/>
              <a:gd name="connsiteX88" fmla="*/ 2521744 w 3171825"/>
              <a:gd name="connsiteY88" fmla="*/ 576739 h 866775"/>
              <a:gd name="connsiteX89" fmla="*/ 2618899 w 3171825"/>
              <a:gd name="connsiteY89" fmla="*/ 486251 h 866775"/>
              <a:gd name="connsiteX90" fmla="*/ 2670334 w 3171825"/>
              <a:gd name="connsiteY90" fmla="*/ 576739 h 866775"/>
              <a:gd name="connsiteX91" fmla="*/ 2803684 w 3171825"/>
              <a:gd name="connsiteY91" fmla="*/ 274796 h 866775"/>
              <a:gd name="connsiteX92" fmla="*/ 2947511 w 3171825"/>
              <a:gd name="connsiteY92" fmla="*/ 576739 h 866775"/>
              <a:gd name="connsiteX93" fmla="*/ 3040857 w 3171825"/>
              <a:gd name="connsiteY93" fmla="*/ 474821 h 866775"/>
              <a:gd name="connsiteX94" fmla="*/ 3121819 w 3171825"/>
              <a:gd name="connsiteY94" fmla="*/ 576739 h 866775"/>
              <a:gd name="connsiteX95" fmla="*/ 3169444 w 3171825"/>
              <a:gd name="connsiteY95" fmla="*/ 550069 h 866775"/>
              <a:gd name="connsiteX96" fmla="*/ 3092291 w 3171825"/>
              <a:gd name="connsiteY96" fmla="*/ 287179 h 866775"/>
              <a:gd name="connsiteX97" fmla="*/ 1267301 w 3171825"/>
              <a:gd name="connsiteY97" fmla="*/ 806291 h 866775"/>
              <a:gd name="connsiteX98" fmla="*/ 1226344 w 3171825"/>
              <a:gd name="connsiteY98" fmla="*/ 751999 h 866775"/>
              <a:gd name="connsiteX99" fmla="*/ 1353026 w 3171825"/>
              <a:gd name="connsiteY99" fmla="*/ 597694 h 866775"/>
              <a:gd name="connsiteX100" fmla="*/ 1267301 w 3171825"/>
              <a:gd name="connsiteY100" fmla="*/ 806291 h 866775"/>
              <a:gd name="connsiteX101" fmla="*/ 1614964 w 3171825"/>
              <a:gd name="connsiteY101" fmla="*/ 257651 h 866775"/>
              <a:gd name="connsiteX102" fmla="*/ 1653064 w 3171825"/>
              <a:gd name="connsiteY102" fmla="*/ 315754 h 866775"/>
              <a:gd name="connsiteX103" fmla="*/ 1569244 w 3171825"/>
              <a:gd name="connsiteY103" fmla="*/ 438626 h 866775"/>
              <a:gd name="connsiteX104" fmla="*/ 1614964 w 3171825"/>
              <a:gd name="connsiteY104" fmla="*/ 257651 h 866775"/>
            </a:gdLst>
            <a:ahLst/>
            <a:cxnLst/>
            <a:rect l="l" t="t" r="r" b="b"/>
            <a:pathLst>
              <a:path w="3171825" h="866775">
                <a:moveTo>
                  <a:pt x="3092291" y="287179"/>
                </a:moveTo>
                <a:cubicBezTo>
                  <a:pt x="3092291" y="241459"/>
                  <a:pt x="3089434" y="211931"/>
                  <a:pt x="3059907" y="211931"/>
                </a:cubicBezTo>
                <a:cubicBezTo>
                  <a:pt x="3046571" y="211931"/>
                  <a:pt x="3039904" y="214789"/>
                  <a:pt x="3027521" y="218599"/>
                </a:cubicBezTo>
                <a:cubicBezTo>
                  <a:pt x="3037999" y="371951"/>
                  <a:pt x="3003709" y="507206"/>
                  <a:pt x="2960846" y="507206"/>
                </a:cubicBezTo>
                <a:cubicBezTo>
                  <a:pt x="2905601" y="507206"/>
                  <a:pt x="2933224" y="178594"/>
                  <a:pt x="2816066" y="178594"/>
                </a:cubicBezTo>
                <a:cubicBezTo>
                  <a:pt x="2707482" y="178594"/>
                  <a:pt x="2692241" y="440531"/>
                  <a:pt x="2679859" y="440531"/>
                </a:cubicBezTo>
                <a:cubicBezTo>
                  <a:pt x="2671286" y="440531"/>
                  <a:pt x="2670334" y="371951"/>
                  <a:pt x="2670334" y="319564"/>
                </a:cubicBezTo>
                <a:cubicBezTo>
                  <a:pt x="2675096" y="294799"/>
                  <a:pt x="2677001" y="271939"/>
                  <a:pt x="2677001" y="254794"/>
                </a:cubicBezTo>
                <a:cubicBezTo>
                  <a:pt x="2677001" y="230029"/>
                  <a:pt x="2667476" y="188119"/>
                  <a:pt x="2611279" y="209074"/>
                </a:cubicBezTo>
                <a:cubicBezTo>
                  <a:pt x="2613184" y="396716"/>
                  <a:pt x="2576036" y="510064"/>
                  <a:pt x="2533174" y="510064"/>
                </a:cubicBezTo>
                <a:cubicBezTo>
                  <a:pt x="2471261" y="510064"/>
                  <a:pt x="2470309" y="340519"/>
                  <a:pt x="2470309" y="292894"/>
                </a:cubicBezTo>
                <a:cubicBezTo>
                  <a:pt x="2470309" y="247174"/>
                  <a:pt x="2473166" y="186214"/>
                  <a:pt x="2405539" y="208121"/>
                </a:cubicBezTo>
                <a:cubicBezTo>
                  <a:pt x="2395061" y="371951"/>
                  <a:pt x="2352199" y="494824"/>
                  <a:pt x="2325529" y="494824"/>
                </a:cubicBezTo>
                <a:cubicBezTo>
                  <a:pt x="2285524" y="494824"/>
                  <a:pt x="2293144" y="211931"/>
                  <a:pt x="2206466" y="211931"/>
                </a:cubicBezTo>
                <a:cubicBezTo>
                  <a:pt x="2128361" y="211931"/>
                  <a:pt x="2103596" y="479584"/>
                  <a:pt x="2087404" y="479584"/>
                </a:cubicBezTo>
                <a:cubicBezTo>
                  <a:pt x="2057876" y="479584"/>
                  <a:pt x="2096929" y="178594"/>
                  <a:pt x="1983581" y="178594"/>
                </a:cubicBezTo>
                <a:cubicBezTo>
                  <a:pt x="1924526" y="178594"/>
                  <a:pt x="1900714" y="279559"/>
                  <a:pt x="1877854" y="391954"/>
                </a:cubicBezTo>
                <a:cubicBezTo>
                  <a:pt x="1873091" y="413861"/>
                  <a:pt x="1868329" y="414814"/>
                  <a:pt x="1867376" y="390049"/>
                </a:cubicBezTo>
                <a:cubicBezTo>
                  <a:pt x="1866424" y="370046"/>
                  <a:pt x="1866424" y="347186"/>
                  <a:pt x="1866424" y="327184"/>
                </a:cubicBezTo>
                <a:cubicBezTo>
                  <a:pt x="1894999" y="213836"/>
                  <a:pt x="1859756" y="171926"/>
                  <a:pt x="1807369" y="202406"/>
                </a:cubicBezTo>
                <a:cubicBezTo>
                  <a:pt x="1824514" y="411004"/>
                  <a:pt x="1728311" y="512921"/>
                  <a:pt x="1654969" y="512921"/>
                </a:cubicBezTo>
                <a:cubicBezTo>
                  <a:pt x="1628299" y="512921"/>
                  <a:pt x="1607344" y="501491"/>
                  <a:pt x="1592104" y="483394"/>
                </a:cubicBezTo>
                <a:cubicBezTo>
                  <a:pt x="1680686" y="429101"/>
                  <a:pt x="1719739" y="367189"/>
                  <a:pt x="1719739" y="306229"/>
                </a:cubicBezTo>
                <a:cubicBezTo>
                  <a:pt x="1719739" y="240506"/>
                  <a:pt x="1681639" y="202406"/>
                  <a:pt x="1619726" y="202406"/>
                </a:cubicBezTo>
                <a:cubicBezTo>
                  <a:pt x="1532096" y="202406"/>
                  <a:pt x="1483519" y="292894"/>
                  <a:pt x="1483519" y="369094"/>
                </a:cubicBezTo>
                <a:cubicBezTo>
                  <a:pt x="1483519" y="410051"/>
                  <a:pt x="1491139" y="445294"/>
                  <a:pt x="1503521" y="473869"/>
                </a:cubicBezTo>
                <a:cubicBezTo>
                  <a:pt x="1473041" y="488156"/>
                  <a:pt x="1445419" y="500539"/>
                  <a:pt x="1418749" y="512921"/>
                </a:cubicBezTo>
                <a:cubicBezTo>
                  <a:pt x="1416844" y="433864"/>
                  <a:pt x="1407319" y="350996"/>
                  <a:pt x="1400651" y="274796"/>
                </a:cubicBezTo>
                <a:cubicBezTo>
                  <a:pt x="1353979" y="262414"/>
                  <a:pt x="1340644" y="284321"/>
                  <a:pt x="1336834" y="326231"/>
                </a:cubicBezTo>
                <a:cubicBezTo>
                  <a:pt x="1328261" y="420529"/>
                  <a:pt x="1293971" y="479584"/>
                  <a:pt x="1262539" y="479584"/>
                </a:cubicBezTo>
                <a:cubicBezTo>
                  <a:pt x="1239679" y="479584"/>
                  <a:pt x="1225391" y="451009"/>
                  <a:pt x="1223486" y="421481"/>
                </a:cubicBezTo>
                <a:cubicBezTo>
                  <a:pt x="1214914" y="270034"/>
                  <a:pt x="1337786" y="228124"/>
                  <a:pt x="1402556" y="250031"/>
                </a:cubicBezTo>
                <a:cubicBezTo>
                  <a:pt x="1415891" y="216694"/>
                  <a:pt x="1401604" y="192881"/>
                  <a:pt x="1343501" y="192881"/>
                </a:cubicBezTo>
                <a:cubicBezTo>
                  <a:pt x="1273016" y="192881"/>
                  <a:pt x="1220629" y="235744"/>
                  <a:pt x="1181576" y="290989"/>
                </a:cubicBezTo>
                <a:cubicBezTo>
                  <a:pt x="1155859" y="327184"/>
                  <a:pt x="1126331" y="353854"/>
                  <a:pt x="1086326" y="385286"/>
                </a:cubicBezTo>
                <a:cubicBezTo>
                  <a:pt x="1087279" y="375761"/>
                  <a:pt x="1088231" y="367189"/>
                  <a:pt x="1088231" y="358616"/>
                </a:cubicBezTo>
                <a:cubicBezTo>
                  <a:pt x="1088231" y="251936"/>
                  <a:pt x="1030129" y="204311"/>
                  <a:pt x="974884" y="204311"/>
                </a:cubicBezTo>
                <a:cubicBezTo>
                  <a:pt x="929164" y="204311"/>
                  <a:pt x="900589" y="231934"/>
                  <a:pt x="883444" y="273844"/>
                </a:cubicBezTo>
                <a:cubicBezTo>
                  <a:pt x="879634" y="231934"/>
                  <a:pt x="871061" y="213836"/>
                  <a:pt x="846296" y="213836"/>
                </a:cubicBezTo>
                <a:cubicBezTo>
                  <a:pt x="835819" y="213836"/>
                  <a:pt x="821531" y="216694"/>
                  <a:pt x="805339" y="224314"/>
                </a:cubicBezTo>
                <a:cubicBezTo>
                  <a:pt x="812959" y="248126"/>
                  <a:pt x="814864" y="300514"/>
                  <a:pt x="814864" y="334804"/>
                </a:cubicBezTo>
                <a:cubicBezTo>
                  <a:pt x="814864" y="463391"/>
                  <a:pt x="777716" y="520541"/>
                  <a:pt x="742474" y="520541"/>
                </a:cubicBezTo>
                <a:cubicBezTo>
                  <a:pt x="701516" y="520541"/>
                  <a:pt x="695801" y="368141"/>
                  <a:pt x="691991" y="309086"/>
                </a:cubicBezTo>
                <a:cubicBezTo>
                  <a:pt x="687229" y="307181"/>
                  <a:pt x="681514" y="305276"/>
                  <a:pt x="671989" y="305276"/>
                </a:cubicBezTo>
                <a:cubicBezTo>
                  <a:pt x="635794" y="305276"/>
                  <a:pt x="631031" y="354806"/>
                  <a:pt x="621506" y="399574"/>
                </a:cubicBezTo>
                <a:cubicBezTo>
                  <a:pt x="611029" y="450056"/>
                  <a:pt x="582454" y="512921"/>
                  <a:pt x="539591" y="512921"/>
                </a:cubicBezTo>
                <a:cubicBezTo>
                  <a:pt x="513874" y="512921"/>
                  <a:pt x="497681" y="488156"/>
                  <a:pt x="495776" y="443389"/>
                </a:cubicBezTo>
                <a:cubicBezTo>
                  <a:pt x="491966" y="352901"/>
                  <a:pt x="567214" y="245269"/>
                  <a:pt x="685324" y="278606"/>
                </a:cubicBezTo>
                <a:cubicBezTo>
                  <a:pt x="700564" y="242411"/>
                  <a:pt x="676751" y="214789"/>
                  <a:pt x="627221" y="214789"/>
                </a:cubicBezTo>
                <a:cubicBezTo>
                  <a:pt x="540544" y="214789"/>
                  <a:pt x="469106" y="279559"/>
                  <a:pt x="437674" y="355759"/>
                </a:cubicBezTo>
                <a:cubicBezTo>
                  <a:pt x="406241" y="426244"/>
                  <a:pt x="350996" y="529114"/>
                  <a:pt x="237649" y="529114"/>
                </a:cubicBezTo>
                <a:cubicBezTo>
                  <a:pt x="157639" y="529114"/>
                  <a:pt x="97631" y="459581"/>
                  <a:pt x="97631" y="313849"/>
                </a:cubicBezTo>
                <a:cubicBezTo>
                  <a:pt x="97631" y="188119"/>
                  <a:pt x="176689" y="69056"/>
                  <a:pt x="261461" y="69056"/>
                </a:cubicBezTo>
                <a:cubicBezTo>
                  <a:pt x="320516" y="69056"/>
                  <a:pt x="333851" y="127159"/>
                  <a:pt x="329089" y="181451"/>
                </a:cubicBezTo>
                <a:cubicBezTo>
                  <a:pt x="359569" y="206216"/>
                  <a:pt x="410051" y="183356"/>
                  <a:pt x="410051" y="121444"/>
                </a:cubicBezTo>
                <a:cubicBezTo>
                  <a:pt x="410051" y="79534"/>
                  <a:pt x="375761" y="7144"/>
                  <a:pt x="265271" y="7144"/>
                </a:cubicBezTo>
                <a:cubicBezTo>
                  <a:pt x="128111" y="7144"/>
                  <a:pt x="7144" y="144304"/>
                  <a:pt x="7144" y="324326"/>
                </a:cubicBezTo>
                <a:cubicBezTo>
                  <a:pt x="7144" y="498634"/>
                  <a:pt x="95726" y="601504"/>
                  <a:pt x="220504" y="601504"/>
                </a:cubicBezTo>
                <a:cubicBezTo>
                  <a:pt x="299561" y="601504"/>
                  <a:pt x="373856" y="556736"/>
                  <a:pt x="425291" y="472916"/>
                </a:cubicBezTo>
                <a:cubicBezTo>
                  <a:pt x="438626" y="545306"/>
                  <a:pt x="488156" y="576739"/>
                  <a:pt x="525304" y="576739"/>
                </a:cubicBezTo>
                <a:cubicBezTo>
                  <a:pt x="585311" y="576739"/>
                  <a:pt x="624364" y="537686"/>
                  <a:pt x="646271" y="485299"/>
                </a:cubicBezTo>
                <a:cubicBezTo>
                  <a:pt x="659606" y="537686"/>
                  <a:pt x="688181" y="576739"/>
                  <a:pt x="734854" y="576739"/>
                </a:cubicBezTo>
                <a:cubicBezTo>
                  <a:pt x="768191" y="576739"/>
                  <a:pt x="793909" y="559594"/>
                  <a:pt x="812959" y="532924"/>
                </a:cubicBezTo>
                <a:cubicBezTo>
                  <a:pt x="805339" y="716756"/>
                  <a:pt x="795814" y="832961"/>
                  <a:pt x="904399" y="810101"/>
                </a:cubicBezTo>
                <a:cubicBezTo>
                  <a:pt x="887254" y="757714"/>
                  <a:pt x="882491" y="663416"/>
                  <a:pt x="882491" y="577691"/>
                </a:cubicBezTo>
                <a:cubicBezTo>
                  <a:pt x="882491" y="344329"/>
                  <a:pt x="920591" y="267176"/>
                  <a:pt x="969169" y="267176"/>
                </a:cubicBezTo>
                <a:cubicBezTo>
                  <a:pt x="1004411" y="267176"/>
                  <a:pt x="1015841" y="311944"/>
                  <a:pt x="1015841" y="359569"/>
                </a:cubicBezTo>
                <a:cubicBezTo>
                  <a:pt x="1015841" y="385286"/>
                  <a:pt x="1012984" y="413861"/>
                  <a:pt x="1007269" y="440531"/>
                </a:cubicBezTo>
                <a:cubicBezTo>
                  <a:pt x="948214" y="477679"/>
                  <a:pt x="900589" y="507206"/>
                  <a:pt x="900589" y="545306"/>
                </a:cubicBezTo>
                <a:cubicBezTo>
                  <a:pt x="900589" y="574834"/>
                  <a:pt x="922496" y="577691"/>
                  <a:pt x="941546" y="577691"/>
                </a:cubicBezTo>
                <a:cubicBezTo>
                  <a:pt x="987266" y="577691"/>
                  <a:pt x="1041559" y="532924"/>
                  <a:pt x="1072039" y="449104"/>
                </a:cubicBezTo>
                <a:cubicBezTo>
                  <a:pt x="1098709" y="432911"/>
                  <a:pt x="1125379" y="414814"/>
                  <a:pt x="1150144" y="390049"/>
                </a:cubicBezTo>
                <a:cubicBezTo>
                  <a:pt x="1149191" y="398621"/>
                  <a:pt x="1149191" y="407194"/>
                  <a:pt x="1149191" y="415766"/>
                </a:cubicBezTo>
                <a:cubicBezTo>
                  <a:pt x="1149191" y="499586"/>
                  <a:pt x="1185386" y="550069"/>
                  <a:pt x="1244441" y="550069"/>
                </a:cubicBezTo>
                <a:cubicBezTo>
                  <a:pt x="1290161" y="550069"/>
                  <a:pt x="1324451" y="517684"/>
                  <a:pt x="1349216" y="469106"/>
                </a:cubicBezTo>
                <a:cubicBezTo>
                  <a:pt x="1351121" y="496729"/>
                  <a:pt x="1352074" y="523399"/>
                  <a:pt x="1352074" y="547211"/>
                </a:cubicBezTo>
                <a:cubicBezTo>
                  <a:pt x="1258729" y="590074"/>
                  <a:pt x="1155859" y="633889"/>
                  <a:pt x="1155859" y="754856"/>
                </a:cubicBezTo>
                <a:cubicBezTo>
                  <a:pt x="1155859" y="817721"/>
                  <a:pt x="1201579" y="864394"/>
                  <a:pt x="1259681" y="864394"/>
                </a:cubicBezTo>
                <a:cubicBezTo>
                  <a:pt x="1389221" y="864394"/>
                  <a:pt x="1418749" y="728186"/>
                  <a:pt x="1419701" y="569119"/>
                </a:cubicBezTo>
                <a:cubicBezTo>
                  <a:pt x="1461611" y="551021"/>
                  <a:pt x="1493044" y="536734"/>
                  <a:pt x="1529239" y="518636"/>
                </a:cubicBezTo>
                <a:cubicBezTo>
                  <a:pt x="1560671" y="557689"/>
                  <a:pt x="1602581" y="576739"/>
                  <a:pt x="1640681" y="576739"/>
                </a:cubicBezTo>
                <a:cubicBezTo>
                  <a:pt x="1714024" y="576739"/>
                  <a:pt x="1768316" y="537686"/>
                  <a:pt x="1813084" y="459581"/>
                </a:cubicBezTo>
                <a:cubicBezTo>
                  <a:pt x="1820704" y="519589"/>
                  <a:pt x="1835944" y="576739"/>
                  <a:pt x="1868329" y="576739"/>
                </a:cubicBezTo>
                <a:cubicBezTo>
                  <a:pt x="1926431" y="576739"/>
                  <a:pt x="1937861" y="273844"/>
                  <a:pt x="1980724" y="273844"/>
                </a:cubicBezTo>
                <a:cubicBezTo>
                  <a:pt x="2014061" y="273844"/>
                  <a:pt x="1986439" y="601504"/>
                  <a:pt x="2074069" y="601504"/>
                </a:cubicBezTo>
                <a:cubicBezTo>
                  <a:pt x="2148364" y="601504"/>
                  <a:pt x="2162651" y="312896"/>
                  <a:pt x="2198846" y="312896"/>
                </a:cubicBezTo>
                <a:cubicBezTo>
                  <a:pt x="2224564" y="312896"/>
                  <a:pt x="2226469" y="576739"/>
                  <a:pt x="2307432" y="576739"/>
                </a:cubicBezTo>
                <a:cubicBezTo>
                  <a:pt x="2347436" y="576739"/>
                  <a:pt x="2390299" y="529114"/>
                  <a:pt x="2412207" y="428149"/>
                </a:cubicBezTo>
                <a:cubicBezTo>
                  <a:pt x="2422684" y="494824"/>
                  <a:pt x="2456021" y="576739"/>
                  <a:pt x="2521744" y="576739"/>
                </a:cubicBezTo>
                <a:cubicBezTo>
                  <a:pt x="2559844" y="576739"/>
                  <a:pt x="2593182" y="537686"/>
                  <a:pt x="2618899" y="486251"/>
                </a:cubicBezTo>
                <a:cubicBezTo>
                  <a:pt x="2625566" y="539591"/>
                  <a:pt x="2640807" y="576739"/>
                  <a:pt x="2670334" y="576739"/>
                </a:cubicBezTo>
                <a:cubicBezTo>
                  <a:pt x="2746534" y="576739"/>
                  <a:pt x="2743676" y="274796"/>
                  <a:pt x="2803684" y="274796"/>
                </a:cubicBezTo>
                <a:cubicBezTo>
                  <a:pt x="2850357" y="274796"/>
                  <a:pt x="2836069" y="576739"/>
                  <a:pt x="2947511" y="576739"/>
                </a:cubicBezTo>
                <a:cubicBezTo>
                  <a:pt x="3000851" y="576739"/>
                  <a:pt x="3025616" y="531971"/>
                  <a:pt x="3040857" y="474821"/>
                </a:cubicBezTo>
                <a:cubicBezTo>
                  <a:pt x="3061811" y="558641"/>
                  <a:pt x="3094196" y="576739"/>
                  <a:pt x="3121819" y="576739"/>
                </a:cubicBezTo>
                <a:cubicBezTo>
                  <a:pt x="3138964" y="576739"/>
                  <a:pt x="3152299" y="571024"/>
                  <a:pt x="3169444" y="550069"/>
                </a:cubicBezTo>
                <a:cubicBezTo>
                  <a:pt x="3085624" y="511969"/>
                  <a:pt x="3092291" y="375761"/>
                  <a:pt x="3092291" y="287179"/>
                </a:cubicBezTo>
                <a:close/>
                <a:moveTo>
                  <a:pt x="1267301" y="806291"/>
                </a:moveTo>
                <a:cubicBezTo>
                  <a:pt x="1240631" y="806291"/>
                  <a:pt x="1226344" y="780574"/>
                  <a:pt x="1226344" y="751999"/>
                </a:cubicBezTo>
                <a:cubicBezTo>
                  <a:pt x="1226344" y="674846"/>
                  <a:pt x="1283494" y="632936"/>
                  <a:pt x="1353026" y="597694"/>
                </a:cubicBezTo>
                <a:cubicBezTo>
                  <a:pt x="1349216" y="768191"/>
                  <a:pt x="1310164" y="806291"/>
                  <a:pt x="1267301" y="806291"/>
                </a:cubicBezTo>
                <a:close/>
                <a:moveTo>
                  <a:pt x="1614964" y="257651"/>
                </a:moveTo>
                <a:cubicBezTo>
                  <a:pt x="1640681" y="257651"/>
                  <a:pt x="1655921" y="281464"/>
                  <a:pt x="1653064" y="315754"/>
                </a:cubicBezTo>
                <a:cubicBezTo>
                  <a:pt x="1650206" y="355759"/>
                  <a:pt x="1620679" y="402431"/>
                  <a:pt x="1569244" y="438626"/>
                </a:cubicBezTo>
                <a:cubicBezTo>
                  <a:pt x="1543526" y="362426"/>
                  <a:pt x="1563529" y="257651"/>
                  <a:pt x="1614964" y="257651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4" name="Freeform: Shape 5">
            <a:extLst>
              <a:ext uri="{FF2B5EF4-FFF2-40B4-BE49-F238E27FC236}">
                <a16:creationId xmlns:a16="http://schemas.microsoft.com/office/drawing/2014/main" id="{6296B18C-C598-1968-0A90-003732AFB30D}"/>
              </a:ext>
            </a:extLst>
          </p:cNvPr>
          <p:cNvSpPr>
            <a:spLocks noGrp="1"/>
          </p:cNvSpPr>
          <p:nvPr/>
        </p:nvSpPr>
        <p:spPr>
          <a:xfrm>
            <a:off x="1588847" y="6047291"/>
            <a:ext cx="45647" cy="50212"/>
          </a:xfrm>
          <a:custGeom>
            <a:avLst/>
            <a:gdLst>
              <a:gd name="connsiteX0" fmla="*/ 51942 w 95250"/>
              <a:gd name="connsiteY0" fmla="*/ 99569 h 104775"/>
              <a:gd name="connsiteX1" fmla="*/ 93853 w 95250"/>
              <a:gd name="connsiteY1" fmla="*/ 51944 h 104775"/>
              <a:gd name="connsiteX2" fmla="*/ 51942 w 95250"/>
              <a:gd name="connsiteY2" fmla="*/ 7176 h 104775"/>
              <a:gd name="connsiteX3" fmla="*/ 7175 w 95250"/>
              <a:gd name="connsiteY3" fmla="*/ 54801 h 104775"/>
              <a:gd name="connsiteX4" fmla="*/ 51942 w 95250"/>
              <a:gd name="connsiteY4" fmla="*/ 99569 h 104775"/>
            </a:gdLst>
            <a:ahLst/>
            <a:cxnLst/>
            <a:rect l="l" t="t" r="r" b="b"/>
            <a:pathLst>
              <a:path w="95250" h="104775">
                <a:moveTo>
                  <a:pt x="51942" y="99569"/>
                </a:moveTo>
                <a:cubicBezTo>
                  <a:pt x="76707" y="98616"/>
                  <a:pt x="93853" y="77661"/>
                  <a:pt x="93853" y="51944"/>
                </a:cubicBezTo>
                <a:cubicBezTo>
                  <a:pt x="93853" y="26226"/>
                  <a:pt x="76707" y="6224"/>
                  <a:pt x="51942" y="7176"/>
                </a:cubicBezTo>
                <a:cubicBezTo>
                  <a:pt x="27178" y="8129"/>
                  <a:pt x="7175" y="29084"/>
                  <a:pt x="7175" y="54801"/>
                </a:cubicBezTo>
                <a:cubicBezTo>
                  <a:pt x="6222" y="80519"/>
                  <a:pt x="27178" y="100521"/>
                  <a:pt x="51942" y="99569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6" name="Freeform: Shape 6">
            <a:extLst>
              <a:ext uri="{FF2B5EF4-FFF2-40B4-BE49-F238E27FC236}">
                <a16:creationId xmlns:a16="http://schemas.microsoft.com/office/drawing/2014/main" id="{EE39F094-DF42-59D0-87D6-5B2B52D6ECBD}"/>
              </a:ext>
            </a:extLst>
          </p:cNvPr>
          <p:cNvSpPr>
            <a:spLocks noGrp="1"/>
          </p:cNvSpPr>
          <p:nvPr/>
        </p:nvSpPr>
        <p:spPr>
          <a:xfrm>
            <a:off x="1886483" y="6055963"/>
            <a:ext cx="45647" cy="45647"/>
          </a:xfrm>
          <a:custGeom>
            <a:avLst/>
            <a:gdLst>
              <a:gd name="connsiteX0" fmla="*/ 48101 w 95250"/>
              <a:gd name="connsiteY0" fmla="*/ 94808 h 95250"/>
              <a:gd name="connsiteX1" fmla="*/ 89059 w 95250"/>
              <a:gd name="connsiteY1" fmla="*/ 49088 h 95250"/>
              <a:gd name="connsiteX2" fmla="*/ 48101 w 95250"/>
              <a:gd name="connsiteY2" fmla="*/ 7178 h 95250"/>
              <a:gd name="connsiteX3" fmla="*/ 7144 w 95250"/>
              <a:gd name="connsiteY3" fmla="*/ 52898 h 95250"/>
              <a:gd name="connsiteX4" fmla="*/ 48101 w 95250"/>
              <a:gd name="connsiteY4" fmla="*/ 94808 h 95250"/>
            </a:gdLst>
            <a:ahLst/>
            <a:cxnLst/>
            <a:rect l="l" t="t" r="r" b="b"/>
            <a:pathLst>
              <a:path w="95250" h="95250">
                <a:moveTo>
                  <a:pt x="48101" y="94808"/>
                </a:moveTo>
                <a:cubicBezTo>
                  <a:pt x="70961" y="93856"/>
                  <a:pt x="89059" y="73853"/>
                  <a:pt x="89059" y="49088"/>
                </a:cubicBezTo>
                <a:cubicBezTo>
                  <a:pt x="89059" y="25275"/>
                  <a:pt x="70961" y="6225"/>
                  <a:pt x="48101" y="7178"/>
                </a:cubicBezTo>
                <a:cubicBezTo>
                  <a:pt x="25241" y="8131"/>
                  <a:pt x="7144" y="28133"/>
                  <a:pt x="7144" y="52898"/>
                </a:cubicBezTo>
                <a:cubicBezTo>
                  <a:pt x="8096" y="76711"/>
                  <a:pt x="26194" y="95761"/>
                  <a:pt x="48101" y="94808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9" name="Freeform: Shape 7">
            <a:extLst>
              <a:ext uri="{FF2B5EF4-FFF2-40B4-BE49-F238E27FC236}">
                <a16:creationId xmlns:a16="http://schemas.microsoft.com/office/drawing/2014/main" id="{9761BD33-D8E3-9C50-E0F7-DFE6BB9D42A4}"/>
              </a:ext>
            </a:extLst>
          </p:cNvPr>
          <p:cNvSpPr>
            <a:spLocks noGrp="1"/>
          </p:cNvSpPr>
          <p:nvPr/>
        </p:nvSpPr>
        <p:spPr>
          <a:xfrm>
            <a:off x="1981885" y="6021288"/>
            <a:ext cx="324096" cy="278450"/>
          </a:xfrm>
          <a:custGeom>
            <a:avLst/>
            <a:gdLst>
              <a:gd name="connsiteX0" fmla="*/ 553879 w 676275"/>
              <a:gd name="connsiteY0" fmla="*/ 254794 h 581025"/>
              <a:gd name="connsiteX1" fmla="*/ 451009 w 676275"/>
              <a:gd name="connsiteY1" fmla="*/ 342424 h 581025"/>
              <a:gd name="connsiteX2" fmla="*/ 375761 w 676275"/>
              <a:gd name="connsiteY2" fmla="*/ 469106 h 581025"/>
              <a:gd name="connsiteX3" fmla="*/ 273844 w 676275"/>
              <a:gd name="connsiteY3" fmla="*/ 561499 h 581025"/>
              <a:gd name="connsiteX4" fmla="*/ 132874 w 676275"/>
              <a:gd name="connsiteY4" fmla="*/ 569119 h 581025"/>
              <a:gd name="connsiteX5" fmla="*/ 7144 w 676275"/>
              <a:gd name="connsiteY5" fmla="*/ 383381 h 581025"/>
              <a:gd name="connsiteX6" fmla="*/ 371951 w 676275"/>
              <a:gd name="connsiteY6" fmla="*/ 7144 h 581025"/>
              <a:gd name="connsiteX7" fmla="*/ 371951 w 676275"/>
              <a:gd name="connsiteY7" fmla="*/ 7144 h 581025"/>
              <a:gd name="connsiteX8" fmla="*/ 371951 w 676275"/>
              <a:gd name="connsiteY8" fmla="*/ 7144 h 581025"/>
              <a:gd name="connsiteX9" fmla="*/ 388144 w 676275"/>
              <a:gd name="connsiteY9" fmla="*/ 13811 h 581025"/>
              <a:gd name="connsiteX10" fmla="*/ 571024 w 676275"/>
              <a:gd name="connsiteY10" fmla="*/ 127159 h 581025"/>
              <a:gd name="connsiteX11" fmla="*/ 675799 w 676275"/>
              <a:gd name="connsiteY11" fmla="*/ 287179 h 581025"/>
              <a:gd name="connsiteX12" fmla="*/ 553879 w 676275"/>
              <a:gd name="connsiteY12" fmla="*/ 254794 h 581025"/>
            </a:gdLst>
            <a:ahLst/>
            <a:cxnLst/>
            <a:rect l="l" t="t" r="r" b="b"/>
            <a:pathLst>
              <a:path w="676275" h="581025">
                <a:moveTo>
                  <a:pt x="553879" y="254794"/>
                </a:moveTo>
                <a:cubicBezTo>
                  <a:pt x="507206" y="265271"/>
                  <a:pt x="475774" y="304324"/>
                  <a:pt x="451009" y="342424"/>
                </a:cubicBezTo>
                <a:cubicBezTo>
                  <a:pt x="424339" y="383381"/>
                  <a:pt x="403384" y="428149"/>
                  <a:pt x="375761" y="469106"/>
                </a:cubicBezTo>
                <a:cubicBezTo>
                  <a:pt x="349091" y="507206"/>
                  <a:pt x="316706" y="542449"/>
                  <a:pt x="273844" y="561499"/>
                </a:cubicBezTo>
                <a:cubicBezTo>
                  <a:pt x="229076" y="581501"/>
                  <a:pt x="179546" y="584359"/>
                  <a:pt x="132874" y="569119"/>
                </a:cubicBezTo>
                <a:cubicBezTo>
                  <a:pt x="58579" y="538639"/>
                  <a:pt x="7144" y="464344"/>
                  <a:pt x="7144" y="383381"/>
                </a:cubicBezTo>
                <a:cubicBezTo>
                  <a:pt x="7144" y="177641"/>
                  <a:pt x="290036" y="105251"/>
                  <a:pt x="371951" y="7144"/>
                </a:cubicBezTo>
                <a:cubicBezTo>
                  <a:pt x="371951" y="7144"/>
                  <a:pt x="371951" y="7144"/>
                  <a:pt x="371951" y="7144"/>
                </a:cubicBezTo>
                <a:lnTo>
                  <a:pt x="371951" y="7144"/>
                </a:lnTo>
                <a:cubicBezTo>
                  <a:pt x="377666" y="9049"/>
                  <a:pt x="382429" y="11906"/>
                  <a:pt x="388144" y="13811"/>
                </a:cubicBezTo>
                <a:cubicBezTo>
                  <a:pt x="454819" y="41434"/>
                  <a:pt x="517684" y="78581"/>
                  <a:pt x="571024" y="127159"/>
                </a:cubicBezTo>
                <a:cubicBezTo>
                  <a:pt x="620554" y="172879"/>
                  <a:pt x="657701" y="226219"/>
                  <a:pt x="675799" y="287179"/>
                </a:cubicBezTo>
                <a:cubicBezTo>
                  <a:pt x="646271" y="255746"/>
                  <a:pt x="595789" y="244316"/>
                  <a:pt x="553879" y="254794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20" name="Freeform: Shape 8">
            <a:extLst>
              <a:ext uri="{FF2B5EF4-FFF2-40B4-BE49-F238E27FC236}">
                <a16:creationId xmlns:a16="http://schemas.microsoft.com/office/drawing/2014/main" id="{F0549B39-33DF-9EEB-DE1A-EEA719E68279}"/>
              </a:ext>
            </a:extLst>
          </p:cNvPr>
          <p:cNvSpPr>
            <a:spLocks noGrp="1"/>
          </p:cNvSpPr>
          <p:nvPr/>
        </p:nvSpPr>
        <p:spPr>
          <a:xfrm>
            <a:off x="2096461" y="6150398"/>
            <a:ext cx="219107" cy="178025"/>
          </a:xfrm>
          <a:custGeom>
            <a:avLst/>
            <a:gdLst>
              <a:gd name="connsiteX0" fmla="*/ 443389 w 457200"/>
              <a:gd name="connsiteY0" fmla="*/ 151121 h 371475"/>
              <a:gd name="connsiteX1" fmla="*/ 340519 w 457200"/>
              <a:gd name="connsiteY1" fmla="*/ 250181 h 371475"/>
              <a:gd name="connsiteX2" fmla="*/ 193834 w 457200"/>
              <a:gd name="connsiteY2" fmla="*/ 204461 h 371475"/>
              <a:gd name="connsiteX3" fmla="*/ 299561 w 457200"/>
              <a:gd name="connsiteY3" fmla="*/ 298759 h 371475"/>
              <a:gd name="connsiteX4" fmla="*/ 161449 w 457200"/>
              <a:gd name="connsiteY4" fmla="*/ 360671 h 371475"/>
              <a:gd name="connsiteX5" fmla="*/ 79534 w 457200"/>
              <a:gd name="connsiteY5" fmla="*/ 367339 h 371475"/>
              <a:gd name="connsiteX6" fmla="*/ 7144 w 457200"/>
              <a:gd name="connsiteY6" fmla="*/ 348289 h 371475"/>
              <a:gd name="connsiteX7" fmla="*/ 120491 w 457200"/>
              <a:gd name="connsiteY7" fmla="*/ 276851 h 371475"/>
              <a:gd name="connsiteX8" fmla="*/ 188119 w 457200"/>
              <a:gd name="connsiteY8" fmla="*/ 175886 h 371475"/>
              <a:gd name="connsiteX9" fmla="*/ 250031 w 457200"/>
              <a:gd name="connsiteY9" fmla="*/ 64444 h 371475"/>
              <a:gd name="connsiteX10" fmla="*/ 339566 w 457200"/>
              <a:gd name="connsiteY10" fmla="*/ 7294 h 371475"/>
              <a:gd name="connsiteX11" fmla="*/ 438626 w 457200"/>
              <a:gd name="connsiteY11" fmla="*/ 58729 h 371475"/>
              <a:gd name="connsiteX12" fmla="*/ 443389 w 457200"/>
              <a:gd name="connsiteY12" fmla="*/ 151121 h 371475"/>
            </a:gdLst>
            <a:ahLst/>
            <a:cxnLst/>
            <a:rect l="l" t="t" r="r" b="b"/>
            <a:pathLst>
              <a:path w="457200" h="371475">
                <a:moveTo>
                  <a:pt x="443389" y="151121"/>
                </a:moveTo>
                <a:cubicBezTo>
                  <a:pt x="428149" y="198746"/>
                  <a:pt x="389096" y="236846"/>
                  <a:pt x="340519" y="250181"/>
                </a:cubicBezTo>
                <a:cubicBezTo>
                  <a:pt x="285274" y="265421"/>
                  <a:pt x="230029" y="249229"/>
                  <a:pt x="193834" y="204461"/>
                </a:cubicBezTo>
                <a:cubicBezTo>
                  <a:pt x="197644" y="261611"/>
                  <a:pt x="243364" y="299711"/>
                  <a:pt x="299561" y="298759"/>
                </a:cubicBezTo>
                <a:cubicBezTo>
                  <a:pt x="263366" y="334954"/>
                  <a:pt x="210026" y="352099"/>
                  <a:pt x="161449" y="360671"/>
                </a:cubicBezTo>
                <a:cubicBezTo>
                  <a:pt x="134779" y="365434"/>
                  <a:pt x="107156" y="368291"/>
                  <a:pt x="79534" y="367339"/>
                </a:cubicBezTo>
                <a:cubicBezTo>
                  <a:pt x="55721" y="366386"/>
                  <a:pt x="27146" y="363529"/>
                  <a:pt x="7144" y="348289"/>
                </a:cubicBezTo>
                <a:cubicBezTo>
                  <a:pt x="50959" y="334954"/>
                  <a:pt x="90011" y="310189"/>
                  <a:pt x="120491" y="276851"/>
                </a:cubicBezTo>
                <a:cubicBezTo>
                  <a:pt x="148114" y="246371"/>
                  <a:pt x="169069" y="211129"/>
                  <a:pt x="188119" y="175886"/>
                </a:cubicBezTo>
                <a:cubicBezTo>
                  <a:pt x="208121" y="138739"/>
                  <a:pt x="225266" y="98734"/>
                  <a:pt x="250031" y="64444"/>
                </a:cubicBezTo>
                <a:cubicBezTo>
                  <a:pt x="271939" y="33964"/>
                  <a:pt x="300514" y="9199"/>
                  <a:pt x="339566" y="7294"/>
                </a:cubicBezTo>
                <a:cubicBezTo>
                  <a:pt x="379571" y="5389"/>
                  <a:pt x="419576" y="21581"/>
                  <a:pt x="438626" y="58729"/>
                </a:cubicBezTo>
                <a:cubicBezTo>
                  <a:pt x="453866" y="88256"/>
                  <a:pt x="452914" y="120641"/>
                  <a:pt x="443389" y="151121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gradient blue">
    <p:bg>
      <p:bgPr>
        <a:gradFill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pic>
        <p:nvPicPr>
          <p:cNvPr id="28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14289" y="5571089"/>
            <a:ext cx="333195" cy="333195"/>
          </a:xfrm>
          <a:prstGeom prst="rect">
            <a:avLst/>
          </a:prstGeom>
        </p:spPr>
      </p:pic>
      <p:pic>
        <p:nvPicPr>
          <p:cNvPr id="29" name="Picture 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897666" y="5571089"/>
            <a:ext cx="333195" cy="333195"/>
          </a:xfrm>
          <a:prstGeom prst="rect">
            <a:avLst/>
          </a:prstGeom>
        </p:spPr>
      </p:pic>
      <p:pic>
        <p:nvPicPr>
          <p:cNvPr id="30" name="Picture 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281043" y="5571089"/>
            <a:ext cx="333195" cy="333195"/>
          </a:xfrm>
          <a:prstGeom prst="rect">
            <a:avLst/>
          </a:prstGeom>
        </p:spPr>
      </p:pic>
      <p:pic>
        <p:nvPicPr>
          <p:cNvPr id="31" name="Picture 5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669687" y="5571089"/>
            <a:ext cx="333195" cy="333195"/>
          </a:xfrm>
          <a:prstGeom prst="rect">
            <a:avLst/>
          </a:prstGeom>
        </p:spPr>
      </p:pic>
      <p:pic>
        <p:nvPicPr>
          <p:cNvPr id="32" name="Picture 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047796" y="5571089"/>
            <a:ext cx="333195" cy="33319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>
            <a:spLocks noGrp="1"/>
          </p:cNvSpPr>
          <p:nvPr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700">
                <a:solidFill>
                  <a:schemeClr val="bg1"/>
                </a:solidFill>
                <a:latin typeface="+mn-lt"/>
                <a:ea typeface="+mn-lt"/>
                <a:cs typeface="+mn-lt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  <a:buNone/>
            </a:pPr>
            <a:r>
              <a:rPr sz="700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Copyright © 2024 Capgemini. All rights reserved.</a:t>
            </a:r>
          </a:p>
        </p:txBody>
      </p:sp>
      <p:sp>
        <p:nvSpPr>
          <p:cNvPr id="3" name="Freeform: Shape 4">
            <a:extLst>
              <a:ext uri="{FF2B5EF4-FFF2-40B4-BE49-F238E27FC236}">
                <a16:creationId xmlns:a16="http://schemas.microsoft.com/office/drawing/2014/main" id="{D333898A-496F-27FD-C8AB-8E47523F8256}"/>
              </a:ext>
            </a:extLst>
          </p:cNvPr>
          <p:cNvSpPr>
            <a:spLocks noGrp="1"/>
          </p:cNvSpPr>
          <p:nvPr/>
        </p:nvSpPr>
        <p:spPr>
          <a:xfrm>
            <a:off x="443568" y="6026765"/>
            <a:ext cx="1520058" cy="415392"/>
          </a:xfrm>
          <a:custGeom>
            <a:avLst/>
            <a:gdLst>
              <a:gd name="connsiteX0" fmla="*/ 3092291 w 3171825"/>
              <a:gd name="connsiteY0" fmla="*/ 287179 h 866775"/>
              <a:gd name="connsiteX1" fmla="*/ 3059907 w 3171825"/>
              <a:gd name="connsiteY1" fmla="*/ 211931 h 866775"/>
              <a:gd name="connsiteX2" fmla="*/ 3027521 w 3171825"/>
              <a:gd name="connsiteY2" fmla="*/ 218599 h 866775"/>
              <a:gd name="connsiteX3" fmla="*/ 2960846 w 3171825"/>
              <a:gd name="connsiteY3" fmla="*/ 507206 h 866775"/>
              <a:gd name="connsiteX4" fmla="*/ 2816066 w 3171825"/>
              <a:gd name="connsiteY4" fmla="*/ 178594 h 866775"/>
              <a:gd name="connsiteX5" fmla="*/ 2679859 w 3171825"/>
              <a:gd name="connsiteY5" fmla="*/ 440531 h 866775"/>
              <a:gd name="connsiteX6" fmla="*/ 2670334 w 3171825"/>
              <a:gd name="connsiteY6" fmla="*/ 319564 h 866775"/>
              <a:gd name="connsiteX7" fmla="*/ 2677001 w 3171825"/>
              <a:gd name="connsiteY7" fmla="*/ 254794 h 866775"/>
              <a:gd name="connsiteX8" fmla="*/ 2611279 w 3171825"/>
              <a:gd name="connsiteY8" fmla="*/ 209074 h 866775"/>
              <a:gd name="connsiteX9" fmla="*/ 2533174 w 3171825"/>
              <a:gd name="connsiteY9" fmla="*/ 510064 h 866775"/>
              <a:gd name="connsiteX10" fmla="*/ 2470309 w 3171825"/>
              <a:gd name="connsiteY10" fmla="*/ 292894 h 866775"/>
              <a:gd name="connsiteX11" fmla="*/ 2405539 w 3171825"/>
              <a:gd name="connsiteY11" fmla="*/ 208121 h 866775"/>
              <a:gd name="connsiteX12" fmla="*/ 2325529 w 3171825"/>
              <a:gd name="connsiteY12" fmla="*/ 494824 h 866775"/>
              <a:gd name="connsiteX13" fmla="*/ 2206466 w 3171825"/>
              <a:gd name="connsiteY13" fmla="*/ 211931 h 866775"/>
              <a:gd name="connsiteX14" fmla="*/ 2087404 w 3171825"/>
              <a:gd name="connsiteY14" fmla="*/ 479584 h 866775"/>
              <a:gd name="connsiteX15" fmla="*/ 1983581 w 3171825"/>
              <a:gd name="connsiteY15" fmla="*/ 178594 h 866775"/>
              <a:gd name="connsiteX16" fmla="*/ 1877854 w 3171825"/>
              <a:gd name="connsiteY16" fmla="*/ 391954 h 866775"/>
              <a:gd name="connsiteX17" fmla="*/ 1867376 w 3171825"/>
              <a:gd name="connsiteY17" fmla="*/ 390049 h 866775"/>
              <a:gd name="connsiteX18" fmla="*/ 1866424 w 3171825"/>
              <a:gd name="connsiteY18" fmla="*/ 327184 h 866775"/>
              <a:gd name="connsiteX19" fmla="*/ 1807369 w 3171825"/>
              <a:gd name="connsiteY19" fmla="*/ 202406 h 866775"/>
              <a:gd name="connsiteX20" fmla="*/ 1654969 w 3171825"/>
              <a:gd name="connsiteY20" fmla="*/ 512921 h 866775"/>
              <a:gd name="connsiteX21" fmla="*/ 1592104 w 3171825"/>
              <a:gd name="connsiteY21" fmla="*/ 483394 h 866775"/>
              <a:gd name="connsiteX22" fmla="*/ 1719739 w 3171825"/>
              <a:gd name="connsiteY22" fmla="*/ 306229 h 866775"/>
              <a:gd name="connsiteX23" fmla="*/ 1619726 w 3171825"/>
              <a:gd name="connsiteY23" fmla="*/ 202406 h 866775"/>
              <a:gd name="connsiteX24" fmla="*/ 1483519 w 3171825"/>
              <a:gd name="connsiteY24" fmla="*/ 369094 h 866775"/>
              <a:gd name="connsiteX25" fmla="*/ 1503521 w 3171825"/>
              <a:gd name="connsiteY25" fmla="*/ 473869 h 866775"/>
              <a:gd name="connsiteX26" fmla="*/ 1418749 w 3171825"/>
              <a:gd name="connsiteY26" fmla="*/ 512921 h 866775"/>
              <a:gd name="connsiteX27" fmla="*/ 1400651 w 3171825"/>
              <a:gd name="connsiteY27" fmla="*/ 274796 h 866775"/>
              <a:gd name="connsiteX28" fmla="*/ 1336834 w 3171825"/>
              <a:gd name="connsiteY28" fmla="*/ 326231 h 866775"/>
              <a:gd name="connsiteX29" fmla="*/ 1262539 w 3171825"/>
              <a:gd name="connsiteY29" fmla="*/ 479584 h 866775"/>
              <a:gd name="connsiteX30" fmla="*/ 1223486 w 3171825"/>
              <a:gd name="connsiteY30" fmla="*/ 421481 h 866775"/>
              <a:gd name="connsiteX31" fmla="*/ 1402556 w 3171825"/>
              <a:gd name="connsiteY31" fmla="*/ 250031 h 866775"/>
              <a:gd name="connsiteX32" fmla="*/ 1343501 w 3171825"/>
              <a:gd name="connsiteY32" fmla="*/ 192881 h 866775"/>
              <a:gd name="connsiteX33" fmla="*/ 1181576 w 3171825"/>
              <a:gd name="connsiteY33" fmla="*/ 290989 h 866775"/>
              <a:gd name="connsiteX34" fmla="*/ 1086326 w 3171825"/>
              <a:gd name="connsiteY34" fmla="*/ 385286 h 866775"/>
              <a:gd name="connsiteX35" fmla="*/ 1088231 w 3171825"/>
              <a:gd name="connsiteY35" fmla="*/ 358616 h 866775"/>
              <a:gd name="connsiteX36" fmla="*/ 974884 w 3171825"/>
              <a:gd name="connsiteY36" fmla="*/ 204311 h 866775"/>
              <a:gd name="connsiteX37" fmla="*/ 883444 w 3171825"/>
              <a:gd name="connsiteY37" fmla="*/ 273844 h 866775"/>
              <a:gd name="connsiteX38" fmla="*/ 846296 w 3171825"/>
              <a:gd name="connsiteY38" fmla="*/ 213836 h 866775"/>
              <a:gd name="connsiteX39" fmla="*/ 805339 w 3171825"/>
              <a:gd name="connsiteY39" fmla="*/ 224314 h 866775"/>
              <a:gd name="connsiteX40" fmla="*/ 814864 w 3171825"/>
              <a:gd name="connsiteY40" fmla="*/ 334804 h 866775"/>
              <a:gd name="connsiteX41" fmla="*/ 742474 w 3171825"/>
              <a:gd name="connsiteY41" fmla="*/ 520541 h 866775"/>
              <a:gd name="connsiteX42" fmla="*/ 691991 w 3171825"/>
              <a:gd name="connsiteY42" fmla="*/ 309086 h 866775"/>
              <a:gd name="connsiteX43" fmla="*/ 671989 w 3171825"/>
              <a:gd name="connsiteY43" fmla="*/ 305276 h 866775"/>
              <a:gd name="connsiteX44" fmla="*/ 621506 w 3171825"/>
              <a:gd name="connsiteY44" fmla="*/ 399574 h 866775"/>
              <a:gd name="connsiteX45" fmla="*/ 539591 w 3171825"/>
              <a:gd name="connsiteY45" fmla="*/ 512921 h 866775"/>
              <a:gd name="connsiteX46" fmla="*/ 495776 w 3171825"/>
              <a:gd name="connsiteY46" fmla="*/ 443389 h 866775"/>
              <a:gd name="connsiteX47" fmla="*/ 685324 w 3171825"/>
              <a:gd name="connsiteY47" fmla="*/ 278606 h 866775"/>
              <a:gd name="connsiteX48" fmla="*/ 627221 w 3171825"/>
              <a:gd name="connsiteY48" fmla="*/ 214789 h 866775"/>
              <a:gd name="connsiteX49" fmla="*/ 437674 w 3171825"/>
              <a:gd name="connsiteY49" fmla="*/ 355759 h 866775"/>
              <a:gd name="connsiteX50" fmla="*/ 237649 w 3171825"/>
              <a:gd name="connsiteY50" fmla="*/ 529114 h 866775"/>
              <a:gd name="connsiteX51" fmla="*/ 97631 w 3171825"/>
              <a:gd name="connsiteY51" fmla="*/ 313849 h 866775"/>
              <a:gd name="connsiteX52" fmla="*/ 261461 w 3171825"/>
              <a:gd name="connsiteY52" fmla="*/ 69056 h 866775"/>
              <a:gd name="connsiteX53" fmla="*/ 329089 w 3171825"/>
              <a:gd name="connsiteY53" fmla="*/ 181451 h 866775"/>
              <a:gd name="connsiteX54" fmla="*/ 410051 w 3171825"/>
              <a:gd name="connsiteY54" fmla="*/ 121444 h 866775"/>
              <a:gd name="connsiteX55" fmla="*/ 265271 w 3171825"/>
              <a:gd name="connsiteY55" fmla="*/ 7144 h 866775"/>
              <a:gd name="connsiteX56" fmla="*/ 7144 w 3171825"/>
              <a:gd name="connsiteY56" fmla="*/ 324326 h 866775"/>
              <a:gd name="connsiteX57" fmla="*/ 220504 w 3171825"/>
              <a:gd name="connsiteY57" fmla="*/ 601504 h 866775"/>
              <a:gd name="connsiteX58" fmla="*/ 425291 w 3171825"/>
              <a:gd name="connsiteY58" fmla="*/ 472916 h 866775"/>
              <a:gd name="connsiteX59" fmla="*/ 525304 w 3171825"/>
              <a:gd name="connsiteY59" fmla="*/ 576739 h 866775"/>
              <a:gd name="connsiteX60" fmla="*/ 646271 w 3171825"/>
              <a:gd name="connsiteY60" fmla="*/ 485299 h 866775"/>
              <a:gd name="connsiteX61" fmla="*/ 734854 w 3171825"/>
              <a:gd name="connsiteY61" fmla="*/ 576739 h 866775"/>
              <a:gd name="connsiteX62" fmla="*/ 812959 w 3171825"/>
              <a:gd name="connsiteY62" fmla="*/ 532924 h 866775"/>
              <a:gd name="connsiteX63" fmla="*/ 904399 w 3171825"/>
              <a:gd name="connsiteY63" fmla="*/ 810101 h 866775"/>
              <a:gd name="connsiteX64" fmla="*/ 882491 w 3171825"/>
              <a:gd name="connsiteY64" fmla="*/ 577691 h 866775"/>
              <a:gd name="connsiteX65" fmla="*/ 969169 w 3171825"/>
              <a:gd name="connsiteY65" fmla="*/ 267176 h 866775"/>
              <a:gd name="connsiteX66" fmla="*/ 1015841 w 3171825"/>
              <a:gd name="connsiteY66" fmla="*/ 359569 h 866775"/>
              <a:gd name="connsiteX67" fmla="*/ 1007269 w 3171825"/>
              <a:gd name="connsiteY67" fmla="*/ 440531 h 866775"/>
              <a:gd name="connsiteX68" fmla="*/ 900589 w 3171825"/>
              <a:gd name="connsiteY68" fmla="*/ 545306 h 866775"/>
              <a:gd name="connsiteX69" fmla="*/ 941546 w 3171825"/>
              <a:gd name="connsiteY69" fmla="*/ 577691 h 866775"/>
              <a:gd name="connsiteX70" fmla="*/ 1072039 w 3171825"/>
              <a:gd name="connsiteY70" fmla="*/ 449104 h 866775"/>
              <a:gd name="connsiteX71" fmla="*/ 1150144 w 3171825"/>
              <a:gd name="connsiteY71" fmla="*/ 390049 h 866775"/>
              <a:gd name="connsiteX72" fmla="*/ 1149191 w 3171825"/>
              <a:gd name="connsiteY72" fmla="*/ 415766 h 866775"/>
              <a:gd name="connsiteX73" fmla="*/ 1244441 w 3171825"/>
              <a:gd name="connsiteY73" fmla="*/ 550069 h 866775"/>
              <a:gd name="connsiteX74" fmla="*/ 1349216 w 3171825"/>
              <a:gd name="connsiteY74" fmla="*/ 469106 h 866775"/>
              <a:gd name="connsiteX75" fmla="*/ 1352074 w 3171825"/>
              <a:gd name="connsiteY75" fmla="*/ 547211 h 866775"/>
              <a:gd name="connsiteX76" fmla="*/ 1155859 w 3171825"/>
              <a:gd name="connsiteY76" fmla="*/ 754856 h 866775"/>
              <a:gd name="connsiteX77" fmla="*/ 1259681 w 3171825"/>
              <a:gd name="connsiteY77" fmla="*/ 864394 h 866775"/>
              <a:gd name="connsiteX78" fmla="*/ 1419701 w 3171825"/>
              <a:gd name="connsiteY78" fmla="*/ 569119 h 866775"/>
              <a:gd name="connsiteX79" fmla="*/ 1529239 w 3171825"/>
              <a:gd name="connsiteY79" fmla="*/ 518636 h 866775"/>
              <a:gd name="connsiteX80" fmla="*/ 1640681 w 3171825"/>
              <a:gd name="connsiteY80" fmla="*/ 576739 h 866775"/>
              <a:gd name="connsiteX81" fmla="*/ 1813084 w 3171825"/>
              <a:gd name="connsiteY81" fmla="*/ 459581 h 866775"/>
              <a:gd name="connsiteX82" fmla="*/ 1868329 w 3171825"/>
              <a:gd name="connsiteY82" fmla="*/ 576739 h 866775"/>
              <a:gd name="connsiteX83" fmla="*/ 1980724 w 3171825"/>
              <a:gd name="connsiteY83" fmla="*/ 273844 h 866775"/>
              <a:gd name="connsiteX84" fmla="*/ 2074069 w 3171825"/>
              <a:gd name="connsiteY84" fmla="*/ 601504 h 866775"/>
              <a:gd name="connsiteX85" fmla="*/ 2198846 w 3171825"/>
              <a:gd name="connsiteY85" fmla="*/ 312896 h 866775"/>
              <a:gd name="connsiteX86" fmla="*/ 2307432 w 3171825"/>
              <a:gd name="connsiteY86" fmla="*/ 576739 h 866775"/>
              <a:gd name="connsiteX87" fmla="*/ 2412207 w 3171825"/>
              <a:gd name="connsiteY87" fmla="*/ 428149 h 866775"/>
              <a:gd name="connsiteX88" fmla="*/ 2521744 w 3171825"/>
              <a:gd name="connsiteY88" fmla="*/ 576739 h 866775"/>
              <a:gd name="connsiteX89" fmla="*/ 2618899 w 3171825"/>
              <a:gd name="connsiteY89" fmla="*/ 486251 h 866775"/>
              <a:gd name="connsiteX90" fmla="*/ 2670334 w 3171825"/>
              <a:gd name="connsiteY90" fmla="*/ 576739 h 866775"/>
              <a:gd name="connsiteX91" fmla="*/ 2803684 w 3171825"/>
              <a:gd name="connsiteY91" fmla="*/ 274796 h 866775"/>
              <a:gd name="connsiteX92" fmla="*/ 2947511 w 3171825"/>
              <a:gd name="connsiteY92" fmla="*/ 576739 h 866775"/>
              <a:gd name="connsiteX93" fmla="*/ 3040857 w 3171825"/>
              <a:gd name="connsiteY93" fmla="*/ 474821 h 866775"/>
              <a:gd name="connsiteX94" fmla="*/ 3121819 w 3171825"/>
              <a:gd name="connsiteY94" fmla="*/ 576739 h 866775"/>
              <a:gd name="connsiteX95" fmla="*/ 3169444 w 3171825"/>
              <a:gd name="connsiteY95" fmla="*/ 550069 h 866775"/>
              <a:gd name="connsiteX96" fmla="*/ 3092291 w 3171825"/>
              <a:gd name="connsiteY96" fmla="*/ 287179 h 866775"/>
              <a:gd name="connsiteX97" fmla="*/ 1267301 w 3171825"/>
              <a:gd name="connsiteY97" fmla="*/ 806291 h 866775"/>
              <a:gd name="connsiteX98" fmla="*/ 1226344 w 3171825"/>
              <a:gd name="connsiteY98" fmla="*/ 751999 h 866775"/>
              <a:gd name="connsiteX99" fmla="*/ 1353026 w 3171825"/>
              <a:gd name="connsiteY99" fmla="*/ 597694 h 866775"/>
              <a:gd name="connsiteX100" fmla="*/ 1267301 w 3171825"/>
              <a:gd name="connsiteY100" fmla="*/ 806291 h 866775"/>
              <a:gd name="connsiteX101" fmla="*/ 1614964 w 3171825"/>
              <a:gd name="connsiteY101" fmla="*/ 257651 h 866775"/>
              <a:gd name="connsiteX102" fmla="*/ 1653064 w 3171825"/>
              <a:gd name="connsiteY102" fmla="*/ 315754 h 866775"/>
              <a:gd name="connsiteX103" fmla="*/ 1569244 w 3171825"/>
              <a:gd name="connsiteY103" fmla="*/ 438626 h 866775"/>
              <a:gd name="connsiteX104" fmla="*/ 1614964 w 3171825"/>
              <a:gd name="connsiteY104" fmla="*/ 257651 h 866775"/>
            </a:gdLst>
            <a:ahLst/>
            <a:cxnLst/>
            <a:rect l="l" t="t" r="r" b="b"/>
            <a:pathLst>
              <a:path w="3171825" h="866775">
                <a:moveTo>
                  <a:pt x="3092291" y="287179"/>
                </a:moveTo>
                <a:cubicBezTo>
                  <a:pt x="3092291" y="241459"/>
                  <a:pt x="3089434" y="211931"/>
                  <a:pt x="3059907" y="211931"/>
                </a:cubicBezTo>
                <a:cubicBezTo>
                  <a:pt x="3046571" y="211931"/>
                  <a:pt x="3039904" y="214789"/>
                  <a:pt x="3027521" y="218599"/>
                </a:cubicBezTo>
                <a:cubicBezTo>
                  <a:pt x="3037999" y="371951"/>
                  <a:pt x="3003709" y="507206"/>
                  <a:pt x="2960846" y="507206"/>
                </a:cubicBezTo>
                <a:cubicBezTo>
                  <a:pt x="2905601" y="507206"/>
                  <a:pt x="2933224" y="178594"/>
                  <a:pt x="2816066" y="178594"/>
                </a:cubicBezTo>
                <a:cubicBezTo>
                  <a:pt x="2707482" y="178594"/>
                  <a:pt x="2692241" y="440531"/>
                  <a:pt x="2679859" y="440531"/>
                </a:cubicBezTo>
                <a:cubicBezTo>
                  <a:pt x="2671286" y="440531"/>
                  <a:pt x="2670334" y="371951"/>
                  <a:pt x="2670334" y="319564"/>
                </a:cubicBezTo>
                <a:cubicBezTo>
                  <a:pt x="2675096" y="294799"/>
                  <a:pt x="2677001" y="271939"/>
                  <a:pt x="2677001" y="254794"/>
                </a:cubicBezTo>
                <a:cubicBezTo>
                  <a:pt x="2677001" y="230029"/>
                  <a:pt x="2667476" y="188119"/>
                  <a:pt x="2611279" y="209074"/>
                </a:cubicBezTo>
                <a:cubicBezTo>
                  <a:pt x="2613184" y="396716"/>
                  <a:pt x="2576036" y="510064"/>
                  <a:pt x="2533174" y="510064"/>
                </a:cubicBezTo>
                <a:cubicBezTo>
                  <a:pt x="2471261" y="510064"/>
                  <a:pt x="2470309" y="340519"/>
                  <a:pt x="2470309" y="292894"/>
                </a:cubicBezTo>
                <a:cubicBezTo>
                  <a:pt x="2470309" y="247174"/>
                  <a:pt x="2473166" y="186214"/>
                  <a:pt x="2405539" y="208121"/>
                </a:cubicBezTo>
                <a:cubicBezTo>
                  <a:pt x="2395061" y="371951"/>
                  <a:pt x="2352199" y="494824"/>
                  <a:pt x="2325529" y="494824"/>
                </a:cubicBezTo>
                <a:cubicBezTo>
                  <a:pt x="2285524" y="494824"/>
                  <a:pt x="2293144" y="211931"/>
                  <a:pt x="2206466" y="211931"/>
                </a:cubicBezTo>
                <a:cubicBezTo>
                  <a:pt x="2128361" y="211931"/>
                  <a:pt x="2103596" y="479584"/>
                  <a:pt x="2087404" y="479584"/>
                </a:cubicBezTo>
                <a:cubicBezTo>
                  <a:pt x="2057876" y="479584"/>
                  <a:pt x="2096929" y="178594"/>
                  <a:pt x="1983581" y="178594"/>
                </a:cubicBezTo>
                <a:cubicBezTo>
                  <a:pt x="1924526" y="178594"/>
                  <a:pt x="1900714" y="279559"/>
                  <a:pt x="1877854" y="391954"/>
                </a:cubicBezTo>
                <a:cubicBezTo>
                  <a:pt x="1873091" y="413861"/>
                  <a:pt x="1868329" y="414814"/>
                  <a:pt x="1867376" y="390049"/>
                </a:cubicBezTo>
                <a:cubicBezTo>
                  <a:pt x="1866424" y="370046"/>
                  <a:pt x="1866424" y="347186"/>
                  <a:pt x="1866424" y="327184"/>
                </a:cubicBezTo>
                <a:cubicBezTo>
                  <a:pt x="1894999" y="213836"/>
                  <a:pt x="1859756" y="171926"/>
                  <a:pt x="1807369" y="202406"/>
                </a:cubicBezTo>
                <a:cubicBezTo>
                  <a:pt x="1824514" y="411004"/>
                  <a:pt x="1728311" y="512921"/>
                  <a:pt x="1654969" y="512921"/>
                </a:cubicBezTo>
                <a:cubicBezTo>
                  <a:pt x="1628299" y="512921"/>
                  <a:pt x="1607344" y="501491"/>
                  <a:pt x="1592104" y="483394"/>
                </a:cubicBezTo>
                <a:cubicBezTo>
                  <a:pt x="1680686" y="429101"/>
                  <a:pt x="1719739" y="367189"/>
                  <a:pt x="1719739" y="306229"/>
                </a:cubicBezTo>
                <a:cubicBezTo>
                  <a:pt x="1719739" y="240506"/>
                  <a:pt x="1681639" y="202406"/>
                  <a:pt x="1619726" y="202406"/>
                </a:cubicBezTo>
                <a:cubicBezTo>
                  <a:pt x="1532096" y="202406"/>
                  <a:pt x="1483519" y="292894"/>
                  <a:pt x="1483519" y="369094"/>
                </a:cubicBezTo>
                <a:cubicBezTo>
                  <a:pt x="1483519" y="410051"/>
                  <a:pt x="1491139" y="445294"/>
                  <a:pt x="1503521" y="473869"/>
                </a:cubicBezTo>
                <a:cubicBezTo>
                  <a:pt x="1473041" y="488156"/>
                  <a:pt x="1445419" y="500539"/>
                  <a:pt x="1418749" y="512921"/>
                </a:cubicBezTo>
                <a:cubicBezTo>
                  <a:pt x="1416844" y="433864"/>
                  <a:pt x="1407319" y="350996"/>
                  <a:pt x="1400651" y="274796"/>
                </a:cubicBezTo>
                <a:cubicBezTo>
                  <a:pt x="1353979" y="262414"/>
                  <a:pt x="1340644" y="284321"/>
                  <a:pt x="1336834" y="326231"/>
                </a:cubicBezTo>
                <a:cubicBezTo>
                  <a:pt x="1328261" y="420529"/>
                  <a:pt x="1293971" y="479584"/>
                  <a:pt x="1262539" y="479584"/>
                </a:cubicBezTo>
                <a:cubicBezTo>
                  <a:pt x="1239679" y="479584"/>
                  <a:pt x="1225391" y="451009"/>
                  <a:pt x="1223486" y="421481"/>
                </a:cubicBezTo>
                <a:cubicBezTo>
                  <a:pt x="1214914" y="270034"/>
                  <a:pt x="1337786" y="228124"/>
                  <a:pt x="1402556" y="250031"/>
                </a:cubicBezTo>
                <a:cubicBezTo>
                  <a:pt x="1415891" y="216694"/>
                  <a:pt x="1401604" y="192881"/>
                  <a:pt x="1343501" y="192881"/>
                </a:cubicBezTo>
                <a:cubicBezTo>
                  <a:pt x="1273016" y="192881"/>
                  <a:pt x="1220629" y="235744"/>
                  <a:pt x="1181576" y="290989"/>
                </a:cubicBezTo>
                <a:cubicBezTo>
                  <a:pt x="1155859" y="327184"/>
                  <a:pt x="1126331" y="353854"/>
                  <a:pt x="1086326" y="385286"/>
                </a:cubicBezTo>
                <a:cubicBezTo>
                  <a:pt x="1087279" y="375761"/>
                  <a:pt x="1088231" y="367189"/>
                  <a:pt x="1088231" y="358616"/>
                </a:cubicBezTo>
                <a:cubicBezTo>
                  <a:pt x="1088231" y="251936"/>
                  <a:pt x="1030129" y="204311"/>
                  <a:pt x="974884" y="204311"/>
                </a:cubicBezTo>
                <a:cubicBezTo>
                  <a:pt x="929164" y="204311"/>
                  <a:pt x="900589" y="231934"/>
                  <a:pt x="883444" y="273844"/>
                </a:cubicBezTo>
                <a:cubicBezTo>
                  <a:pt x="879634" y="231934"/>
                  <a:pt x="871061" y="213836"/>
                  <a:pt x="846296" y="213836"/>
                </a:cubicBezTo>
                <a:cubicBezTo>
                  <a:pt x="835819" y="213836"/>
                  <a:pt x="821531" y="216694"/>
                  <a:pt x="805339" y="224314"/>
                </a:cubicBezTo>
                <a:cubicBezTo>
                  <a:pt x="812959" y="248126"/>
                  <a:pt x="814864" y="300514"/>
                  <a:pt x="814864" y="334804"/>
                </a:cubicBezTo>
                <a:cubicBezTo>
                  <a:pt x="814864" y="463391"/>
                  <a:pt x="777716" y="520541"/>
                  <a:pt x="742474" y="520541"/>
                </a:cubicBezTo>
                <a:cubicBezTo>
                  <a:pt x="701516" y="520541"/>
                  <a:pt x="695801" y="368141"/>
                  <a:pt x="691991" y="309086"/>
                </a:cubicBezTo>
                <a:cubicBezTo>
                  <a:pt x="687229" y="307181"/>
                  <a:pt x="681514" y="305276"/>
                  <a:pt x="671989" y="305276"/>
                </a:cubicBezTo>
                <a:cubicBezTo>
                  <a:pt x="635794" y="305276"/>
                  <a:pt x="631031" y="354806"/>
                  <a:pt x="621506" y="399574"/>
                </a:cubicBezTo>
                <a:cubicBezTo>
                  <a:pt x="611029" y="450056"/>
                  <a:pt x="582454" y="512921"/>
                  <a:pt x="539591" y="512921"/>
                </a:cubicBezTo>
                <a:cubicBezTo>
                  <a:pt x="513874" y="512921"/>
                  <a:pt x="497681" y="488156"/>
                  <a:pt x="495776" y="443389"/>
                </a:cubicBezTo>
                <a:cubicBezTo>
                  <a:pt x="491966" y="352901"/>
                  <a:pt x="567214" y="245269"/>
                  <a:pt x="685324" y="278606"/>
                </a:cubicBezTo>
                <a:cubicBezTo>
                  <a:pt x="700564" y="242411"/>
                  <a:pt x="676751" y="214789"/>
                  <a:pt x="627221" y="214789"/>
                </a:cubicBezTo>
                <a:cubicBezTo>
                  <a:pt x="540544" y="214789"/>
                  <a:pt x="469106" y="279559"/>
                  <a:pt x="437674" y="355759"/>
                </a:cubicBezTo>
                <a:cubicBezTo>
                  <a:pt x="406241" y="426244"/>
                  <a:pt x="350996" y="529114"/>
                  <a:pt x="237649" y="529114"/>
                </a:cubicBezTo>
                <a:cubicBezTo>
                  <a:pt x="157639" y="529114"/>
                  <a:pt x="97631" y="459581"/>
                  <a:pt x="97631" y="313849"/>
                </a:cubicBezTo>
                <a:cubicBezTo>
                  <a:pt x="97631" y="188119"/>
                  <a:pt x="176689" y="69056"/>
                  <a:pt x="261461" y="69056"/>
                </a:cubicBezTo>
                <a:cubicBezTo>
                  <a:pt x="320516" y="69056"/>
                  <a:pt x="333851" y="127159"/>
                  <a:pt x="329089" y="181451"/>
                </a:cubicBezTo>
                <a:cubicBezTo>
                  <a:pt x="359569" y="206216"/>
                  <a:pt x="410051" y="183356"/>
                  <a:pt x="410051" y="121444"/>
                </a:cubicBezTo>
                <a:cubicBezTo>
                  <a:pt x="410051" y="79534"/>
                  <a:pt x="375761" y="7144"/>
                  <a:pt x="265271" y="7144"/>
                </a:cubicBezTo>
                <a:cubicBezTo>
                  <a:pt x="128111" y="7144"/>
                  <a:pt x="7144" y="144304"/>
                  <a:pt x="7144" y="324326"/>
                </a:cubicBezTo>
                <a:cubicBezTo>
                  <a:pt x="7144" y="498634"/>
                  <a:pt x="95726" y="601504"/>
                  <a:pt x="220504" y="601504"/>
                </a:cubicBezTo>
                <a:cubicBezTo>
                  <a:pt x="299561" y="601504"/>
                  <a:pt x="373856" y="556736"/>
                  <a:pt x="425291" y="472916"/>
                </a:cubicBezTo>
                <a:cubicBezTo>
                  <a:pt x="438626" y="545306"/>
                  <a:pt x="488156" y="576739"/>
                  <a:pt x="525304" y="576739"/>
                </a:cubicBezTo>
                <a:cubicBezTo>
                  <a:pt x="585311" y="576739"/>
                  <a:pt x="624364" y="537686"/>
                  <a:pt x="646271" y="485299"/>
                </a:cubicBezTo>
                <a:cubicBezTo>
                  <a:pt x="659606" y="537686"/>
                  <a:pt x="688181" y="576739"/>
                  <a:pt x="734854" y="576739"/>
                </a:cubicBezTo>
                <a:cubicBezTo>
                  <a:pt x="768191" y="576739"/>
                  <a:pt x="793909" y="559594"/>
                  <a:pt x="812959" y="532924"/>
                </a:cubicBezTo>
                <a:cubicBezTo>
                  <a:pt x="805339" y="716756"/>
                  <a:pt x="795814" y="832961"/>
                  <a:pt x="904399" y="810101"/>
                </a:cubicBezTo>
                <a:cubicBezTo>
                  <a:pt x="887254" y="757714"/>
                  <a:pt x="882491" y="663416"/>
                  <a:pt x="882491" y="577691"/>
                </a:cubicBezTo>
                <a:cubicBezTo>
                  <a:pt x="882491" y="344329"/>
                  <a:pt x="920591" y="267176"/>
                  <a:pt x="969169" y="267176"/>
                </a:cubicBezTo>
                <a:cubicBezTo>
                  <a:pt x="1004411" y="267176"/>
                  <a:pt x="1015841" y="311944"/>
                  <a:pt x="1015841" y="359569"/>
                </a:cubicBezTo>
                <a:cubicBezTo>
                  <a:pt x="1015841" y="385286"/>
                  <a:pt x="1012984" y="413861"/>
                  <a:pt x="1007269" y="440531"/>
                </a:cubicBezTo>
                <a:cubicBezTo>
                  <a:pt x="948214" y="477679"/>
                  <a:pt x="900589" y="507206"/>
                  <a:pt x="900589" y="545306"/>
                </a:cubicBezTo>
                <a:cubicBezTo>
                  <a:pt x="900589" y="574834"/>
                  <a:pt x="922496" y="577691"/>
                  <a:pt x="941546" y="577691"/>
                </a:cubicBezTo>
                <a:cubicBezTo>
                  <a:pt x="987266" y="577691"/>
                  <a:pt x="1041559" y="532924"/>
                  <a:pt x="1072039" y="449104"/>
                </a:cubicBezTo>
                <a:cubicBezTo>
                  <a:pt x="1098709" y="432911"/>
                  <a:pt x="1125379" y="414814"/>
                  <a:pt x="1150144" y="390049"/>
                </a:cubicBezTo>
                <a:cubicBezTo>
                  <a:pt x="1149191" y="398621"/>
                  <a:pt x="1149191" y="407194"/>
                  <a:pt x="1149191" y="415766"/>
                </a:cubicBezTo>
                <a:cubicBezTo>
                  <a:pt x="1149191" y="499586"/>
                  <a:pt x="1185386" y="550069"/>
                  <a:pt x="1244441" y="550069"/>
                </a:cubicBezTo>
                <a:cubicBezTo>
                  <a:pt x="1290161" y="550069"/>
                  <a:pt x="1324451" y="517684"/>
                  <a:pt x="1349216" y="469106"/>
                </a:cubicBezTo>
                <a:cubicBezTo>
                  <a:pt x="1351121" y="496729"/>
                  <a:pt x="1352074" y="523399"/>
                  <a:pt x="1352074" y="547211"/>
                </a:cubicBezTo>
                <a:cubicBezTo>
                  <a:pt x="1258729" y="590074"/>
                  <a:pt x="1155859" y="633889"/>
                  <a:pt x="1155859" y="754856"/>
                </a:cubicBezTo>
                <a:cubicBezTo>
                  <a:pt x="1155859" y="817721"/>
                  <a:pt x="1201579" y="864394"/>
                  <a:pt x="1259681" y="864394"/>
                </a:cubicBezTo>
                <a:cubicBezTo>
                  <a:pt x="1389221" y="864394"/>
                  <a:pt x="1418749" y="728186"/>
                  <a:pt x="1419701" y="569119"/>
                </a:cubicBezTo>
                <a:cubicBezTo>
                  <a:pt x="1461611" y="551021"/>
                  <a:pt x="1493044" y="536734"/>
                  <a:pt x="1529239" y="518636"/>
                </a:cubicBezTo>
                <a:cubicBezTo>
                  <a:pt x="1560671" y="557689"/>
                  <a:pt x="1602581" y="576739"/>
                  <a:pt x="1640681" y="576739"/>
                </a:cubicBezTo>
                <a:cubicBezTo>
                  <a:pt x="1714024" y="576739"/>
                  <a:pt x="1768316" y="537686"/>
                  <a:pt x="1813084" y="459581"/>
                </a:cubicBezTo>
                <a:cubicBezTo>
                  <a:pt x="1820704" y="519589"/>
                  <a:pt x="1835944" y="576739"/>
                  <a:pt x="1868329" y="576739"/>
                </a:cubicBezTo>
                <a:cubicBezTo>
                  <a:pt x="1926431" y="576739"/>
                  <a:pt x="1937861" y="273844"/>
                  <a:pt x="1980724" y="273844"/>
                </a:cubicBezTo>
                <a:cubicBezTo>
                  <a:pt x="2014061" y="273844"/>
                  <a:pt x="1986439" y="601504"/>
                  <a:pt x="2074069" y="601504"/>
                </a:cubicBezTo>
                <a:cubicBezTo>
                  <a:pt x="2148364" y="601504"/>
                  <a:pt x="2162651" y="312896"/>
                  <a:pt x="2198846" y="312896"/>
                </a:cubicBezTo>
                <a:cubicBezTo>
                  <a:pt x="2224564" y="312896"/>
                  <a:pt x="2226469" y="576739"/>
                  <a:pt x="2307432" y="576739"/>
                </a:cubicBezTo>
                <a:cubicBezTo>
                  <a:pt x="2347436" y="576739"/>
                  <a:pt x="2390299" y="529114"/>
                  <a:pt x="2412207" y="428149"/>
                </a:cubicBezTo>
                <a:cubicBezTo>
                  <a:pt x="2422684" y="494824"/>
                  <a:pt x="2456021" y="576739"/>
                  <a:pt x="2521744" y="576739"/>
                </a:cubicBezTo>
                <a:cubicBezTo>
                  <a:pt x="2559844" y="576739"/>
                  <a:pt x="2593182" y="537686"/>
                  <a:pt x="2618899" y="486251"/>
                </a:cubicBezTo>
                <a:cubicBezTo>
                  <a:pt x="2625566" y="539591"/>
                  <a:pt x="2640807" y="576739"/>
                  <a:pt x="2670334" y="576739"/>
                </a:cubicBezTo>
                <a:cubicBezTo>
                  <a:pt x="2746534" y="576739"/>
                  <a:pt x="2743676" y="274796"/>
                  <a:pt x="2803684" y="274796"/>
                </a:cubicBezTo>
                <a:cubicBezTo>
                  <a:pt x="2850357" y="274796"/>
                  <a:pt x="2836069" y="576739"/>
                  <a:pt x="2947511" y="576739"/>
                </a:cubicBezTo>
                <a:cubicBezTo>
                  <a:pt x="3000851" y="576739"/>
                  <a:pt x="3025616" y="531971"/>
                  <a:pt x="3040857" y="474821"/>
                </a:cubicBezTo>
                <a:cubicBezTo>
                  <a:pt x="3061811" y="558641"/>
                  <a:pt x="3094196" y="576739"/>
                  <a:pt x="3121819" y="576739"/>
                </a:cubicBezTo>
                <a:cubicBezTo>
                  <a:pt x="3138964" y="576739"/>
                  <a:pt x="3152299" y="571024"/>
                  <a:pt x="3169444" y="550069"/>
                </a:cubicBezTo>
                <a:cubicBezTo>
                  <a:pt x="3085624" y="511969"/>
                  <a:pt x="3092291" y="375761"/>
                  <a:pt x="3092291" y="287179"/>
                </a:cubicBezTo>
                <a:close/>
                <a:moveTo>
                  <a:pt x="1267301" y="806291"/>
                </a:moveTo>
                <a:cubicBezTo>
                  <a:pt x="1240631" y="806291"/>
                  <a:pt x="1226344" y="780574"/>
                  <a:pt x="1226344" y="751999"/>
                </a:cubicBezTo>
                <a:cubicBezTo>
                  <a:pt x="1226344" y="674846"/>
                  <a:pt x="1283494" y="632936"/>
                  <a:pt x="1353026" y="597694"/>
                </a:cubicBezTo>
                <a:cubicBezTo>
                  <a:pt x="1349216" y="768191"/>
                  <a:pt x="1310164" y="806291"/>
                  <a:pt x="1267301" y="806291"/>
                </a:cubicBezTo>
                <a:close/>
                <a:moveTo>
                  <a:pt x="1614964" y="257651"/>
                </a:moveTo>
                <a:cubicBezTo>
                  <a:pt x="1640681" y="257651"/>
                  <a:pt x="1655921" y="281464"/>
                  <a:pt x="1653064" y="315754"/>
                </a:cubicBezTo>
                <a:cubicBezTo>
                  <a:pt x="1650206" y="355759"/>
                  <a:pt x="1620679" y="402431"/>
                  <a:pt x="1569244" y="438626"/>
                </a:cubicBezTo>
                <a:cubicBezTo>
                  <a:pt x="1543526" y="362426"/>
                  <a:pt x="1563529" y="257651"/>
                  <a:pt x="1614964" y="257651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4" name="Freeform: Shape 5">
            <a:extLst>
              <a:ext uri="{FF2B5EF4-FFF2-40B4-BE49-F238E27FC236}">
                <a16:creationId xmlns:a16="http://schemas.microsoft.com/office/drawing/2014/main" id="{6296B18C-C598-1968-0A90-003732AFB30D}"/>
              </a:ext>
            </a:extLst>
          </p:cNvPr>
          <p:cNvSpPr>
            <a:spLocks noGrp="1"/>
          </p:cNvSpPr>
          <p:nvPr/>
        </p:nvSpPr>
        <p:spPr>
          <a:xfrm>
            <a:off x="1588847" y="6047291"/>
            <a:ext cx="45647" cy="50212"/>
          </a:xfrm>
          <a:custGeom>
            <a:avLst/>
            <a:gdLst>
              <a:gd name="connsiteX0" fmla="*/ 51942 w 95250"/>
              <a:gd name="connsiteY0" fmla="*/ 99569 h 104775"/>
              <a:gd name="connsiteX1" fmla="*/ 93853 w 95250"/>
              <a:gd name="connsiteY1" fmla="*/ 51944 h 104775"/>
              <a:gd name="connsiteX2" fmla="*/ 51942 w 95250"/>
              <a:gd name="connsiteY2" fmla="*/ 7176 h 104775"/>
              <a:gd name="connsiteX3" fmla="*/ 7175 w 95250"/>
              <a:gd name="connsiteY3" fmla="*/ 54801 h 104775"/>
              <a:gd name="connsiteX4" fmla="*/ 51942 w 95250"/>
              <a:gd name="connsiteY4" fmla="*/ 99569 h 104775"/>
            </a:gdLst>
            <a:ahLst/>
            <a:cxnLst/>
            <a:rect l="l" t="t" r="r" b="b"/>
            <a:pathLst>
              <a:path w="95250" h="104775">
                <a:moveTo>
                  <a:pt x="51942" y="99569"/>
                </a:moveTo>
                <a:cubicBezTo>
                  <a:pt x="76707" y="98616"/>
                  <a:pt x="93853" y="77661"/>
                  <a:pt x="93853" y="51944"/>
                </a:cubicBezTo>
                <a:cubicBezTo>
                  <a:pt x="93853" y="26226"/>
                  <a:pt x="76707" y="6224"/>
                  <a:pt x="51942" y="7176"/>
                </a:cubicBezTo>
                <a:cubicBezTo>
                  <a:pt x="27178" y="8129"/>
                  <a:pt x="7175" y="29084"/>
                  <a:pt x="7175" y="54801"/>
                </a:cubicBezTo>
                <a:cubicBezTo>
                  <a:pt x="6222" y="80519"/>
                  <a:pt x="27178" y="100521"/>
                  <a:pt x="51942" y="99569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6" name="Freeform: Shape 6">
            <a:extLst>
              <a:ext uri="{FF2B5EF4-FFF2-40B4-BE49-F238E27FC236}">
                <a16:creationId xmlns:a16="http://schemas.microsoft.com/office/drawing/2014/main" id="{EE39F094-DF42-59D0-87D6-5B2B52D6ECBD}"/>
              </a:ext>
            </a:extLst>
          </p:cNvPr>
          <p:cNvSpPr>
            <a:spLocks noGrp="1"/>
          </p:cNvSpPr>
          <p:nvPr/>
        </p:nvSpPr>
        <p:spPr>
          <a:xfrm>
            <a:off x="1886483" y="6055963"/>
            <a:ext cx="45647" cy="45647"/>
          </a:xfrm>
          <a:custGeom>
            <a:avLst/>
            <a:gdLst>
              <a:gd name="connsiteX0" fmla="*/ 48101 w 95250"/>
              <a:gd name="connsiteY0" fmla="*/ 94808 h 95250"/>
              <a:gd name="connsiteX1" fmla="*/ 89059 w 95250"/>
              <a:gd name="connsiteY1" fmla="*/ 49088 h 95250"/>
              <a:gd name="connsiteX2" fmla="*/ 48101 w 95250"/>
              <a:gd name="connsiteY2" fmla="*/ 7178 h 95250"/>
              <a:gd name="connsiteX3" fmla="*/ 7144 w 95250"/>
              <a:gd name="connsiteY3" fmla="*/ 52898 h 95250"/>
              <a:gd name="connsiteX4" fmla="*/ 48101 w 95250"/>
              <a:gd name="connsiteY4" fmla="*/ 94808 h 95250"/>
            </a:gdLst>
            <a:ahLst/>
            <a:cxnLst/>
            <a:rect l="l" t="t" r="r" b="b"/>
            <a:pathLst>
              <a:path w="95250" h="95250">
                <a:moveTo>
                  <a:pt x="48101" y="94808"/>
                </a:moveTo>
                <a:cubicBezTo>
                  <a:pt x="70961" y="93856"/>
                  <a:pt x="89059" y="73853"/>
                  <a:pt x="89059" y="49088"/>
                </a:cubicBezTo>
                <a:cubicBezTo>
                  <a:pt x="89059" y="25275"/>
                  <a:pt x="70961" y="6225"/>
                  <a:pt x="48101" y="7178"/>
                </a:cubicBezTo>
                <a:cubicBezTo>
                  <a:pt x="25241" y="8131"/>
                  <a:pt x="7144" y="28133"/>
                  <a:pt x="7144" y="52898"/>
                </a:cubicBezTo>
                <a:cubicBezTo>
                  <a:pt x="8096" y="76711"/>
                  <a:pt x="26194" y="95761"/>
                  <a:pt x="48101" y="94808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19" name="Freeform: Shape 7">
            <a:extLst>
              <a:ext uri="{FF2B5EF4-FFF2-40B4-BE49-F238E27FC236}">
                <a16:creationId xmlns:a16="http://schemas.microsoft.com/office/drawing/2014/main" id="{9761BD33-D8E3-9C50-E0F7-DFE6BB9D42A4}"/>
              </a:ext>
            </a:extLst>
          </p:cNvPr>
          <p:cNvSpPr>
            <a:spLocks noGrp="1"/>
          </p:cNvSpPr>
          <p:nvPr/>
        </p:nvSpPr>
        <p:spPr>
          <a:xfrm>
            <a:off x="1981885" y="6021288"/>
            <a:ext cx="324096" cy="278450"/>
          </a:xfrm>
          <a:custGeom>
            <a:avLst/>
            <a:gdLst>
              <a:gd name="connsiteX0" fmla="*/ 553879 w 676275"/>
              <a:gd name="connsiteY0" fmla="*/ 254794 h 581025"/>
              <a:gd name="connsiteX1" fmla="*/ 451009 w 676275"/>
              <a:gd name="connsiteY1" fmla="*/ 342424 h 581025"/>
              <a:gd name="connsiteX2" fmla="*/ 375761 w 676275"/>
              <a:gd name="connsiteY2" fmla="*/ 469106 h 581025"/>
              <a:gd name="connsiteX3" fmla="*/ 273844 w 676275"/>
              <a:gd name="connsiteY3" fmla="*/ 561499 h 581025"/>
              <a:gd name="connsiteX4" fmla="*/ 132874 w 676275"/>
              <a:gd name="connsiteY4" fmla="*/ 569119 h 581025"/>
              <a:gd name="connsiteX5" fmla="*/ 7144 w 676275"/>
              <a:gd name="connsiteY5" fmla="*/ 383381 h 581025"/>
              <a:gd name="connsiteX6" fmla="*/ 371951 w 676275"/>
              <a:gd name="connsiteY6" fmla="*/ 7144 h 581025"/>
              <a:gd name="connsiteX7" fmla="*/ 371951 w 676275"/>
              <a:gd name="connsiteY7" fmla="*/ 7144 h 581025"/>
              <a:gd name="connsiteX8" fmla="*/ 371951 w 676275"/>
              <a:gd name="connsiteY8" fmla="*/ 7144 h 581025"/>
              <a:gd name="connsiteX9" fmla="*/ 388144 w 676275"/>
              <a:gd name="connsiteY9" fmla="*/ 13811 h 581025"/>
              <a:gd name="connsiteX10" fmla="*/ 571024 w 676275"/>
              <a:gd name="connsiteY10" fmla="*/ 127159 h 581025"/>
              <a:gd name="connsiteX11" fmla="*/ 675799 w 676275"/>
              <a:gd name="connsiteY11" fmla="*/ 287179 h 581025"/>
              <a:gd name="connsiteX12" fmla="*/ 553879 w 676275"/>
              <a:gd name="connsiteY12" fmla="*/ 254794 h 581025"/>
            </a:gdLst>
            <a:ahLst/>
            <a:cxnLst/>
            <a:rect l="l" t="t" r="r" b="b"/>
            <a:pathLst>
              <a:path w="676275" h="581025">
                <a:moveTo>
                  <a:pt x="553879" y="254794"/>
                </a:moveTo>
                <a:cubicBezTo>
                  <a:pt x="507206" y="265271"/>
                  <a:pt x="475774" y="304324"/>
                  <a:pt x="451009" y="342424"/>
                </a:cubicBezTo>
                <a:cubicBezTo>
                  <a:pt x="424339" y="383381"/>
                  <a:pt x="403384" y="428149"/>
                  <a:pt x="375761" y="469106"/>
                </a:cubicBezTo>
                <a:cubicBezTo>
                  <a:pt x="349091" y="507206"/>
                  <a:pt x="316706" y="542449"/>
                  <a:pt x="273844" y="561499"/>
                </a:cubicBezTo>
                <a:cubicBezTo>
                  <a:pt x="229076" y="581501"/>
                  <a:pt x="179546" y="584359"/>
                  <a:pt x="132874" y="569119"/>
                </a:cubicBezTo>
                <a:cubicBezTo>
                  <a:pt x="58579" y="538639"/>
                  <a:pt x="7144" y="464344"/>
                  <a:pt x="7144" y="383381"/>
                </a:cubicBezTo>
                <a:cubicBezTo>
                  <a:pt x="7144" y="177641"/>
                  <a:pt x="290036" y="105251"/>
                  <a:pt x="371951" y="7144"/>
                </a:cubicBezTo>
                <a:cubicBezTo>
                  <a:pt x="371951" y="7144"/>
                  <a:pt x="371951" y="7144"/>
                  <a:pt x="371951" y="7144"/>
                </a:cubicBezTo>
                <a:lnTo>
                  <a:pt x="371951" y="7144"/>
                </a:lnTo>
                <a:cubicBezTo>
                  <a:pt x="377666" y="9049"/>
                  <a:pt x="382429" y="11906"/>
                  <a:pt x="388144" y="13811"/>
                </a:cubicBezTo>
                <a:cubicBezTo>
                  <a:pt x="454819" y="41434"/>
                  <a:pt x="517684" y="78581"/>
                  <a:pt x="571024" y="127159"/>
                </a:cubicBezTo>
                <a:cubicBezTo>
                  <a:pt x="620554" y="172879"/>
                  <a:pt x="657701" y="226219"/>
                  <a:pt x="675799" y="287179"/>
                </a:cubicBezTo>
                <a:cubicBezTo>
                  <a:pt x="646271" y="255746"/>
                  <a:pt x="595789" y="244316"/>
                  <a:pt x="553879" y="254794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20" name="Freeform: Shape 8">
            <a:extLst>
              <a:ext uri="{FF2B5EF4-FFF2-40B4-BE49-F238E27FC236}">
                <a16:creationId xmlns:a16="http://schemas.microsoft.com/office/drawing/2014/main" id="{F0549B39-33DF-9EEB-DE1A-EEA719E68279}"/>
              </a:ext>
            </a:extLst>
          </p:cNvPr>
          <p:cNvSpPr>
            <a:spLocks noGrp="1"/>
          </p:cNvSpPr>
          <p:nvPr/>
        </p:nvSpPr>
        <p:spPr>
          <a:xfrm>
            <a:off x="2096461" y="6150398"/>
            <a:ext cx="219107" cy="178025"/>
          </a:xfrm>
          <a:custGeom>
            <a:avLst/>
            <a:gdLst>
              <a:gd name="connsiteX0" fmla="*/ 443389 w 457200"/>
              <a:gd name="connsiteY0" fmla="*/ 151121 h 371475"/>
              <a:gd name="connsiteX1" fmla="*/ 340519 w 457200"/>
              <a:gd name="connsiteY1" fmla="*/ 250181 h 371475"/>
              <a:gd name="connsiteX2" fmla="*/ 193834 w 457200"/>
              <a:gd name="connsiteY2" fmla="*/ 204461 h 371475"/>
              <a:gd name="connsiteX3" fmla="*/ 299561 w 457200"/>
              <a:gd name="connsiteY3" fmla="*/ 298759 h 371475"/>
              <a:gd name="connsiteX4" fmla="*/ 161449 w 457200"/>
              <a:gd name="connsiteY4" fmla="*/ 360671 h 371475"/>
              <a:gd name="connsiteX5" fmla="*/ 79534 w 457200"/>
              <a:gd name="connsiteY5" fmla="*/ 367339 h 371475"/>
              <a:gd name="connsiteX6" fmla="*/ 7144 w 457200"/>
              <a:gd name="connsiteY6" fmla="*/ 348289 h 371475"/>
              <a:gd name="connsiteX7" fmla="*/ 120491 w 457200"/>
              <a:gd name="connsiteY7" fmla="*/ 276851 h 371475"/>
              <a:gd name="connsiteX8" fmla="*/ 188119 w 457200"/>
              <a:gd name="connsiteY8" fmla="*/ 175886 h 371475"/>
              <a:gd name="connsiteX9" fmla="*/ 250031 w 457200"/>
              <a:gd name="connsiteY9" fmla="*/ 64444 h 371475"/>
              <a:gd name="connsiteX10" fmla="*/ 339566 w 457200"/>
              <a:gd name="connsiteY10" fmla="*/ 7294 h 371475"/>
              <a:gd name="connsiteX11" fmla="*/ 438626 w 457200"/>
              <a:gd name="connsiteY11" fmla="*/ 58729 h 371475"/>
              <a:gd name="connsiteX12" fmla="*/ 443389 w 457200"/>
              <a:gd name="connsiteY12" fmla="*/ 151121 h 371475"/>
            </a:gdLst>
            <a:ahLst/>
            <a:cxnLst/>
            <a:rect l="l" t="t" r="r" b="b"/>
            <a:pathLst>
              <a:path w="457200" h="371475">
                <a:moveTo>
                  <a:pt x="443389" y="151121"/>
                </a:moveTo>
                <a:cubicBezTo>
                  <a:pt x="428149" y="198746"/>
                  <a:pt x="389096" y="236846"/>
                  <a:pt x="340519" y="250181"/>
                </a:cubicBezTo>
                <a:cubicBezTo>
                  <a:pt x="285274" y="265421"/>
                  <a:pt x="230029" y="249229"/>
                  <a:pt x="193834" y="204461"/>
                </a:cubicBezTo>
                <a:cubicBezTo>
                  <a:pt x="197644" y="261611"/>
                  <a:pt x="243364" y="299711"/>
                  <a:pt x="299561" y="298759"/>
                </a:cubicBezTo>
                <a:cubicBezTo>
                  <a:pt x="263366" y="334954"/>
                  <a:pt x="210026" y="352099"/>
                  <a:pt x="161449" y="360671"/>
                </a:cubicBezTo>
                <a:cubicBezTo>
                  <a:pt x="134779" y="365434"/>
                  <a:pt x="107156" y="368291"/>
                  <a:pt x="79534" y="367339"/>
                </a:cubicBezTo>
                <a:cubicBezTo>
                  <a:pt x="55721" y="366386"/>
                  <a:pt x="27146" y="363529"/>
                  <a:pt x="7144" y="348289"/>
                </a:cubicBezTo>
                <a:cubicBezTo>
                  <a:pt x="50959" y="334954"/>
                  <a:pt x="90011" y="310189"/>
                  <a:pt x="120491" y="276851"/>
                </a:cubicBezTo>
                <a:cubicBezTo>
                  <a:pt x="148114" y="246371"/>
                  <a:pt x="169069" y="211129"/>
                  <a:pt x="188119" y="175886"/>
                </a:cubicBezTo>
                <a:cubicBezTo>
                  <a:pt x="208121" y="138739"/>
                  <a:pt x="225266" y="98734"/>
                  <a:pt x="250031" y="64444"/>
                </a:cubicBezTo>
                <a:cubicBezTo>
                  <a:pt x="271939" y="33964"/>
                  <a:pt x="300514" y="9199"/>
                  <a:pt x="339566" y="7294"/>
                </a:cubicBezTo>
                <a:cubicBezTo>
                  <a:pt x="379571" y="5389"/>
                  <a:pt x="419576" y="21581"/>
                  <a:pt x="438626" y="58729"/>
                </a:cubicBezTo>
                <a:cubicBezTo>
                  <a:pt x="453866" y="88256"/>
                  <a:pt x="452914" y="120641"/>
                  <a:pt x="443389" y="151121"/>
                </a:cubicBezTo>
                <a:close/>
              </a:path>
            </a:pathLst>
          </a:custGeom>
          <a:solidFill>
            <a:srgbClr val="FFFFF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71C8D6D-C61C-2819-3276-89D365F7CAE8}"/>
              </a:ext>
            </a:extLst>
          </p:cNvPr>
          <p:cNvSpPr>
            <a:spLocks noGrp="1"/>
          </p:cNvSpPr>
          <p:nvPr/>
        </p:nvSpPr>
        <p:spPr>
          <a:xfrm>
            <a:off x="8554179" y="6053226"/>
            <a:ext cx="3242029" cy="400110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7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  <a:buNone/>
            </a:pPr>
            <a:r>
              <a:rPr sz="7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Copyright © 2024 Capgemini. All rights reserved.</a:t>
            </a:r>
          </a:p>
        </p:txBody>
      </p:sp>
      <p:pic>
        <p:nvPicPr>
          <p:cNvPr id="34" name="Picture 7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8522933" y="5569299"/>
            <a:ext cx="333195" cy="333195"/>
          </a:xfrm>
          <a:prstGeom prst="rect">
            <a:avLst/>
          </a:prstGeom>
        </p:spPr>
      </p:pic>
      <p:pic>
        <p:nvPicPr>
          <p:cNvPr id="35" name="Picture 2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8906310" y="5569299"/>
            <a:ext cx="333195" cy="333195"/>
          </a:xfrm>
          <a:prstGeom prst="rect">
            <a:avLst/>
          </a:prstGeom>
        </p:spPr>
      </p:pic>
      <p:pic>
        <p:nvPicPr>
          <p:cNvPr id="36" name="Picture 4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9289687" y="5569299"/>
            <a:ext cx="333195" cy="333195"/>
          </a:xfrm>
          <a:prstGeom prst="rect">
            <a:avLst/>
          </a:prstGeom>
        </p:spPr>
      </p:pic>
      <p:pic>
        <p:nvPicPr>
          <p:cNvPr id="37" name="Picture 5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9673064" y="5569299"/>
            <a:ext cx="333195" cy="333195"/>
          </a:xfrm>
          <a:prstGeom prst="rect">
            <a:avLst/>
          </a:prstGeom>
        </p:spPr>
      </p:pic>
      <p:pic>
        <p:nvPicPr>
          <p:cNvPr id="38" name="Picture 6"/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>
          <a:xfrm>
            <a:off x="10056440" y="5569299"/>
            <a:ext cx="333195" cy="333195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7CD1832-464E-8F19-D1FF-C26D2A4008C4}"/>
              </a:ext>
            </a:extLst>
          </p:cNvPr>
          <p:cNvSpPr>
            <a:spLocks noGrp="1"/>
          </p:cNvSpPr>
          <p:nvPr/>
        </p:nvSpPr>
        <p:spPr>
          <a:xfrm>
            <a:off x="2093388" y="6148189"/>
            <a:ext cx="219107" cy="178024"/>
          </a:xfrm>
          <a:custGeom>
            <a:avLst/>
            <a:gdLst>
              <a:gd name="connsiteX0" fmla="*/ 304324 w 457200"/>
              <a:gd name="connsiteY0" fmla="*/ 261461 h 371475"/>
              <a:gd name="connsiteX1" fmla="*/ 456724 w 457200"/>
              <a:gd name="connsiteY1" fmla="*/ 110014 h 371475"/>
              <a:gd name="connsiteX2" fmla="*/ 344329 w 457200"/>
              <a:gd name="connsiteY2" fmla="*/ 7144 h 371475"/>
              <a:gd name="connsiteX3" fmla="*/ 125254 w 457200"/>
              <a:gd name="connsiteY3" fmla="*/ 241459 h 371475"/>
              <a:gd name="connsiteX4" fmla="*/ 7144 w 457200"/>
              <a:gd name="connsiteY4" fmla="*/ 348139 h 371475"/>
              <a:gd name="connsiteX5" fmla="*/ 96679 w 457200"/>
              <a:gd name="connsiteY5" fmla="*/ 372904 h 371475"/>
              <a:gd name="connsiteX6" fmla="*/ 306229 w 457200"/>
              <a:gd name="connsiteY6" fmla="*/ 304324 h 371475"/>
              <a:gd name="connsiteX7" fmla="*/ 200501 w 457200"/>
              <a:gd name="connsiteY7" fmla="*/ 210026 h 371475"/>
              <a:gd name="connsiteX8" fmla="*/ 304324 w 457200"/>
              <a:gd name="connsiteY8" fmla="*/ 261461 h 371475"/>
            </a:gdLst>
            <a:ahLst/>
            <a:cxnLst/>
            <a:rect l="l" t="t" r="r" b="b"/>
            <a:pathLst>
              <a:path w="457200" h="371475">
                <a:moveTo>
                  <a:pt x="304324" y="261461"/>
                </a:moveTo>
                <a:cubicBezTo>
                  <a:pt x="390049" y="261461"/>
                  <a:pt x="455771" y="191929"/>
                  <a:pt x="456724" y="110014"/>
                </a:cubicBezTo>
                <a:cubicBezTo>
                  <a:pt x="451009" y="73819"/>
                  <a:pt x="438626" y="7144"/>
                  <a:pt x="344329" y="7144"/>
                </a:cubicBezTo>
                <a:cubicBezTo>
                  <a:pt x="242411" y="7144"/>
                  <a:pt x="208121" y="150019"/>
                  <a:pt x="125254" y="241459"/>
                </a:cubicBezTo>
                <a:cubicBezTo>
                  <a:pt x="118586" y="293846"/>
                  <a:pt x="69056" y="340519"/>
                  <a:pt x="7144" y="348139"/>
                </a:cubicBezTo>
                <a:cubicBezTo>
                  <a:pt x="22384" y="364331"/>
                  <a:pt x="55721" y="372904"/>
                  <a:pt x="96679" y="372904"/>
                </a:cubicBezTo>
                <a:cubicBezTo>
                  <a:pt x="170021" y="372904"/>
                  <a:pt x="259556" y="350996"/>
                  <a:pt x="306229" y="304324"/>
                </a:cubicBezTo>
                <a:cubicBezTo>
                  <a:pt x="244316" y="305276"/>
                  <a:pt x="204311" y="265271"/>
                  <a:pt x="200501" y="210026"/>
                </a:cubicBezTo>
                <a:cubicBezTo>
                  <a:pt x="230029" y="247174"/>
                  <a:pt x="264319" y="261461"/>
                  <a:pt x="304324" y="261461"/>
                </a:cubicBezTo>
                <a:close/>
              </a:path>
            </a:pathLst>
          </a:custGeom>
          <a:solidFill>
            <a:srgbClr val="17ABDB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27580D5-10C4-1378-1B16-22D2C6577A53}"/>
              </a:ext>
            </a:extLst>
          </p:cNvPr>
          <p:cNvSpPr>
            <a:spLocks noGrp="1"/>
          </p:cNvSpPr>
          <p:nvPr/>
        </p:nvSpPr>
        <p:spPr>
          <a:xfrm>
            <a:off x="443236" y="6026766"/>
            <a:ext cx="1520057" cy="415391"/>
          </a:xfrm>
          <a:custGeom>
            <a:avLst/>
            <a:gdLst>
              <a:gd name="connsiteX0" fmla="*/ 3092291 w 3171825"/>
              <a:gd name="connsiteY0" fmla="*/ 287179 h 866775"/>
              <a:gd name="connsiteX1" fmla="*/ 3059907 w 3171825"/>
              <a:gd name="connsiteY1" fmla="*/ 211931 h 866775"/>
              <a:gd name="connsiteX2" fmla="*/ 3027521 w 3171825"/>
              <a:gd name="connsiteY2" fmla="*/ 218599 h 866775"/>
              <a:gd name="connsiteX3" fmla="*/ 2960846 w 3171825"/>
              <a:gd name="connsiteY3" fmla="*/ 507206 h 866775"/>
              <a:gd name="connsiteX4" fmla="*/ 2816066 w 3171825"/>
              <a:gd name="connsiteY4" fmla="*/ 178594 h 866775"/>
              <a:gd name="connsiteX5" fmla="*/ 2679859 w 3171825"/>
              <a:gd name="connsiteY5" fmla="*/ 440531 h 866775"/>
              <a:gd name="connsiteX6" fmla="*/ 2670334 w 3171825"/>
              <a:gd name="connsiteY6" fmla="*/ 319564 h 866775"/>
              <a:gd name="connsiteX7" fmla="*/ 2677001 w 3171825"/>
              <a:gd name="connsiteY7" fmla="*/ 254794 h 866775"/>
              <a:gd name="connsiteX8" fmla="*/ 2611279 w 3171825"/>
              <a:gd name="connsiteY8" fmla="*/ 209074 h 866775"/>
              <a:gd name="connsiteX9" fmla="*/ 2533174 w 3171825"/>
              <a:gd name="connsiteY9" fmla="*/ 510064 h 866775"/>
              <a:gd name="connsiteX10" fmla="*/ 2470309 w 3171825"/>
              <a:gd name="connsiteY10" fmla="*/ 292894 h 866775"/>
              <a:gd name="connsiteX11" fmla="*/ 2405539 w 3171825"/>
              <a:gd name="connsiteY11" fmla="*/ 208121 h 866775"/>
              <a:gd name="connsiteX12" fmla="*/ 2325529 w 3171825"/>
              <a:gd name="connsiteY12" fmla="*/ 494824 h 866775"/>
              <a:gd name="connsiteX13" fmla="*/ 2206466 w 3171825"/>
              <a:gd name="connsiteY13" fmla="*/ 211931 h 866775"/>
              <a:gd name="connsiteX14" fmla="*/ 2087404 w 3171825"/>
              <a:gd name="connsiteY14" fmla="*/ 479584 h 866775"/>
              <a:gd name="connsiteX15" fmla="*/ 1983581 w 3171825"/>
              <a:gd name="connsiteY15" fmla="*/ 178594 h 866775"/>
              <a:gd name="connsiteX16" fmla="*/ 1877854 w 3171825"/>
              <a:gd name="connsiteY16" fmla="*/ 391954 h 866775"/>
              <a:gd name="connsiteX17" fmla="*/ 1867376 w 3171825"/>
              <a:gd name="connsiteY17" fmla="*/ 390049 h 866775"/>
              <a:gd name="connsiteX18" fmla="*/ 1866424 w 3171825"/>
              <a:gd name="connsiteY18" fmla="*/ 327184 h 866775"/>
              <a:gd name="connsiteX19" fmla="*/ 1807369 w 3171825"/>
              <a:gd name="connsiteY19" fmla="*/ 202406 h 866775"/>
              <a:gd name="connsiteX20" fmla="*/ 1654969 w 3171825"/>
              <a:gd name="connsiteY20" fmla="*/ 512921 h 866775"/>
              <a:gd name="connsiteX21" fmla="*/ 1592104 w 3171825"/>
              <a:gd name="connsiteY21" fmla="*/ 483394 h 866775"/>
              <a:gd name="connsiteX22" fmla="*/ 1719739 w 3171825"/>
              <a:gd name="connsiteY22" fmla="*/ 306229 h 866775"/>
              <a:gd name="connsiteX23" fmla="*/ 1619726 w 3171825"/>
              <a:gd name="connsiteY23" fmla="*/ 202406 h 866775"/>
              <a:gd name="connsiteX24" fmla="*/ 1483519 w 3171825"/>
              <a:gd name="connsiteY24" fmla="*/ 369094 h 866775"/>
              <a:gd name="connsiteX25" fmla="*/ 1503521 w 3171825"/>
              <a:gd name="connsiteY25" fmla="*/ 473869 h 866775"/>
              <a:gd name="connsiteX26" fmla="*/ 1418749 w 3171825"/>
              <a:gd name="connsiteY26" fmla="*/ 512921 h 866775"/>
              <a:gd name="connsiteX27" fmla="*/ 1400651 w 3171825"/>
              <a:gd name="connsiteY27" fmla="*/ 274796 h 866775"/>
              <a:gd name="connsiteX28" fmla="*/ 1336834 w 3171825"/>
              <a:gd name="connsiteY28" fmla="*/ 326231 h 866775"/>
              <a:gd name="connsiteX29" fmla="*/ 1262539 w 3171825"/>
              <a:gd name="connsiteY29" fmla="*/ 479584 h 866775"/>
              <a:gd name="connsiteX30" fmla="*/ 1223486 w 3171825"/>
              <a:gd name="connsiteY30" fmla="*/ 421481 h 866775"/>
              <a:gd name="connsiteX31" fmla="*/ 1402556 w 3171825"/>
              <a:gd name="connsiteY31" fmla="*/ 250031 h 866775"/>
              <a:gd name="connsiteX32" fmla="*/ 1343501 w 3171825"/>
              <a:gd name="connsiteY32" fmla="*/ 192881 h 866775"/>
              <a:gd name="connsiteX33" fmla="*/ 1181576 w 3171825"/>
              <a:gd name="connsiteY33" fmla="*/ 290989 h 866775"/>
              <a:gd name="connsiteX34" fmla="*/ 1086326 w 3171825"/>
              <a:gd name="connsiteY34" fmla="*/ 385286 h 866775"/>
              <a:gd name="connsiteX35" fmla="*/ 1088231 w 3171825"/>
              <a:gd name="connsiteY35" fmla="*/ 358616 h 866775"/>
              <a:gd name="connsiteX36" fmla="*/ 974884 w 3171825"/>
              <a:gd name="connsiteY36" fmla="*/ 204311 h 866775"/>
              <a:gd name="connsiteX37" fmla="*/ 883444 w 3171825"/>
              <a:gd name="connsiteY37" fmla="*/ 273844 h 866775"/>
              <a:gd name="connsiteX38" fmla="*/ 846296 w 3171825"/>
              <a:gd name="connsiteY38" fmla="*/ 213836 h 866775"/>
              <a:gd name="connsiteX39" fmla="*/ 805339 w 3171825"/>
              <a:gd name="connsiteY39" fmla="*/ 224314 h 866775"/>
              <a:gd name="connsiteX40" fmla="*/ 814864 w 3171825"/>
              <a:gd name="connsiteY40" fmla="*/ 334804 h 866775"/>
              <a:gd name="connsiteX41" fmla="*/ 742474 w 3171825"/>
              <a:gd name="connsiteY41" fmla="*/ 520541 h 866775"/>
              <a:gd name="connsiteX42" fmla="*/ 691991 w 3171825"/>
              <a:gd name="connsiteY42" fmla="*/ 309086 h 866775"/>
              <a:gd name="connsiteX43" fmla="*/ 671989 w 3171825"/>
              <a:gd name="connsiteY43" fmla="*/ 305276 h 866775"/>
              <a:gd name="connsiteX44" fmla="*/ 621506 w 3171825"/>
              <a:gd name="connsiteY44" fmla="*/ 399574 h 866775"/>
              <a:gd name="connsiteX45" fmla="*/ 539591 w 3171825"/>
              <a:gd name="connsiteY45" fmla="*/ 512921 h 866775"/>
              <a:gd name="connsiteX46" fmla="*/ 495776 w 3171825"/>
              <a:gd name="connsiteY46" fmla="*/ 443389 h 866775"/>
              <a:gd name="connsiteX47" fmla="*/ 685324 w 3171825"/>
              <a:gd name="connsiteY47" fmla="*/ 278606 h 866775"/>
              <a:gd name="connsiteX48" fmla="*/ 627221 w 3171825"/>
              <a:gd name="connsiteY48" fmla="*/ 214789 h 866775"/>
              <a:gd name="connsiteX49" fmla="*/ 437674 w 3171825"/>
              <a:gd name="connsiteY49" fmla="*/ 355759 h 866775"/>
              <a:gd name="connsiteX50" fmla="*/ 237649 w 3171825"/>
              <a:gd name="connsiteY50" fmla="*/ 529114 h 866775"/>
              <a:gd name="connsiteX51" fmla="*/ 97631 w 3171825"/>
              <a:gd name="connsiteY51" fmla="*/ 313849 h 866775"/>
              <a:gd name="connsiteX52" fmla="*/ 261461 w 3171825"/>
              <a:gd name="connsiteY52" fmla="*/ 69056 h 866775"/>
              <a:gd name="connsiteX53" fmla="*/ 329089 w 3171825"/>
              <a:gd name="connsiteY53" fmla="*/ 181451 h 866775"/>
              <a:gd name="connsiteX54" fmla="*/ 410051 w 3171825"/>
              <a:gd name="connsiteY54" fmla="*/ 121444 h 866775"/>
              <a:gd name="connsiteX55" fmla="*/ 265271 w 3171825"/>
              <a:gd name="connsiteY55" fmla="*/ 7144 h 866775"/>
              <a:gd name="connsiteX56" fmla="*/ 7144 w 3171825"/>
              <a:gd name="connsiteY56" fmla="*/ 324326 h 866775"/>
              <a:gd name="connsiteX57" fmla="*/ 220504 w 3171825"/>
              <a:gd name="connsiteY57" fmla="*/ 601504 h 866775"/>
              <a:gd name="connsiteX58" fmla="*/ 425291 w 3171825"/>
              <a:gd name="connsiteY58" fmla="*/ 472916 h 866775"/>
              <a:gd name="connsiteX59" fmla="*/ 525304 w 3171825"/>
              <a:gd name="connsiteY59" fmla="*/ 576739 h 866775"/>
              <a:gd name="connsiteX60" fmla="*/ 646271 w 3171825"/>
              <a:gd name="connsiteY60" fmla="*/ 485299 h 866775"/>
              <a:gd name="connsiteX61" fmla="*/ 734854 w 3171825"/>
              <a:gd name="connsiteY61" fmla="*/ 576739 h 866775"/>
              <a:gd name="connsiteX62" fmla="*/ 812959 w 3171825"/>
              <a:gd name="connsiteY62" fmla="*/ 532924 h 866775"/>
              <a:gd name="connsiteX63" fmla="*/ 904399 w 3171825"/>
              <a:gd name="connsiteY63" fmla="*/ 810101 h 866775"/>
              <a:gd name="connsiteX64" fmla="*/ 882491 w 3171825"/>
              <a:gd name="connsiteY64" fmla="*/ 577691 h 866775"/>
              <a:gd name="connsiteX65" fmla="*/ 969169 w 3171825"/>
              <a:gd name="connsiteY65" fmla="*/ 267176 h 866775"/>
              <a:gd name="connsiteX66" fmla="*/ 1015841 w 3171825"/>
              <a:gd name="connsiteY66" fmla="*/ 359569 h 866775"/>
              <a:gd name="connsiteX67" fmla="*/ 1007269 w 3171825"/>
              <a:gd name="connsiteY67" fmla="*/ 440531 h 866775"/>
              <a:gd name="connsiteX68" fmla="*/ 900589 w 3171825"/>
              <a:gd name="connsiteY68" fmla="*/ 545306 h 866775"/>
              <a:gd name="connsiteX69" fmla="*/ 941546 w 3171825"/>
              <a:gd name="connsiteY69" fmla="*/ 577691 h 866775"/>
              <a:gd name="connsiteX70" fmla="*/ 1072039 w 3171825"/>
              <a:gd name="connsiteY70" fmla="*/ 449104 h 866775"/>
              <a:gd name="connsiteX71" fmla="*/ 1150144 w 3171825"/>
              <a:gd name="connsiteY71" fmla="*/ 390049 h 866775"/>
              <a:gd name="connsiteX72" fmla="*/ 1149191 w 3171825"/>
              <a:gd name="connsiteY72" fmla="*/ 415766 h 866775"/>
              <a:gd name="connsiteX73" fmla="*/ 1244441 w 3171825"/>
              <a:gd name="connsiteY73" fmla="*/ 550069 h 866775"/>
              <a:gd name="connsiteX74" fmla="*/ 1349216 w 3171825"/>
              <a:gd name="connsiteY74" fmla="*/ 469106 h 866775"/>
              <a:gd name="connsiteX75" fmla="*/ 1352074 w 3171825"/>
              <a:gd name="connsiteY75" fmla="*/ 547211 h 866775"/>
              <a:gd name="connsiteX76" fmla="*/ 1155859 w 3171825"/>
              <a:gd name="connsiteY76" fmla="*/ 754856 h 866775"/>
              <a:gd name="connsiteX77" fmla="*/ 1259681 w 3171825"/>
              <a:gd name="connsiteY77" fmla="*/ 864394 h 866775"/>
              <a:gd name="connsiteX78" fmla="*/ 1419701 w 3171825"/>
              <a:gd name="connsiteY78" fmla="*/ 569119 h 866775"/>
              <a:gd name="connsiteX79" fmla="*/ 1529239 w 3171825"/>
              <a:gd name="connsiteY79" fmla="*/ 518636 h 866775"/>
              <a:gd name="connsiteX80" fmla="*/ 1640681 w 3171825"/>
              <a:gd name="connsiteY80" fmla="*/ 576739 h 866775"/>
              <a:gd name="connsiteX81" fmla="*/ 1813084 w 3171825"/>
              <a:gd name="connsiteY81" fmla="*/ 459581 h 866775"/>
              <a:gd name="connsiteX82" fmla="*/ 1868329 w 3171825"/>
              <a:gd name="connsiteY82" fmla="*/ 576739 h 866775"/>
              <a:gd name="connsiteX83" fmla="*/ 1980724 w 3171825"/>
              <a:gd name="connsiteY83" fmla="*/ 273844 h 866775"/>
              <a:gd name="connsiteX84" fmla="*/ 2074069 w 3171825"/>
              <a:gd name="connsiteY84" fmla="*/ 601504 h 866775"/>
              <a:gd name="connsiteX85" fmla="*/ 2198846 w 3171825"/>
              <a:gd name="connsiteY85" fmla="*/ 312896 h 866775"/>
              <a:gd name="connsiteX86" fmla="*/ 2307432 w 3171825"/>
              <a:gd name="connsiteY86" fmla="*/ 576739 h 866775"/>
              <a:gd name="connsiteX87" fmla="*/ 2412207 w 3171825"/>
              <a:gd name="connsiteY87" fmla="*/ 428149 h 866775"/>
              <a:gd name="connsiteX88" fmla="*/ 2521744 w 3171825"/>
              <a:gd name="connsiteY88" fmla="*/ 576739 h 866775"/>
              <a:gd name="connsiteX89" fmla="*/ 2618899 w 3171825"/>
              <a:gd name="connsiteY89" fmla="*/ 486251 h 866775"/>
              <a:gd name="connsiteX90" fmla="*/ 2670334 w 3171825"/>
              <a:gd name="connsiteY90" fmla="*/ 576739 h 866775"/>
              <a:gd name="connsiteX91" fmla="*/ 2803684 w 3171825"/>
              <a:gd name="connsiteY91" fmla="*/ 274796 h 866775"/>
              <a:gd name="connsiteX92" fmla="*/ 2947511 w 3171825"/>
              <a:gd name="connsiteY92" fmla="*/ 576739 h 866775"/>
              <a:gd name="connsiteX93" fmla="*/ 3040857 w 3171825"/>
              <a:gd name="connsiteY93" fmla="*/ 474821 h 866775"/>
              <a:gd name="connsiteX94" fmla="*/ 3121819 w 3171825"/>
              <a:gd name="connsiteY94" fmla="*/ 576739 h 866775"/>
              <a:gd name="connsiteX95" fmla="*/ 3169444 w 3171825"/>
              <a:gd name="connsiteY95" fmla="*/ 550069 h 866775"/>
              <a:gd name="connsiteX96" fmla="*/ 3092291 w 3171825"/>
              <a:gd name="connsiteY96" fmla="*/ 287179 h 866775"/>
              <a:gd name="connsiteX97" fmla="*/ 1267301 w 3171825"/>
              <a:gd name="connsiteY97" fmla="*/ 806291 h 866775"/>
              <a:gd name="connsiteX98" fmla="*/ 1226344 w 3171825"/>
              <a:gd name="connsiteY98" fmla="*/ 751999 h 866775"/>
              <a:gd name="connsiteX99" fmla="*/ 1353026 w 3171825"/>
              <a:gd name="connsiteY99" fmla="*/ 597694 h 866775"/>
              <a:gd name="connsiteX100" fmla="*/ 1267301 w 3171825"/>
              <a:gd name="connsiteY100" fmla="*/ 806291 h 866775"/>
              <a:gd name="connsiteX101" fmla="*/ 1614964 w 3171825"/>
              <a:gd name="connsiteY101" fmla="*/ 257651 h 866775"/>
              <a:gd name="connsiteX102" fmla="*/ 1653064 w 3171825"/>
              <a:gd name="connsiteY102" fmla="*/ 315754 h 866775"/>
              <a:gd name="connsiteX103" fmla="*/ 1569244 w 3171825"/>
              <a:gd name="connsiteY103" fmla="*/ 438626 h 866775"/>
              <a:gd name="connsiteX104" fmla="*/ 1614964 w 3171825"/>
              <a:gd name="connsiteY104" fmla="*/ 257651 h 866775"/>
            </a:gdLst>
            <a:ahLst/>
            <a:cxnLst/>
            <a:rect l="l" t="t" r="r" b="b"/>
            <a:pathLst>
              <a:path w="3171825" h="866775">
                <a:moveTo>
                  <a:pt x="3092291" y="287179"/>
                </a:moveTo>
                <a:cubicBezTo>
                  <a:pt x="3092291" y="241459"/>
                  <a:pt x="3089434" y="211931"/>
                  <a:pt x="3059907" y="211931"/>
                </a:cubicBezTo>
                <a:cubicBezTo>
                  <a:pt x="3046571" y="211931"/>
                  <a:pt x="3039904" y="214789"/>
                  <a:pt x="3027521" y="218599"/>
                </a:cubicBezTo>
                <a:cubicBezTo>
                  <a:pt x="3037999" y="371951"/>
                  <a:pt x="3003709" y="507206"/>
                  <a:pt x="2960846" y="507206"/>
                </a:cubicBezTo>
                <a:cubicBezTo>
                  <a:pt x="2905601" y="507206"/>
                  <a:pt x="2933224" y="178594"/>
                  <a:pt x="2816066" y="178594"/>
                </a:cubicBezTo>
                <a:cubicBezTo>
                  <a:pt x="2707482" y="178594"/>
                  <a:pt x="2692241" y="440531"/>
                  <a:pt x="2679859" y="440531"/>
                </a:cubicBezTo>
                <a:cubicBezTo>
                  <a:pt x="2671286" y="440531"/>
                  <a:pt x="2670334" y="371951"/>
                  <a:pt x="2670334" y="319564"/>
                </a:cubicBezTo>
                <a:cubicBezTo>
                  <a:pt x="2675096" y="294799"/>
                  <a:pt x="2677001" y="271939"/>
                  <a:pt x="2677001" y="254794"/>
                </a:cubicBezTo>
                <a:cubicBezTo>
                  <a:pt x="2677001" y="230029"/>
                  <a:pt x="2667476" y="188119"/>
                  <a:pt x="2611279" y="209074"/>
                </a:cubicBezTo>
                <a:cubicBezTo>
                  <a:pt x="2613184" y="396716"/>
                  <a:pt x="2576036" y="510064"/>
                  <a:pt x="2533174" y="510064"/>
                </a:cubicBezTo>
                <a:cubicBezTo>
                  <a:pt x="2471261" y="510064"/>
                  <a:pt x="2470309" y="340519"/>
                  <a:pt x="2470309" y="292894"/>
                </a:cubicBezTo>
                <a:cubicBezTo>
                  <a:pt x="2470309" y="247174"/>
                  <a:pt x="2473166" y="186214"/>
                  <a:pt x="2405539" y="208121"/>
                </a:cubicBezTo>
                <a:cubicBezTo>
                  <a:pt x="2395061" y="371951"/>
                  <a:pt x="2352199" y="494824"/>
                  <a:pt x="2325529" y="494824"/>
                </a:cubicBezTo>
                <a:cubicBezTo>
                  <a:pt x="2285524" y="494824"/>
                  <a:pt x="2293144" y="211931"/>
                  <a:pt x="2206466" y="211931"/>
                </a:cubicBezTo>
                <a:cubicBezTo>
                  <a:pt x="2128361" y="211931"/>
                  <a:pt x="2103596" y="479584"/>
                  <a:pt x="2087404" y="479584"/>
                </a:cubicBezTo>
                <a:cubicBezTo>
                  <a:pt x="2057876" y="479584"/>
                  <a:pt x="2096929" y="178594"/>
                  <a:pt x="1983581" y="178594"/>
                </a:cubicBezTo>
                <a:cubicBezTo>
                  <a:pt x="1924526" y="178594"/>
                  <a:pt x="1900714" y="279559"/>
                  <a:pt x="1877854" y="391954"/>
                </a:cubicBezTo>
                <a:cubicBezTo>
                  <a:pt x="1873091" y="413861"/>
                  <a:pt x="1868329" y="414814"/>
                  <a:pt x="1867376" y="390049"/>
                </a:cubicBezTo>
                <a:cubicBezTo>
                  <a:pt x="1866424" y="370046"/>
                  <a:pt x="1866424" y="347186"/>
                  <a:pt x="1866424" y="327184"/>
                </a:cubicBezTo>
                <a:cubicBezTo>
                  <a:pt x="1894999" y="213836"/>
                  <a:pt x="1859756" y="171926"/>
                  <a:pt x="1807369" y="202406"/>
                </a:cubicBezTo>
                <a:cubicBezTo>
                  <a:pt x="1824514" y="411004"/>
                  <a:pt x="1728311" y="512921"/>
                  <a:pt x="1654969" y="512921"/>
                </a:cubicBezTo>
                <a:cubicBezTo>
                  <a:pt x="1628299" y="512921"/>
                  <a:pt x="1607344" y="501491"/>
                  <a:pt x="1592104" y="483394"/>
                </a:cubicBezTo>
                <a:cubicBezTo>
                  <a:pt x="1680686" y="429101"/>
                  <a:pt x="1719739" y="367189"/>
                  <a:pt x="1719739" y="306229"/>
                </a:cubicBezTo>
                <a:cubicBezTo>
                  <a:pt x="1719739" y="240506"/>
                  <a:pt x="1681639" y="202406"/>
                  <a:pt x="1619726" y="202406"/>
                </a:cubicBezTo>
                <a:cubicBezTo>
                  <a:pt x="1532096" y="202406"/>
                  <a:pt x="1483519" y="292894"/>
                  <a:pt x="1483519" y="369094"/>
                </a:cubicBezTo>
                <a:cubicBezTo>
                  <a:pt x="1483519" y="410051"/>
                  <a:pt x="1491139" y="445294"/>
                  <a:pt x="1503521" y="473869"/>
                </a:cubicBezTo>
                <a:cubicBezTo>
                  <a:pt x="1473041" y="488156"/>
                  <a:pt x="1445419" y="500539"/>
                  <a:pt x="1418749" y="512921"/>
                </a:cubicBezTo>
                <a:cubicBezTo>
                  <a:pt x="1416844" y="433864"/>
                  <a:pt x="1407319" y="350996"/>
                  <a:pt x="1400651" y="274796"/>
                </a:cubicBezTo>
                <a:cubicBezTo>
                  <a:pt x="1353979" y="262414"/>
                  <a:pt x="1340644" y="284321"/>
                  <a:pt x="1336834" y="326231"/>
                </a:cubicBezTo>
                <a:cubicBezTo>
                  <a:pt x="1328261" y="420529"/>
                  <a:pt x="1293971" y="479584"/>
                  <a:pt x="1262539" y="479584"/>
                </a:cubicBezTo>
                <a:cubicBezTo>
                  <a:pt x="1239679" y="479584"/>
                  <a:pt x="1225391" y="451009"/>
                  <a:pt x="1223486" y="421481"/>
                </a:cubicBezTo>
                <a:cubicBezTo>
                  <a:pt x="1214914" y="270034"/>
                  <a:pt x="1337786" y="228124"/>
                  <a:pt x="1402556" y="250031"/>
                </a:cubicBezTo>
                <a:cubicBezTo>
                  <a:pt x="1415891" y="216694"/>
                  <a:pt x="1401604" y="192881"/>
                  <a:pt x="1343501" y="192881"/>
                </a:cubicBezTo>
                <a:cubicBezTo>
                  <a:pt x="1273016" y="192881"/>
                  <a:pt x="1220629" y="235744"/>
                  <a:pt x="1181576" y="290989"/>
                </a:cubicBezTo>
                <a:cubicBezTo>
                  <a:pt x="1155859" y="327184"/>
                  <a:pt x="1126331" y="353854"/>
                  <a:pt x="1086326" y="385286"/>
                </a:cubicBezTo>
                <a:cubicBezTo>
                  <a:pt x="1087279" y="375761"/>
                  <a:pt x="1088231" y="367189"/>
                  <a:pt x="1088231" y="358616"/>
                </a:cubicBezTo>
                <a:cubicBezTo>
                  <a:pt x="1088231" y="251936"/>
                  <a:pt x="1030129" y="204311"/>
                  <a:pt x="974884" y="204311"/>
                </a:cubicBezTo>
                <a:cubicBezTo>
                  <a:pt x="929164" y="204311"/>
                  <a:pt x="900589" y="231934"/>
                  <a:pt x="883444" y="273844"/>
                </a:cubicBezTo>
                <a:cubicBezTo>
                  <a:pt x="879634" y="231934"/>
                  <a:pt x="871061" y="213836"/>
                  <a:pt x="846296" y="213836"/>
                </a:cubicBezTo>
                <a:cubicBezTo>
                  <a:pt x="835819" y="213836"/>
                  <a:pt x="821531" y="216694"/>
                  <a:pt x="805339" y="224314"/>
                </a:cubicBezTo>
                <a:cubicBezTo>
                  <a:pt x="812959" y="248126"/>
                  <a:pt x="814864" y="300514"/>
                  <a:pt x="814864" y="334804"/>
                </a:cubicBezTo>
                <a:cubicBezTo>
                  <a:pt x="814864" y="463391"/>
                  <a:pt x="777716" y="520541"/>
                  <a:pt x="742474" y="520541"/>
                </a:cubicBezTo>
                <a:cubicBezTo>
                  <a:pt x="701516" y="520541"/>
                  <a:pt x="695801" y="368141"/>
                  <a:pt x="691991" y="309086"/>
                </a:cubicBezTo>
                <a:cubicBezTo>
                  <a:pt x="687229" y="307181"/>
                  <a:pt x="681514" y="305276"/>
                  <a:pt x="671989" y="305276"/>
                </a:cubicBezTo>
                <a:cubicBezTo>
                  <a:pt x="635794" y="305276"/>
                  <a:pt x="631031" y="354806"/>
                  <a:pt x="621506" y="399574"/>
                </a:cubicBezTo>
                <a:cubicBezTo>
                  <a:pt x="611029" y="450056"/>
                  <a:pt x="582454" y="512921"/>
                  <a:pt x="539591" y="512921"/>
                </a:cubicBezTo>
                <a:cubicBezTo>
                  <a:pt x="513874" y="512921"/>
                  <a:pt x="497681" y="488156"/>
                  <a:pt x="495776" y="443389"/>
                </a:cubicBezTo>
                <a:cubicBezTo>
                  <a:pt x="491966" y="352901"/>
                  <a:pt x="567214" y="245269"/>
                  <a:pt x="685324" y="278606"/>
                </a:cubicBezTo>
                <a:cubicBezTo>
                  <a:pt x="700564" y="242411"/>
                  <a:pt x="676751" y="214789"/>
                  <a:pt x="627221" y="214789"/>
                </a:cubicBezTo>
                <a:cubicBezTo>
                  <a:pt x="540544" y="214789"/>
                  <a:pt x="469106" y="279559"/>
                  <a:pt x="437674" y="355759"/>
                </a:cubicBezTo>
                <a:cubicBezTo>
                  <a:pt x="406241" y="426244"/>
                  <a:pt x="350996" y="529114"/>
                  <a:pt x="237649" y="529114"/>
                </a:cubicBezTo>
                <a:cubicBezTo>
                  <a:pt x="157639" y="529114"/>
                  <a:pt x="97631" y="459581"/>
                  <a:pt x="97631" y="313849"/>
                </a:cubicBezTo>
                <a:cubicBezTo>
                  <a:pt x="97631" y="188119"/>
                  <a:pt x="176689" y="69056"/>
                  <a:pt x="261461" y="69056"/>
                </a:cubicBezTo>
                <a:cubicBezTo>
                  <a:pt x="320516" y="69056"/>
                  <a:pt x="333851" y="127159"/>
                  <a:pt x="329089" y="181451"/>
                </a:cubicBezTo>
                <a:cubicBezTo>
                  <a:pt x="359569" y="206216"/>
                  <a:pt x="410051" y="183356"/>
                  <a:pt x="410051" y="121444"/>
                </a:cubicBezTo>
                <a:cubicBezTo>
                  <a:pt x="410051" y="79534"/>
                  <a:pt x="375761" y="7144"/>
                  <a:pt x="265271" y="7144"/>
                </a:cubicBezTo>
                <a:cubicBezTo>
                  <a:pt x="128111" y="7144"/>
                  <a:pt x="7144" y="144304"/>
                  <a:pt x="7144" y="324326"/>
                </a:cubicBezTo>
                <a:cubicBezTo>
                  <a:pt x="7144" y="498634"/>
                  <a:pt x="95726" y="601504"/>
                  <a:pt x="220504" y="601504"/>
                </a:cubicBezTo>
                <a:cubicBezTo>
                  <a:pt x="299561" y="601504"/>
                  <a:pt x="373856" y="556736"/>
                  <a:pt x="425291" y="472916"/>
                </a:cubicBezTo>
                <a:cubicBezTo>
                  <a:pt x="438626" y="545306"/>
                  <a:pt x="488156" y="576739"/>
                  <a:pt x="525304" y="576739"/>
                </a:cubicBezTo>
                <a:cubicBezTo>
                  <a:pt x="585311" y="576739"/>
                  <a:pt x="624364" y="537686"/>
                  <a:pt x="646271" y="485299"/>
                </a:cubicBezTo>
                <a:cubicBezTo>
                  <a:pt x="659606" y="537686"/>
                  <a:pt x="688181" y="576739"/>
                  <a:pt x="734854" y="576739"/>
                </a:cubicBezTo>
                <a:cubicBezTo>
                  <a:pt x="768191" y="576739"/>
                  <a:pt x="793909" y="559594"/>
                  <a:pt x="812959" y="532924"/>
                </a:cubicBezTo>
                <a:cubicBezTo>
                  <a:pt x="805339" y="716756"/>
                  <a:pt x="795814" y="832961"/>
                  <a:pt x="904399" y="810101"/>
                </a:cubicBezTo>
                <a:cubicBezTo>
                  <a:pt x="887254" y="757714"/>
                  <a:pt x="882491" y="663416"/>
                  <a:pt x="882491" y="577691"/>
                </a:cubicBezTo>
                <a:cubicBezTo>
                  <a:pt x="882491" y="344329"/>
                  <a:pt x="920591" y="267176"/>
                  <a:pt x="969169" y="267176"/>
                </a:cubicBezTo>
                <a:cubicBezTo>
                  <a:pt x="1004411" y="267176"/>
                  <a:pt x="1015841" y="311944"/>
                  <a:pt x="1015841" y="359569"/>
                </a:cubicBezTo>
                <a:cubicBezTo>
                  <a:pt x="1015841" y="385286"/>
                  <a:pt x="1012984" y="413861"/>
                  <a:pt x="1007269" y="440531"/>
                </a:cubicBezTo>
                <a:cubicBezTo>
                  <a:pt x="948214" y="477679"/>
                  <a:pt x="900589" y="507206"/>
                  <a:pt x="900589" y="545306"/>
                </a:cubicBezTo>
                <a:cubicBezTo>
                  <a:pt x="900589" y="574834"/>
                  <a:pt x="922496" y="577691"/>
                  <a:pt x="941546" y="577691"/>
                </a:cubicBezTo>
                <a:cubicBezTo>
                  <a:pt x="987266" y="577691"/>
                  <a:pt x="1041559" y="532924"/>
                  <a:pt x="1072039" y="449104"/>
                </a:cubicBezTo>
                <a:cubicBezTo>
                  <a:pt x="1098709" y="432911"/>
                  <a:pt x="1125379" y="414814"/>
                  <a:pt x="1150144" y="390049"/>
                </a:cubicBezTo>
                <a:cubicBezTo>
                  <a:pt x="1149191" y="398621"/>
                  <a:pt x="1149191" y="407194"/>
                  <a:pt x="1149191" y="415766"/>
                </a:cubicBezTo>
                <a:cubicBezTo>
                  <a:pt x="1149191" y="499586"/>
                  <a:pt x="1185386" y="550069"/>
                  <a:pt x="1244441" y="550069"/>
                </a:cubicBezTo>
                <a:cubicBezTo>
                  <a:pt x="1290161" y="550069"/>
                  <a:pt x="1324451" y="517684"/>
                  <a:pt x="1349216" y="469106"/>
                </a:cubicBezTo>
                <a:cubicBezTo>
                  <a:pt x="1351121" y="496729"/>
                  <a:pt x="1352074" y="523399"/>
                  <a:pt x="1352074" y="547211"/>
                </a:cubicBezTo>
                <a:cubicBezTo>
                  <a:pt x="1258729" y="590074"/>
                  <a:pt x="1155859" y="633889"/>
                  <a:pt x="1155859" y="754856"/>
                </a:cubicBezTo>
                <a:cubicBezTo>
                  <a:pt x="1155859" y="817721"/>
                  <a:pt x="1201579" y="864394"/>
                  <a:pt x="1259681" y="864394"/>
                </a:cubicBezTo>
                <a:cubicBezTo>
                  <a:pt x="1389221" y="864394"/>
                  <a:pt x="1418749" y="728186"/>
                  <a:pt x="1419701" y="569119"/>
                </a:cubicBezTo>
                <a:cubicBezTo>
                  <a:pt x="1461611" y="551021"/>
                  <a:pt x="1493044" y="536734"/>
                  <a:pt x="1529239" y="518636"/>
                </a:cubicBezTo>
                <a:cubicBezTo>
                  <a:pt x="1560671" y="557689"/>
                  <a:pt x="1602581" y="576739"/>
                  <a:pt x="1640681" y="576739"/>
                </a:cubicBezTo>
                <a:cubicBezTo>
                  <a:pt x="1714024" y="576739"/>
                  <a:pt x="1768316" y="537686"/>
                  <a:pt x="1813084" y="459581"/>
                </a:cubicBezTo>
                <a:cubicBezTo>
                  <a:pt x="1820704" y="519589"/>
                  <a:pt x="1835944" y="576739"/>
                  <a:pt x="1868329" y="576739"/>
                </a:cubicBezTo>
                <a:cubicBezTo>
                  <a:pt x="1926431" y="576739"/>
                  <a:pt x="1937861" y="273844"/>
                  <a:pt x="1980724" y="273844"/>
                </a:cubicBezTo>
                <a:cubicBezTo>
                  <a:pt x="2014061" y="273844"/>
                  <a:pt x="1986439" y="601504"/>
                  <a:pt x="2074069" y="601504"/>
                </a:cubicBezTo>
                <a:cubicBezTo>
                  <a:pt x="2148364" y="601504"/>
                  <a:pt x="2162651" y="312896"/>
                  <a:pt x="2198846" y="312896"/>
                </a:cubicBezTo>
                <a:cubicBezTo>
                  <a:pt x="2224564" y="312896"/>
                  <a:pt x="2226469" y="576739"/>
                  <a:pt x="2307432" y="576739"/>
                </a:cubicBezTo>
                <a:cubicBezTo>
                  <a:pt x="2347436" y="576739"/>
                  <a:pt x="2390299" y="529114"/>
                  <a:pt x="2412207" y="428149"/>
                </a:cubicBezTo>
                <a:cubicBezTo>
                  <a:pt x="2422684" y="494824"/>
                  <a:pt x="2456021" y="576739"/>
                  <a:pt x="2521744" y="576739"/>
                </a:cubicBezTo>
                <a:cubicBezTo>
                  <a:pt x="2559844" y="576739"/>
                  <a:pt x="2593182" y="537686"/>
                  <a:pt x="2618899" y="486251"/>
                </a:cubicBezTo>
                <a:cubicBezTo>
                  <a:pt x="2625566" y="539591"/>
                  <a:pt x="2640807" y="576739"/>
                  <a:pt x="2670334" y="576739"/>
                </a:cubicBezTo>
                <a:cubicBezTo>
                  <a:pt x="2746534" y="576739"/>
                  <a:pt x="2743676" y="274796"/>
                  <a:pt x="2803684" y="274796"/>
                </a:cubicBezTo>
                <a:cubicBezTo>
                  <a:pt x="2850357" y="274796"/>
                  <a:pt x="2836069" y="576739"/>
                  <a:pt x="2947511" y="576739"/>
                </a:cubicBezTo>
                <a:cubicBezTo>
                  <a:pt x="3000851" y="576739"/>
                  <a:pt x="3025616" y="531971"/>
                  <a:pt x="3040857" y="474821"/>
                </a:cubicBezTo>
                <a:cubicBezTo>
                  <a:pt x="3061811" y="558641"/>
                  <a:pt x="3094196" y="576739"/>
                  <a:pt x="3121819" y="576739"/>
                </a:cubicBezTo>
                <a:cubicBezTo>
                  <a:pt x="3138964" y="576739"/>
                  <a:pt x="3152299" y="571024"/>
                  <a:pt x="3169444" y="550069"/>
                </a:cubicBezTo>
                <a:cubicBezTo>
                  <a:pt x="3085624" y="511969"/>
                  <a:pt x="3092291" y="375761"/>
                  <a:pt x="3092291" y="287179"/>
                </a:cubicBezTo>
                <a:close/>
                <a:moveTo>
                  <a:pt x="1267301" y="806291"/>
                </a:moveTo>
                <a:cubicBezTo>
                  <a:pt x="1240631" y="806291"/>
                  <a:pt x="1226344" y="780574"/>
                  <a:pt x="1226344" y="751999"/>
                </a:cubicBezTo>
                <a:cubicBezTo>
                  <a:pt x="1226344" y="674846"/>
                  <a:pt x="1283494" y="632936"/>
                  <a:pt x="1353026" y="597694"/>
                </a:cubicBezTo>
                <a:cubicBezTo>
                  <a:pt x="1349216" y="768191"/>
                  <a:pt x="1310164" y="806291"/>
                  <a:pt x="1267301" y="806291"/>
                </a:cubicBezTo>
                <a:close/>
                <a:moveTo>
                  <a:pt x="1614964" y="257651"/>
                </a:moveTo>
                <a:cubicBezTo>
                  <a:pt x="1640681" y="257651"/>
                  <a:pt x="1655921" y="281464"/>
                  <a:pt x="1653064" y="315754"/>
                </a:cubicBezTo>
                <a:cubicBezTo>
                  <a:pt x="1650206" y="355759"/>
                  <a:pt x="1620679" y="402431"/>
                  <a:pt x="1569244" y="438626"/>
                </a:cubicBezTo>
                <a:cubicBezTo>
                  <a:pt x="1543526" y="362426"/>
                  <a:pt x="1563529" y="257651"/>
                  <a:pt x="1614964" y="257651"/>
                </a:cubicBezTo>
                <a:close/>
              </a:path>
            </a:pathLst>
          </a:custGeom>
          <a:solidFill>
            <a:srgbClr val="0072A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296E9CB-B7F8-9F5C-5A91-CC70339F4284}"/>
              </a:ext>
            </a:extLst>
          </p:cNvPr>
          <p:cNvSpPr>
            <a:spLocks noGrp="1"/>
          </p:cNvSpPr>
          <p:nvPr/>
        </p:nvSpPr>
        <p:spPr>
          <a:xfrm>
            <a:off x="1588513" y="6047292"/>
            <a:ext cx="45647" cy="50212"/>
          </a:xfrm>
          <a:custGeom>
            <a:avLst/>
            <a:gdLst>
              <a:gd name="connsiteX0" fmla="*/ 51942 w 95250"/>
              <a:gd name="connsiteY0" fmla="*/ 99569 h 104775"/>
              <a:gd name="connsiteX1" fmla="*/ 93853 w 95250"/>
              <a:gd name="connsiteY1" fmla="*/ 51944 h 104775"/>
              <a:gd name="connsiteX2" fmla="*/ 51942 w 95250"/>
              <a:gd name="connsiteY2" fmla="*/ 7176 h 104775"/>
              <a:gd name="connsiteX3" fmla="*/ 7175 w 95250"/>
              <a:gd name="connsiteY3" fmla="*/ 54801 h 104775"/>
              <a:gd name="connsiteX4" fmla="*/ 51942 w 95250"/>
              <a:gd name="connsiteY4" fmla="*/ 99569 h 104775"/>
            </a:gdLst>
            <a:ahLst/>
            <a:cxnLst/>
            <a:rect l="l" t="t" r="r" b="b"/>
            <a:pathLst>
              <a:path w="95250" h="104775">
                <a:moveTo>
                  <a:pt x="51942" y="99569"/>
                </a:moveTo>
                <a:cubicBezTo>
                  <a:pt x="76707" y="98616"/>
                  <a:pt x="93853" y="77661"/>
                  <a:pt x="93853" y="51944"/>
                </a:cubicBezTo>
                <a:cubicBezTo>
                  <a:pt x="93853" y="26226"/>
                  <a:pt x="76707" y="6224"/>
                  <a:pt x="51942" y="7176"/>
                </a:cubicBezTo>
                <a:cubicBezTo>
                  <a:pt x="27178" y="8129"/>
                  <a:pt x="7175" y="29084"/>
                  <a:pt x="7175" y="54801"/>
                </a:cubicBezTo>
                <a:cubicBezTo>
                  <a:pt x="6222" y="80519"/>
                  <a:pt x="27178" y="100521"/>
                  <a:pt x="51942" y="99569"/>
                </a:cubicBezTo>
                <a:close/>
              </a:path>
            </a:pathLst>
          </a:custGeom>
          <a:solidFill>
            <a:srgbClr val="0072A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6" name="Freeform: Shape 14">
            <a:extLst>
              <a:ext uri="{FF2B5EF4-FFF2-40B4-BE49-F238E27FC236}">
                <a16:creationId xmlns:a16="http://schemas.microsoft.com/office/drawing/2014/main" id="{4046F42C-B4B1-F5B5-97B0-295157FB5118}"/>
              </a:ext>
            </a:extLst>
          </p:cNvPr>
          <p:cNvSpPr>
            <a:spLocks noGrp="1"/>
          </p:cNvSpPr>
          <p:nvPr/>
        </p:nvSpPr>
        <p:spPr>
          <a:xfrm>
            <a:off x="1886149" y="6055964"/>
            <a:ext cx="45647" cy="45647"/>
          </a:xfrm>
          <a:custGeom>
            <a:avLst/>
            <a:gdLst>
              <a:gd name="connsiteX0" fmla="*/ 48101 w 95250"/>
              <a:gd name="connsiteY0" fmla="*/ 94808 h 95250"/>
              <a:gd name="connsiteX1" fmla="*/ 89059 w 95250"/>
              <a:gd name="connsiteY1" fmla="*/ 49088 h 95250"/>
              <a:gd name="connsiteX2" fmla="*/ 48101 w 95250"/>
              <a:gd name="connsiteY2" fmla="*/ 7178 h 95250"/>
              <a:gd name="connsiteX3" fmla="*/ 7144 w 95250"/>
              <a:gd name="connsiteY3" fmla="*/ 52898 h 95250"/>
              <a:gd name="connsiteX4" fmla="*/ 48101 w 95250"/>
              <a:gd name="connsiteY4" fmla="*/ 94808 h 95250"/>
            </a:gdLst>
            <a:ahLst/>
            <a:cxnLst/>
            <a:rect l="l" t="t" r="r" b="b"/>
            <a:pathLst>
              <a:path w="95250" h="95250">
                <a:moveTo>
                  <a:pt x="48101" y="94808"/>
                </a:moveTo>
                <a:cubicBezTo>
                  <a:pt x="70961" y="93856"/>
                  <a:pt x="89059" y="73853"/>
                  <a:pt x="89059" y="49088"/>
                </a:cubicBezTo>
                <a:cubicBezTo>
                  <a:pt x="89059" y="25275"/>
                  <a:pt x="70961" y="6225"/>
                  <a:pt x="48101" y="7178"/>
                </a:cubicBezTo>
                <a:cubicBezTo>
                  <a:pt x="25241" y="8131"/>
                  <a:pt x="7144" y="28133"/>
                  <a:pt x="7144" y="52898"/>
                </a:cubicBezTo>
                <a:cubicBezTo>
                  <a:pt x="8096" y="76711"/>
                  <a:pt x="26194" y="95761"/>
                  <a:pt x="48101" y="94808"/>
                </a:cubicBezTo>
                <a:close/>
              </a:path>
            </a:pathLst>
          </a:custGeom>
          <a:solidFill>
            <a:srgbClr val="0072A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  <p:sp>
        <p:nvSpPr>
          <p:cNvPr id="7" name="Freeform: Shape 20">
            <a:extLst>
              <a:ext uri="{FF2B5EF4-FFF2-40B4-BE49-F238E27FC236}">
                <a16:creationId xmlns:a16="http://schemas.microsoft.com/office/drawing/2014/main" id="{B9876A18-1EED-B3A2-6F45-2D9C7CE3D38D}"/>
              </a:ext>
            </a:extLst>
          </p:cNvPr>
          <p:cNvSpPr>
            <a:spLocks noGrp="1"/>
          </p:cNvSpPr>
          <p:nvPr/>
        </p:nvSpPr>
        <p:spPr>
          <a:xfrm>
            <a:off x="1982010" y="6021288"/>
            <a:ext cx="333225" cy="278449"/>
          </a:xfrm>
          <a:custGeom>
            <a:avLst/>
            <a:gdLst>
              <a:gd name="connsiteX0" fmla="*/ 689134 w 695325"/>
              <a:gd name="connsiteY0" fmla="*/ 368141 h 581025"/>
              <a:gd name="connsiteX1" fmla="*/ 571024 w 695325"/>
              <a:gd name="connsiteY1" fmla="*/ 127159 h 581025"/>
              <a:gd name="connsiteX2" fmla="*/ 388144 w 695325"/>
              <a:gd name="connsiteY2" fmla="*/ 13811 h 581025"/>
              <a:gd name="connsiteX3" fmla="*/ 371951 w 695325"/>
              <a:gd name="connsiteY3" fmla="*/ 7144 h 581025"/>
              <a:gd name="connsiteX4" fmla="*/ 371951 w 695325"/>
              <a:gd name="connsiteY4" fmla="*/ 7144 h 581025"/>
              <a:gd name="connsiteX5" fmla="*/ 371951 w 695325"/>
              <a:gd name="connsiteY5" fmla="*/ 7144 h 581025"/>
              <a:gd name="connsiteX6" fmla="*/ 7144 w 695325"/>
              <a:gd name="connsiteY6" fmla="*/ 383381 h 581025"/>
              <a:gd name="connsiteX7" fmla="*/ 132874 w 695325"/>
              <a:gd name="connsiteY7" fmla="*/ 569119 h 581025"/>
              <a:gd name="connsiteX8" fmla="*/ 262414 w 695325"/>
              <a:gd name="connsiteY8" fmla="*/ 571976 h 581025"/>
              <a:gd name="connsiteX9" fmla="*/ 358616 w 695325"/>
              <a:gd name="connsiteY9" fmla="*/ 506254 h 581025"/>
              <a:gd name="connsiteX10" fmla="*/ 577692 w 695325"/>
              <a:gd name="connsiteY10" fmla="*/ 271939 h 581025"/>
              <a:gd name="connsiteX11" fmla="*/ 690086 w 695325"/>
              <a:gd name="connsiteY11" fmla="*/ 374809 h 581025"/>
              <a:gd name="connsiteX12" fmla="*/ 689134 w 695325"/>
              <a:gd name="connsiteY12" fmla="*/ 368141 h 581025"/>
            </a:gdLst>
            <a:ahLst/>
            <a:cxnLst/>
            <a:rect l="l" t="t" r="r" b="b"/>
            <a:pathLst>
              <a:path w="695325" h="581025">
                <a:moveTo>
                  <a:pt x="689134" y="368141"/>
                </a:moveTo>
                <a:cubicBezTo>
                  <a:pt x="687229" y="271939"/>
                  <a:pt x="641509" y="191929"/>
                  <a:pt x="571024" y="127159"/>
                </a:cubicBezTo>
                <a:cubicBezTo>
                  <a:pt x="517684" y="78581"/>
                  <a:pt x="453866" y="41434"/>
                  <a:pt x="388144" y="13811"/>
                </a:cubicBezTo>
                <a:cubicBezTo>
                  <a:pt x="382429" y="11906"/>
                  <a:pt x="377666" y="9049"/>
                  <a:pt x="371951" y="7144"/>
                </a:cubicBezTo>
                <a:lnTo>
                  <a:pt x="371951" y="7144"/>
                </a:lnTo>
                <a:cubicBezTo>
                  <a:pt x="371951" y="7144"/>
                  <a:pt x="371951" y="7144"/>
                  <a:pt x="371951" y="7144"/>
                </a:cubicBezTo>
                <a:cubicBezTo>
                  <a:pt x="290036" y="105251"/>
                  <a:pt x="7144" y="178594"/>
                  <a:pt x="7144" y="383381"/>
                </a:cubicBezTo>
                <a:cubicBezTo>
                  <a:pt x="7144" y="463391"/>
                  <a:pt x="57626" y="538639"/>
                  <a:pt x="132874" y="569119"/>
                </a:cubicBezTo>
                <a:cubicBezTo>
                  <a:pt x="175736" y="585311"/>
                  <a:pt x="219551" y="586264"/>
                  <a:pt x="262414" y="571976"/>
                </a:cubicBezTo>
                <a:cubicBezTo>
                  <a:pt x="300514" y="559594"/>
                  <a:pt x="332899" y="535781"/>
                  <a:pt x="358616" y="506254"/>
                </a:cubicBezTo>
                <a:cubicBezTo>
                  <a:pt x="441484" y="413861"/>
                  <a:pt x="475774" y="271939"/>
                  <a:pt x="577692" y="271939"/>
                </a:cubicBezTo>
                <a:cubicBezTo>
                  <a:pt x="671036" y="271939"/>
                  <a:pt x="683419" y="338614"/>
                  <a:pt x="690086" y="374809"/>
                </a:cubicBezTo>
                <a:cubicBezTo>
                  <a:pt x="689134" y="373856"/>
                  <a:pt x="689134" y="371951"/>
                  <a:pt x="689134" y="368141"/>
                </a:cubicBezTo>
                <a:close/>
              </a:path>
            </a:pathLst>
          </a:custGeom>
          <a:solidFill>
            <a:srgbClr val="0072AF"/>
          </a:solidFill>
          <a:ln w="9525">
            <a:noFill/>
            <a:prstDash val="solid"/>
          </a:ln>
        </p:spPr>
        <p:txBody>
          <a:bodyPr anchor="ctr"/>
          <a:lstStyle/>
          <a:p>
            <a:endParaRPr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ID" hidden="1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414971" y="388938"/>
            <a:ext cx="11369040" cy="6067248"/>
          </a:xfrm>
          <a:prstGeom prst="rect">
            <a:avLst/>
          </a:prstGeom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4D6317B0-9E88-4D10-B417-1449DF9EE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8" y="1628800"/>
            <a:ext cx="11369040" cy="482908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/>
          <a:p>
            <a:pPr lvl="0">
              <a:buNone/>
            </a:pPr>
            <a:r>
              <a:t>Enter your contents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33" name="Freeform 13">
            <a:extLst>
              <a:ext uri="{FF2B5EF4-FFF2-40B4-BE49-F238E27FC236}">
                <a16:creationId xmlns:a16="http://schemas.microsoft.com/office/drawing/2014/main" id="{0DF4B7FE-AA65-4E55-B964-75A3DEE12DA3}"/>
              </a:ext>
            </a:extLst>
          </p:cNvPr>
          <p:cNvSpPr>
            <a:spLocks noGrp="1"/>
          </p:cNvSpPr>
          <p:nvPr/>
        </p:nvSpPr>
        <p:spPr>
          <a:xfrm>
            <a:off x="11644642" y="334376"/>
            <a:ext cx="275896" cy="226185"/>
          </a:xfrm>
          <a:custGeom>
            <a:avLst/>
            <a:gdLst/>
            <a:ahLst/>
            <a:cxnLst/>
            <a:rect l="0" t="0" r="r" b="b"/>
            <a:pathLst>
              <a:path w="188" h="154">
                <a:moveTo>
                  <a:pt x="125" y="107"/>
                </a:moveTo>
                <a:cubicBezTo>
                  <a:pt x="160" y="107"/>
                  <a:pt x="188" y="78"/>
                  <a:pt x="188" y="43"/>
                </a:cubicBezTo>
                <a:cubicBezTo>
                  <a:pt x="186" y="28"/>
                  <a:pt x="181" y="0"/>
                  <a:pt x="141" y="0"/>
                </a:cubicBezTo>
                <a:cubicBezTo>
                  <a:pt x="99" y="0"/>
                  <a:pt x="84" y="60"/>
                  <a:pt x="49" y="99"/>
                </a:cubicBezTo>
                <a:cubicBezTo>
                  <a:pt x="47" y="121"/>
                  <a:pt x="26" y="140"/>
                  <a:pt x="0" y="144"/>
                </a:cubicBezTo>
                <a:cubicBezTo>
                  <a:pt x="6" y="150"/>
                  <a:pt x="20" y="154"/>
                  <a:pt x="37" y="154"/>
                </a:cubicBezTo>
                <a:cubicBezTo>
                  <a:pt x="68" y="154"/>
                  <a:pt x="106" y="145"/>
                  <a:pt x="125" y="125"/>
                </a:cubicBezTo>
                <a:cubicBezTo>
                  <a:pt x="99" y="126"/>
                  <a:pt x="82" y="109"/>
                  <a:pt x="81" y="86"/>
                </a:cubicBezTo>
                <a:cubicBezTo>
                  <a:pt x="93" y="101"/>
                  <a:pt x="108" y="107"/>
                  <a:pt x="125" y="107"/>
                </a:cubicBezTo>
              </a:path>
            </a:pathLst>
          </a:custGeom>
          <a:solidFill>
            <a:srgbClr val="12ABDB"/>
          </a:solidFill>
          <a:ln w="9525"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4" name="Freeform 14">
            <a:extLst>
              <a:ext uri="{FF2B5EF4-FFF2-40B4-BE49-F238E27FC236}">
                <a16:creationId xmlns:a16="http://schemas.microsoft.com/office/drawing/2014/main" id="{08DB13D7-F3B3-4CCC-9572-7C835EA669A8}"/>
              </a:ext>
            </a:extLst>
          </p:cNvPr>
          <p:cNvSpPr>
            <a:spLocks noGrp="1"/>
          </p:cNvSpPr>
          <p:nvPr/>
        </p:nvSpPr>
        <p:spPr>
          <a:xfrm>
            <a:off x="11501102" y="171573"/>
            <a:ext cx="419436" cy="356676"/>
          </a:xfrm>
          <a:custGeom>
            <a:avLst/>
            <a:gdLst/>
            <a:ahLst/>
            <a:cxnLst/>
            <a:rect l="0" t="0" r="r" b="b"/>
            <a:pathLst>
              <a:path w="286" h="243">
                <a:moveTo>
                  <a:pt x="286" y="152"/>
                </a:moveTo>
                <a:cubicBezTo>
                  <a:pt x="286" y="112"/>
                  <a:pt x="266" y="78"/>
                  <a:pt x="237" y="51"/>
                </a:cubicBezTo>
                <a:cubicBezTo>
                  <a:pt x="215" y="30"/>
                  <a:pt x="188" y="15"/>
                  <a:pt x="160" y="3"/>
                </a:cubicBezTo>
                <a:cubicBezTo>
                  <a:pt x="158" y="2"/>
                  <a:pt x="156" y="1"/>
                  <a:pt x="153" y="0"/>
                </a:cubicBezTo>
                <a:cubicBezTo>
                  <a:pt x="153" y="0"/>
                  <a:pt x="153" y="0"/>
                  <a:pt x="153" y="0"/>
                </a:cubicBezTo>
                <a:cubicBezTo>
                  <a:pt x="119" y="41"/>
                  <a:pt x="0" y="72"/>
                  <a:pt x="0" y="158"/>
                </a:cubicBezTo>
                <a:cubicBezTo>
                  <a:pt x="0" y="192"/>
                  <a:pt x="21" y="224"/>
                  <a:pt x="53" y="236"/>
                </a:cubicBezTo>
                <a:cubicBezTo>
                  <a:pt x="71" y="243"/>
                  <a:pt x="89" y="243"/>
                  <a:pt x="107" y="237"/>
                </a:cubicBezTo>
                <a:cubicBezTo>
                  <a:pt x="123" y="232"/>
                  <a:pt x="136" y="222"/>
                  <a:pt x="147" y="210"/>
                </a:cubicBezTo>
                <a:cubicBezTo>
                  <a:pt x="182" y="171"/>
                  <a:pt x="197" y="111"/>
                  <a:pt x="239" y="111"/>
                </a:cubicBezTo>
                <a:cubicBezTo>
                  <a:pt x="279" y="111"/>
                  <a:pt x="284" y="139"/>
                  <a:pt x="286" y="154"/>
                </a:cubicBezTo>
                <a:cubicBezTo>
                  <a:pt x="286" y="154"/>
                  <a:pt x="286" y="153"/>
                  <a:pt x="286" y="152"/>
                </a:cubicBezTo>
              </a:path>
            </a:pathLst>
          </a:custGeom>
          <a:solidFill>
            <a:srgbClr val="0070AD"/>
          </a:solidFill>
          <a:ln w="9525"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D28F27D4-FFE2-4FAB-BA1B-9D013846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/>
          <a:p>
            <a:r>
              <a:t>Modifiez le style du titre</a:t>
            </a:r>
          </a:p>
        </p:txBody>
      </p:sp>
      <p:sp>
        <p:nvSpPr>
          <p:cNvPr id="20" name="Stickerbox" hidden="1">
            <a:extLst>
              <a:ext uri="{FF2B5EF4-FFF2-40B4-BE49-F238E27FC236}">
                <a16:creationId xmlns:a16="http://schemas.microsoft.com/office/drawing/2014/main" id="{D03A9799-ACDC-4925-8EE1-5C65CCCBD0FA}"/>
              </a:ext>
            </a:extLst>
          </p:cNvPr>
          <p:cNvSpPr>
            <a:spLocks noGrp="1"/>
          </p:cNvSpPr>
          <p:nvPr/>
        </p:nvSpPr>
        <p:spPr>
          <a:xfrm>
            <a:off x="10979205" y="1068490"/>
            <a:ext cx="804808" cy="402775"/>
          </a:xfrm>
          <a:prstGeom prst="rect">
            <a:avLst/>
          </a:prstGeom>
          <a:solidFill>
            <a:schemeClr val="accent2"/>
          </a:solidFill>
          <a:ln w="10795">
            <a:noFill/>
          </a:ln>
        </p:spPr>
        <p:txBody>
          <a:bodyPr vert="horz" wrap="none" lIns="108000" tIns="108000" rIns="108000" bIns="108000" anchor="ctr">
            <a:spAutoFit/>
          </a:bodyPr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all" spc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latin typeface="Ubuntu"/>
                <a:ea typeface="Ubuntu"/>
                <a:cs typeface="Ubuntu"/>
              </a:rPr>
              <a:t>Sticker</a:t>
            </a:r>
          </a:p>
        </p:txBody>
      </p:sp>
      <p:sp>
        <p:nvSpPr>
          <p:cNvPr id="22" name="CapgeminiBox" hidden="1">
            <a:extLst>
              <a:ext uri="{FF2B5EF4-FFF2-40B4-BE49-F238E27FC236}">
                <a16:creationId xmlns:a16="http://schemas.microsoft.com/office/drawing/2014/main" id="{7C293A1E-B461-4AFE-976D-6EE38B2AFEB4}"/>
              </a:ext>
            </a:extLst>
          </p:cNvPr>
          <p:cNvSpPr>
            <a:spLocks noGrp="1"/>
          </p:cNvSpPr>
          <p:nvPr/>
        </p:nvSpPr>
        <p:spPr>
          <a:xfrm>
            <a:off x="9592" y="0"/>
            <a:ext cx="1837661" cy="260350"/>
          </a:xfrm>
          <a:prstGeom prst="rect">
            <a:avLst/>
          </a:prstGeom>
        </p:spPr>
        <p:txBody>
          <a:bodyPr vert="horz" lIns="0" tIns="0" rIns="18000" bIns="0">
            <a:normAutofit/>
          </a:bodyPr>
          <a:lstStyle>
            <a:lvl1pPr marL="0" indent="0" algn="l" defTabSz="914400">
              <a:lnSpc>
                <a:spcPct val="100000"/>
              </a:lnSpc>
              <a:spcBef>
                <a:spcPts val="600"/>
              </a:spcBef>
              <a:buFont typeface="Arial"/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80975" indent="-180975" algn="l" defTabSz="9144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/>
              <a:buChar char="§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360000" indent="-180000" algn="l" defTabSz="9144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39750" indent="-180000" algn="l" defTabSz="9144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Verdana"/>
              <a:buChar char="‒"/>
              <a:defRPr sz="1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19138" indent="-180975" algn="l" defTabSz="9144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/>
              <a:buChar char="•"/>
              <a:defRPr sz="1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t>Capgemini v10.0</a:t>
            </a:r>
          </a:p>
        </p:txBody>
      </p:sp>
      <p:sp>
        <p:nvSpPr>
          <p:cNvPr id="29" name="FootnoteAndSource" hidden="1">
            <a:extLst>
              <a:ext uri="{FF2B5EF4-FFF2-40B4-BE49-F238E27FC236}">
                <a16:creationId xmlns:a16="http://schemas.microsoft.com/office/drawing/2014/main" id="{96E9BC24-418C-4CE4-8E81-3AF9AB04DEAA}"/>
              </a:ext>
            </a:extLst>
          </p:cNvPr>
          <p:cNvSpPr>
            <a:spLocks noGrp="1"/>
          </p:cNvSpPr>
          <p:nvPr/>
        </p:nvSpPr>
        <p:spPr>
          <a:xfrm>
            <a:off x="398738" y="6304130"/>
            <a:ext cx="11340000" cy="162096"/>
          </a:xfrm>
          <a:prstGeom prst="rect">
            <a:avLst/>
          </a:prstGeom>
          <a:noFill/>
        </p:spPr>
        <p:txBody>
          <a:bodyPr vert="horz" wrap="square" lIns="0" tIns="25400" rIns="0" bIns="25400" anchor="b">
            <a:spAutoFit/>
          </a:bodyPr>
          <a:lstStyle>
            <a:lvl1pPr marL="429768" indent="-429768">
              <a:lnSpc>
                <a:spcPct val="90000"/>
              </a:lnSpc>
              <a:buNone/>
              <a:tabLst>
                <a:tab pos="347472" algn="r"/>
              </a:tabLst>
              <a:defRPr sz="800"/>
            </a:lvl1pPr>
          </a:lstStyle>
          <a:p>
            <a:pPr marL="429768" indent="-429768" defTabSz="914400">
              <a:lnSpc>
                <a:spcPct val="90000"/>
              </a:lnSpc>
              <a:buNone/>
              <a:tabLst>
                <a:tab pos="347472" algn="r"/>
              </a:tabLst>
            </a:pPr>
            <a:r>
              <a:rPr sz="800"/>
              <a:t>	Source:	Source Text</a:t>
            </a: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62086BA9-1591-C6CD-E573-A5F8961683B1}"/>
              </a:ext>
            </a:extLst>
          </p:cNvPr>
          <p:cNvSpPr>
            <a:spLocks noGrp="1"/>
          </p:cNvSpPr>
          <p:nvPr/>
        </p:nvSpPr>
        <p:spPr>
          <a:xfrm>
            <a:off x="406833" y="6517871"/>
            <a:ext cx="3410847" cy="21945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rPr>
              <a:t>MRDVS Europe Market &amp; Channel Entry  |  2026-08</a:t>
            </a:r>
          </a:p>
        </p:txBody>
      </p:sp>
      <p:sp>
        <p:nvSpPr>
          <p:cNvPr id="6" name="Rectangle 27">
            <a:extLst>
              <a:ext uri="{FF2B5EF4-FFF2-40B4-BE49-F238E27FC236}">
                <a16:creationId xmlns:a16="http://schemas.microsoft.com/office/drawing/2014/main" id="{C7A3A5DA-5BBD-64D1-6DE2-E0F6859C58F2}"/>
              </a:ext>
            </a:extLst>
          </p:cNvPr>
          <p:cNvSpPr>
            <a:spLocks noGrp="1"/>
          </p:cNvSpPr>
          <p:nvPr/>
        </p:nvSpPr>
        <p:spPr>
          <a:xfrm>
            <a:off x="7131820" y="6517871"/>
            <a:ext cx="4532162" cy="21945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00"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rPr>
              <a:t>Company Confidential © Capgemini 2026. All rights reserved  |</a:t>
            </a:r>
          </a:p>
        </p:txBody>
      </p:sp>
      <p:sp>
        <p:nvSpPr>
          <p:cNvPr id="7" name="Rectangle 43">
            <a:extLst>
              <a:ext uri="{FF2B5EF4-FFF2-40B4-BE49-F238E27FC236}">
                <a16:creationId xmlns:a16="http://schemas.microsoft.com/office/drawing/2014/main" id="{5A64C6D2-B9B0-18AF-749A-15AAED7E4993}"/>
              </a:ext>
            </a:extLst>
          </p:cNvPr>
          <p:cNvSpPr>
            <a:spLocks noGrp="1"/>
          </p:cNvSpPr>
          <p:nvPr/>
        </p:nvSpPr>
        <p:spPr>
          <a:xfrm>
            <a:off x="11648878" y="6517658"/>
            <a:ext cx="229263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>
              <a:buNone/>
            </a:pPr>
            <a:fld id="{0502E5A9-B53C-401E-A0E0-4A359BB0A9E5}" type="slidenum">
              <a:rPr sz="800">
                <a:solidFill>
                  <a:schemeClr val="bg1">
                    <a:lumMod val="65000"/>
                  </a:schemeClr>
                </a:solidFill>
                <a:latin typeface="+mn-lt"/>
                <a:ea typeface="+mn-lt"/>
                <a:cs typeface="+mn-lt"/>
              </a:rPr>
              <a:t>‹#›</a:t>
            </a:fld>
            <a:endParaRPr sz="800">
              <a:solidFill>
                <a:schemeClr val="bg1">
                  <a:lumMod val="65000"/>
                </a:schemeClr>
              </a:solidFill>
              <a:latin typeface="+mn-lt"/>
              <a:ea typeface="+mn-lt"/>
              <a:cs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</p:sldLayoutIdLst>
  <p:hf sldNum="0" hdr="0" ftr="0" dt="0"/>
  <p:txStyles>
    <p:titleStyle>
      <a:lvl1pPr marL="0" marR="0" indent="0" algn="l" defTabSz="914400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defRPr sz="2800" b="0" i="0" u="none" kern="1200" cap="none" spc="0" baseline="0">
          <a:ln>
            <a:noFill/>
          </a:ln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0" indent="0" algn="l" defTabSz="914400">
        <a:lnSpc>
          <a:spcPct val="100000"/>
        </a:lnSpc>
        <a:spcBef>
          <a:spcPts val="600"/>
        </a:spcBef>
        <a:buFont typeface="Arial"/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1pPr>
      <a:lvl2pPr marL="180975" indent="-180975" algn="l" defTabSz="914400">
        <a:lnSpc>
          <a:spcPct val="100000"/>
        </a:lnSpc>
        <a:spcBef>
          <a:spcPts val="600"/>
        </a:spcBef>
        <a:buClr>
          <a:schemeClr val="accent1"/>
        </a:buClr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2pPr>
      <a:lvl3pPr marL="360000" indent="-180000" algn="l" defTabSz="914400">
        <a:lnSpc>
          <a:spcPct val="100000"/>
        </a:lnSpc>
        <a:spcBef>
          <a:spcPts val="600"/>
        </a:spcBef>
        <a:buClrTx/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3pPr>
      <a:lvl4pPr marL="539750" indent="-180000" algn="l" defTabSz="914400">
        <a:lnSpc>
          <a:spcPct val="100000"/>
        </a:lnSpc>
        <a:spcBef>
          <a:spcPts val="600"/>
        </a:spcBef>
        <a:buClrTx/>
        <a:buFont typeface="Verdana"/>
        <a:buChar char="‒"/>
        <a:defRPr sz="1200" kern="1200">
          <a:solidFill>
            <a:schemeClr val="tx1"/>
          </a:solidFill>
          <a:latin typeface="+mn-lt"/>
          <a:ea typeface="+mn-lt"/>
          <a:cs typeface="+mn-lt"/>
        </a:defRPr>
      </a:lvl4pPr>
      <a:lvl5pPr marL="719138" indent="-180975" algn="l" defTabSz="914400">
        <a:lnSpc>
          <a:spcPct val="100000"/>
        </a:lnSpc>
        <a:spcBef>
          <a:spcPts val="600"/>
        </a:spcBef>
        <a:buClrTx/>
        <a:buFont typeface="Arial"/>
        <a:buChar char="•"/>
        <a:defRPr sz="12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8" orient="horz" pos="663" userDrawn="1">
          <p15:clr>
            <a:srgbClr val="F26B43"/>
          </p15:clr>
        </p15:guide>
        <p15:guide id="19" orient="horz" pos="4320" userDrawn="1">
          <p15:clr>
            <a:srgbClr val="F26B43"/>
          </p15:clr>
        </p15:guide>
        <p15:guide id="20" pos="257" userDrawn="1">
          <p15:clr>
            <a:srgbClr val="F26B43"/>
          </p15:clr>
        </p15:guide>
        <p15:guide id="21" pos="3840">
          <p15:clr>
            <a:srgbClr val="F26B43"/>
          </p15:clr>
        </p15:guide>
        <p15:guide id="22" pos="7423" userDrawn="1">
          <p15:clr>
            <a:srgbClr val="F26B43"/>
          </p15:clr>
        </p15:guide>
        <p15:guide id="23" orient="horz" pos="255" userDrawn="1">
          <p15:clr>
            <a:srgbClr val="F26B43"/>
          </p15:clr>
        </p15:guide>
        <p15:guide id="24" orient="horz" pos="1026">
          <p15:clr>
            <a:srgbClr val="F26B43"/>
          </p15:clr>
        </p15:guide>
        <p15:guide id="26" orient="horz" pos="4065" userDrawn="1">
          <p15:clr>
            <a:srgbClr val="F26B43"/>
          </p15:clr>
        </p15:guide>
        <p15:guide id="27" orient="horz" pos="89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Relationship Id="rId4" Type="http://schemas.openxmlformats.org/officeDocument/2006/relationships/chart" Target="../charts/char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6D871570-FBB8-F282-1B97-65C16AE6C6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MRDVS欧洲市场与渠道进入项目汇报</a:t>
            </a:r>
          </a:p>
        </p:txBody>
      </p:sp>
      <p:sp>
        <p:nvSpPr>
          <p:cNvPr id="2" name="Sous-titre 1">
            <a:extLst>
              <a:ext uri="{FF2B5EF4-FFF2-40B4-BE49-F238E27FC236}">
                <a16:creationId xmlns:a16="http://schemas.microsoft.com/office/drawing/2014/main" id="{4F18DD32-924E-CE9C-91B0-4F30CCE1B6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从研究资产走向渠道激活与PoC落地｜2026年8月</a:t>
            </a: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48" y="2243"/>
            <a:ext cx="10632504" cy="431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321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B51A4-47E3-45E5-A825-0E483FD06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692696"/>
            <a:ext cx="4751907" cy="720179"/>
          </a:xfrm>
        </p:spPr>
        <p:txBody>
          <a:bodyPr/>
          <a:lstStyle/>
          <a:p>
            <a:r>
              <a:t>议程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1B00ED-8843-4A11-8FCC-1D428729BDB5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07988" y="1916832"/>
            <a:ext cx="5471988" cy="4536356"/>
          </a:xfrm>
        </p:spPr>
        <p:txBody>
          <a:bodyPr/>
          <a:lstStyle/>
          <a:p>
            <a:r>
              <a:rPr i="1">
                <a:solidFill>
                  <a:schemeClr val="accent2"/>
                </a:solidFill>
                <a:latin typeface="Ubuntu Light"/>
                <a:ea typeface="Ubuntu Light"/>
                <a:cs typeface="Ubuntu Light"/>
              </a:rPr>
              <a:t>01  欧洲市场机会与重点国家</a:t>
            </a:r>
          </a:p>
          <a:p>
            <a:r>
              <a:t>02  竞品、渠道与客户/KP洞察</a:t>
            </a:r>
          </a:p>
          <a:p>
            <a:pPr lvl="1">
              <a:buNone/>
            </a:pPr>
            <a:r>
              <a:t>03  德国验证与90天行动</a:t>
            </a:r>
          </a:p>
        </p:txBody>
      </p:sp>
      <p:pic>
        <p:nvPicPr>
          <p:cNvPr id="16" name="Picture Placeholder 16"/>
          <p:cNvPicPr>
            <a:picLocks noGrp="1" noChangeAspect="1"/>
          </p:cNvPicPr>
          <p:nvPr>
            <p:ph type="pic" idx="10"/>
          </p:nvPr>
        </p:nvPicPr>
        <p:blipFill>
          <a:blip r:embed="rId3"/>
          <a:srcRect/>
          <a:stretch/>
        </p:blipFill>
        <p:spPr>
          <a:xfrm>
            <a:off x="6096000" y="908050"/>
            <a:ext cx="6096000" cy="5949950"/>
          </a:xfrm>
        </p:spPr>
      </p:pic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613C6FFB-8403-40F0-863A-2306C4B36067}"/>
              </a:ext>
            </a:extLst>
          </p:cNvPr>
          <p:cNvSpPr>
            <a:spLocks noGrp="1"/>
          </p:cNvSpPr>
          <p:nvPr/>
        </p:nvSpPr>
        <p:spPr>
          <a:xfrm>
            <a:off x="407988" y="2276872"/>
            <a:ext cx="539998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BB2E9E2A-61D7-48E8-8A41-3DC0CDCB8D18}"/>
              </a:ext>
            </a:extLst>
          </p:cNvPr>
          <p:cNvSpPr>
            <a:spLocks noGrp="1"/>
          </p:cNvSpPr>
          <p:nvPr/>
        </p:nvSpPr>
        <p:spPr>
          <a:xfrm>
            <a:off x="407988" y="1844824"/>
            <a:ext cx="539998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855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DEE3ECFC-9425-465A-81B6-7AC41528C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欧洲机会已经识别，下一阶段应从“继续找名单”切换到“激活渠道”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CB21E4E-8B51-4D5E-9AC2-6313C0705F04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管理层结论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2BE3A3C-4E23-4827-91AF-129C8DA0CD53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t>德国、英国、法国构成第一波进入市场；意大利、西班牙、荷兰、波兰、瑞士为第二波。</a:t>
            </a:r>
          </a:p>
          <a:p>
            <a:endParaRPr/>
          </a:p>
          <a:p>
            <a:r>
              <a:t>MRDVS不宜正面进入微米级抓取/检测红海，应以S10 Ultra长距dToF与V2 Pro导航模块切入AMR、物流和工业自动化。</a:t>
            </a:r>
          </a:p>
          <a:p>
            <a:endParaRPr/>
          </a:p>
          <a:p>
            <a:r>
              <a:t>建议渠道组合：1家主VAD + 1家SI/备选 + OEM直连；德国作为方法验证样板。</a:t>
            </a:r>
          </a:p>
          <a:p>
            <a:endParaRPr/>
          </a:p>
          <a:p>
            <a:r>
              <a:t>当前已形成16国、22竞品、102个德国渠道节点和127条德国KP记录，但已确认KP、触达、会议和PoC仍为0——瓶颈已从研究转向商业激活。</a:t>
            </a:r>
          </a:p>
        </p:txBody>
      </p:sp>
    </p:spTree>
    <p:extLst>
      <p:ext uri="{BB962C8B-B14F-4D97-AF65-F5344CB8AC3E}">
        <p14:creationId xmlns:p14="http://schemas.microsoft.com/office/powerpoint/2010/main" val="3378203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CE961-C92A-4D64-AF24-D664E4488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</p:spPr>
        <p:txBody>
          <a:bodyPr/>
          <a:lstStyle/>
          <a:p>
            <a:r>
              <a:t>原始任务拆解与统一数据关系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289342-FB0F-4F42-89D7-98951393A6F0}"/>
              </a:ext>
            </a:extLst>
          </p:cNvPr>
          <p:cNvSpPr>
            <a:spLocks noGrp="1"/>
          </p:cNvSpPr>
          <p:nvPr/>
        </p:nvSpPr>
        <p:spPr>
          <a:xfrm>
            <a:off x="407987" y="1629726"/>
            <a:ext cx="3693309" cy="432000"/>
          </a:xfrm>
          <a:prstGeom prst="rect">
            <a:avLst/>
          </a:prstGeom>
          <a:solidFill>
            <a:schemeClr val="accent1"/>
          </a:solidFill>
        </p:spPr>
        <p:txBody>
          <a:bodyPr wrap="square" lIns="144000" tIns="46800" rIns="144000" bIns="46800" anchor="ctr">
            <a:noAutofit/>
          </a:bodyPr>
          <a:lstStyle>
            <a:lvl1pPr marR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 b="1" i="0" u="none" cap="none" spc="0" baseline="0">
                <a:ln>
                  <a:noFill/>
                </a:ln>
                <a:solidFill>
                  <a:srgbClr val="FFFFFF"/>
                </a:solidFill>
              </a:defRPr>
            </a:lvl1pPr>
          </a:lstStyle>
          <a:p>
            <a:r>
              <a:rPr>
                <a:solidFill>
                  <a:schemeClr val="bg1"/>
                </a:solidFill>
              </a:rPr>
              <a:t>1｜欧洲市场与竞品</a:t>
            </a:r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696F90B7-C05B-4EED-AD04-96BC676533B1}"/>
              </a:ext>
            </a:extLst>
          </p:cNvPr>
          <p:cNvSpPr>
            <a:spLocks noGrp="1"/>
          </p:cNvSpPr>
          <p:nvPr/>
        </p:nvSpPr>
        <p:spPr>
          <a:xfrm>
            <a:off x="407987" y="2060847"/>
            <a:ext cx="3693309" cy="3744416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144000" tIns="108000" rIns="144000" bIns="108000" anchor="t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600"/>
              </a:spcBef>
              <a:buFont typeface="Arial"/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80975" indent="-180975" algn="l" defTabSz="9144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/>
              <a:buChar char="§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360000" indent="-180000" algn="l" defTabSz="9144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39750" indent="-180000" algn="l" defTabSz="9144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Verdana"/>
              <a:buChar char="‒"/>
              <a:defRPr sz="1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19138" indent="-180975" algn="l" defTabSz="9144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/>
              <a:buChar char="•"/>
              <a:defRPr sz="1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1">
              <a:buClr>
                <a:schemeClr val="accent1"/>
              </a:buClr>
              <a:buNone/>
            </a:pPr>
            <a:r>
              <a:t>• 15个GDP重点经济体 + 捷克战略补充</a:t>
            </a:r>
          </a:p>
          <a:p>
            <a:pPr lvl="2">
              <a:buNone/>
            </a:pPr>
            <a:r>
              <a:t>• 人口、GDP、自动化、渠道可达性</a:t>
            </a:r>
          </a:p>
          <a:p>
            <a:pPr lvl="3">
              <a:buNone/>
            </a:pPr>
            <a:r>
              <a:t>• 中国与海外视觉传感器竞品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F636EB-F4EC-4D63-B0E7-66A0D4D029AB}"/>
              </a:ext>
            </a:extLst>
          </p:cNvPr>
          <p:cNvSpPr>
            <a:spLocks noGrp="1"/>
          </p:cNvSpPr>
          <p:nvPr/>
        </p:nvSpPr>
        <p:spPr>
          <a:xfrm>
            <a:off x="4249029" y="1629726"/>
            <a:ext cx="3693309" cy="432000"/>
          </a:xfrm>
          <a:prstGeom prst="rect">
            <a:avLst/>
          </a:prstGeom>
          <a:solidFill>
            <a:schemeClr val="accent1"/>
          </a:solidFill>
        </p:spPr>
        <p:txBody>
          <a:bodyPr wrap="square" lIns="144000" tIns="46800" rIns="144000" bIns="46800" anchor="ctr">
            <a:noAutofit/>
          </a:bodyPr>
          <a:lstStyle>
            <a:lvl1pPr marR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 b="1" i="0" u="none" cap="none" spc="0" baseline="0">
                <a:ln>
                  <a:noFill/>
                </a:ln>
                <a:solidFill>
                  <a:srgbClr val="FFFFFF"/>
                </a:solidFill>
              </a:defRPr>
            </a:lvl1pPr>
          </a:lstStyle>
          <a:p>
            <a:r>
              <a:rPr>
                <a:solidFill>
                  <a:schemeClr val="bg1"/>
                </a:solidFill>
              </a:rPr>
              <a:t>2｜重点国家渠道</a:t>
            </a:r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69B03CDF-E611-4E22-8472-3B1721EF2B6C}"/>
              </a:ext>
            </a:extLst>
          </p:cNvPr>
          <p:cNvSpPr>
            <a:spLocks noGrp="1"/>
          </p:cNvSpPr>
          <p:nvPr/>
        </p:nvSpPr>
        <p:spPr>
          <a:xfrm>
            <a:off x="4249029" y="2060847"/>
            <a:ext cx="3693309" cy="3744416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144000" tIns="108000" rIns="144000" bIns="108000" anchor="t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600"/>
              </a:spcBef>
              <a:buFont typeface="Arial"/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80975" indent="-180975" algn="l" defTabSz="9144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/>
              <a:buChar char="§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360000" indent="-180000" algn="l" defTabSz="9144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39750" indent="-180000" algn="l" defTabSz="9144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Verdana"/>
              <a:buChar char="‒"/>
              <a:defRPr sz="1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19138" indent="-180975" algn="l" defTabSz="9144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/>
              <a:buChar char="•"/>
              <a:defRPr sz="1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1">
              <a:buClr>
                <a:schemeClr val="accent1"/>
              </a:buClr>
              <a:buNone/>
            </a:pPr>
            <a:r>
              <a:t>• 竞品代理商与产品线关系</a:t>
            </a:r>
          </a:p>
          <a:p>
            <a:pPr lvl="2">
              <a:buNone/>
            </a:pPr>
            <a:r>
              <a:t>• 线上、线下与区域覆盖</a:t>
            </a:r>
          </a:p>
          <a:p>
            <a:pPr lvl="3">
              <a:buNone/>
            </a:pPr>
            <a:r>
              <a:t>• VAD、专业分销、SI、OEM等角色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140312-6357-48A1-9831-B32787F14FA6}"/>
              </a:ext>
            </a:extLst>
          </p:cNvPr>
          <p:cNvSpPr>
            <a:spLocks noGrp="1"/>
          </p:cNvSpPr>
          <p:nvPr/>
        </p:nvSpPr>
        <p:spPr>
          <a:xfrm>
            <a:off x="8090703" y="1629726"/>
            <a:ext cx="3693309" cy="432000"/>
          </a:xfrm>
          <a:prstGeom prst="rect">
            <a:avLst/>
          </a:prstGeom>
          <a:solidFill>
            <a:schemeClr val="accent1"/>
          </a:solidFill>
        </p:spPr>
        <p:txBody>
          <a:bodyPr wrap="square" lIns="144000" tIns="46800" rIns="144000" bIns="46800" anchor="ctr">
            <a:noAutofit/>
          </a:bodyPr>
          <a:lstStyle>
            <a:lvl1pPr marR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400" b="1" i="0" u="none" cap="none" spc="0" baseline="0">
                <a:ln>
                  <a:noFill/>
                </a:ln>
                <a:solidFill>
                  <a:srgbClr val="FFFFFF"/>
                </a:solidFill>
              </a:defRPr>
            </a:lvl1pPr>
          </a:lstStyle>
          <a:p>
            <a:r>
              <a:rPr>
                <a:solidFill>
                  <a:schemeClr val="bg1"/>
                </a:solidFill>
              </a:rPr>
              <a:t>3｜客户与KP挖掘</a:t>
            </a:r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B7863A0D-BF16-476E-A45A-7E3CA6F9F848}"/>
              </a:ext>
            </a:extLst>
          </p:cNvPr>
          <p:cNvSpPr>
            <a:spLocks noGrp="1"/>
          </p:cNvSpPr>
          <p:nvPr/>
        </p:nvSpPr>
        <p:spPr>
          <a:xfrm>
            <a:off x="8090703" y="2060847"/>
            <a:ext cx="3693309" cy="3744416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144000" tIns="108000" rIns="144000" bIns="108000" anchor="t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600"/>
              </a:spcBef>
              <a:buFont typeface="Arial"/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80975" indent="-180975" algn="l" defTabSz="9144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/>
              <a:buChar char="§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360000" indent="-180000" algn="l" defTabSz="9144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39750" indent="-180000" algn="l" defTabSz="9144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Verdana"/>
              <a:buChar char="‒"/>
              <a:defRPr sz="1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19138" indent="-180975" algn="l" defTabSz="9144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/>
              <a:buChar char="•"/>
              <a:defRPr sz="1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1">
              <a:buClr>
                <a:schemeClr val="accent1"/>
              </a:buClr>
              <a:buNone/>
            </a:pPr>
            <a:r>
              <a:t>• 社媒、海关与搜索引擎证据</a:t>
            </a:r>
          </a:p>
          <a:p>
            <a:pPr lvl="2">
              <a:buNone/>
            </a:pPr>
            <a:r>
              <a:t>• 公司、部门、角色与公开职业联系</a:t>
            </a:r>
          </a:p>
          <a:p>
            <a:pPr lvl="3">
              <a:buNone/>
            </a:pPr>
            <a:r>
              <a:t>• 采购、产品经理、老板等关键人</a:t>
            </a:r>
          </a:p>
        </p:txBody>
      </p:sp>
      <p:sp>
        <p:nvSpPr>
          <p:cNvPr id="14" name="Rounded Rectangle 30">
            <a:extLst>
              <a:ext uri="{FF2B5EF4-FFF2-40B4-BE49-F238E27FC236}">
                <a16:creationId xmlns:a16="http://schemas.microsoft.com/office/drawing/2014/main" id="{D59EC861-39E0-4A88-B9E3-211E580E1458}"/>
              </a:ext>
            </a:extLst>
          </p:cNvPr>
          <p:cNvSpPr>
            <a:spLocks noGrp="1"/>
          </p:cNvSpPr>
          <p:nvPr/>
        </p:nvSpPr>
        <p:spPr>
          <a:xfrm>
            <a:off x="408619" y="5949278"/>
            <a:ext cx="11375393" cy="50405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algn="ctr">
              <a:buNone/>
            </a:pPr>
            <a:r>
              <a:rPr sz="1400" b="1">
                <a:solidFill>
                  <a:schemeClr val="accent2"/>
                </a:solidFill>
              </a:rPr>
              <a:t>统一主键：国家 → 竞品 → 产品线 → 渠道 → KP；一家公司可关联多个竞品和产品线，不重复建档</a:t>
            </a:r>
          </a:p>
        </p:txBody>
      </p:sp>
    </p:spTree>
    <p:extLst>
      <p:ext uri="{BB962C8B-B14F-4D97-AF65-F5344CB8AC3E}">
        <p14:creationId xmlns:p14="http://schemas.microsoft.com/office/powerpoint/2010/main" val="3686040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82957B-1559-50B8-87D1-3F29F9DD1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</p:spPr>
        <p:txBody>
          <a:bodyPr/>
          <a:lstStyle/>
          <a:p>
            <a:r>
              <a:t>项目资产已成型，但16国标准化仍未全部完成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862325-59A6-26E6-FB10-93F6B61575F0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14971" y="1125538"/>
            <a:ext cx="11369042" cy="246221"/>
          </a:xfrm>
        </p:spPr>
        <p:txBody>
          <a:bodyPr/>
          <a:lstStyle/>
          <a:p>
            <a:r>
              <a:t>现有交付资产与真实状态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84FDF1-E23B-9E8F-73B5-6BF495603FA0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14971" y="1624108"/>
            <a:ext cx="11369042" cy="4829080"/>
          </a:xfrm>
        </p:spPr>
        <p:txBody>
          <a:bodyPr/>
          <a:lstStyle/>
          <a:p>
            <a:r>
              <a:t>• 总工作台：10张主表，覆盖市场优先级、22家竞品、渠道分类、国家概览、KP、产品对标与行动计划</a:t>
            </a:r>
          </a:p>
          <a:p>
            <a:pPr lvl="1">
              <a:buNone/>
            </a:pPr>
            <a:r>
              <a:t>• 国家附件：16国初始渠道附件；德国另有102个渠道节点、127条KP记录的深度附件</a:t>
            </a:r>
          </a:p>
          <a:p>
            <a:pPr lvl="2">
              <a:buNone/>
            </a:pPr>
            <a:r>
              <a:t>• 网站：16个国家页面、欧洲渠道地图和总览页面；当前网页竞品展示18行，需同步工作台的22家口径</a:t>
            </a:r>
          </a:p>
          <a:p>
            <a:pPr lvl="2">
              <a:buNone/>
            </a:pPr>
            <a:r>
              <a:t>• 标准化进度：德国已完成关系回填；其他15国仍需迁移到同一字段模板</a:t>
            </a:r>
          </a:p>
          <a:p>
            <a:pPr lvl="2">
              <a:buNone/>
            </a:pPr>
            <a:r>
              <a:t>• 管理含义：研究框架可用，下一步重点是标准化、核验与触达，而非继续堆叠文件</a:t>
            </a:r>
          </a:p>
        </p:txBody>
      </p:sp>
    </p:spTree>
    <p:extLst>
      <p:ext uri="{BB962C8B-B14F-4D97-AF65-F5344CB8AC3E}">
        <p14:creationId xmlns:p14="http://schemas.microsoft.com/office/powerpoint/2010/main" val="2550309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7C19B4-3D8D-48CD-B983-2CA959F23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</p:spPr>
        <p:txBody>
          <a:bodyPr/>
          <a:lstStyle/>
          <a:p>
            <a:r>
              <a:t>市场优先级不是只看GDP，而是“规模 × 自动化 × 可达性”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A61A156-5495-4A75-9996-FEC62A88D79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14971" y="1125538"/>
            <a:ext cx="7409221" cy="246221"/>
          </a:xfrm>
        </p:spPr>
        <p:txBody>
          <a:bodyPr/>
          <a:lstStyle/>
          <a:p>
            <a:r>
              <a:t>评分模型与研究范围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1EE8281B-8EE1-4FDF-8A47-0ECE68C8D2BD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14971" y="1628800"/>
            <a:ext cx="7409221" cy="4824388"/>
          </a:xfrm>
        </p:spPr>
        <p:txBody>
          <a:bodyPr/>
          <a:lstStyle/>
          <a:p>
            <a:r>
              <a:t>综合优先级 = GDP 35% + 人口 10% + 自动化 35% + 渠道可达性 20%。</a:t>
            </a:r>
          </a:p>
          <a:p>
            <a:endParaRPr/>
          </a:p>
          <a:p>
            <a:r>
              <a:t>研究池以欧洲GDP重点经济体为主，并加入捷克这一制造业战略补充，共16国。</a:t>
            </a:r>
          </a:p>
          <a:p>
            <a:endParaRPr/>
          </a:p>
          <a:p>
            <a:r>
              <a:t>模型用于决定研究和商业验证先后，不等同于公开机构的市场排名。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9AF9E989-3C9B-420D-BB09-CE6CEF96CD07}"/>
              </a:ext>
            </a:extLst>
          </p:cNvPr>
          <p:cNvSpPr>
            <a:spLocks noGrp="1"/>
          </p:cNvSpPr>
          <p:nvPr/>
        </p:nvSpPr>
        <p:spPr>
          <a:xfrm>
            <a:off x="8656650" y="4909202"/>
            <a:ext cx="2983966" cy="1539780"/>
          </a:xfrm>
          <a:prstGeom prst="rect">
            <a:avLst/>
          </a:prstGeom>
        </p:spPr>
        <p:txBody>
          <a:bodyPr vert="horz" lIns="18000" tIns="0" rIns="18000" bIns="0" anchor="b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600"/>
              </a:spcBef>
              <a:buFont typeface="Arial"/>
              <a:buNone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77800" indent="-177800" algn="l" defTabSz="9144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361950" indent="-184150" algn="l" defTabSz="9144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39750" indent="-177800" algn="l" defTabSz="9144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Verdana"/>
              <a:buChar char="‒"/>
              <a:defRPr sz="1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17550" indent="-177800" algn="l" defTabSz="9144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/>
              <a:buChar char="•"/>
              <a:defRPr sz="1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b="1"/>
              <a:t>德国为何排第一</a:t>
            </a:r>
            <a:endParaRPr sz="1200"/>
          </a:p>
          <a:p>
            <a:endParaRPr sz="1200"/>
          </a:p>
          <a:p>
            <a:r>
              <a:rPr b="1"/>
              <a:t>• GDP约4.68万亿美元</a:t>
            </a:r>
            <a:endParaRPr sz="1200"/>
          </a:p>
          <a:p>
            <a:r>
              <a:rPr b="1"/>
              <a:t>• 机器人密度429台/万名制造业员工</a:t>
            </a:r>
            <a:endParaRPr sz="1200"/>
          </a:p>
          <a:p>
            <a:r>
              <a:rPr b="1"/>
              <a:t>• 首轮识别8个评分渠道</a:t>
            </a:r>
            <a:endParaRPr sz="1200"/>
          </a:p>
          <a:p>
            <a:r>
              <a:rPr b="1"/>
              <a:t>• 专业视觉分销与自动化生态成熟</a:t>
            </a:r>
            <a:endParaRPr sz="1200"/>
          </a:p>
          <a:p>
            <a:endParaRPr sz="1200"/>
          </a:p>
          <a:p>
            <a:r>
              <a:rPr b="1"/>
              <a:t>因此适合建立首个欧洲样板市场。</a:t>
            </a:r>
            <a:endParaRPr sz="1200"/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D31E8696-524E-440C-8A71-A1CF015D8509}"/>
              </a:ext>
            </a:extLst>
          </p:cNvPr>
          <p:cNvSpPr>
            <a:spLocks noGrp="1"/>
          </p:cNvSpPr>
          <p:nvPr/>
        </p:nvSpPr>
        <p:spPr>
          <a:xfrm>
            <a:off x="407368" y="6291819"/>
            <a:ext cx="7566802" cy="174407"/>
          </a:xfrm>
          <a:prstGeom prst="rect">
            <a:avLst/>
          </a:prstGeom>
          <a:noFill/>
        </p:spPr>
        <p:txBody>
          <a:bodyPr vert="horz" wrap="square" lIns="0" tIns="25400" rIns="0" bIns="25400">
            <a:spAutoFit/>
          </a:bodyPr>
          <a:lstStyle/>
          <a:p>
            <a:pPr marL="429768" indent="-429768">
              <a:buNone/>
              <a:tabLst>
                <a:tab pos="347472" algn="r"/>
              </a:tabLst>
            </a:pPr>
            <a:r>
              <a:rPr sz="800"/>
              <a:t>来源：World Bank 2024；IFR robot density 2023；MRDVS工作台</a:t>
            </a:r>
          </a:p>
        </p:txBody>
      </p:sp>
    </p:spTree>
    <p:extLst>
      <p:ext uri="{BB962C8B-B14F-4D97-AF65-F5344CB8AC3E}">
        <p14:creationId xmlns:p14="http://schemas.microsoft.com/office/powerpoint/2010/main" val="2581145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Espace réservé pour une image  5"/>
          <p:cNvPicPr>
            <a:picLocks noGrp="1" noChangeAspect="1"/>
          </p:cNvPicPr>
          <p:nvPr>
            <p:ph type="pic" idx="10"/>
          </p:nvPr>
        </p:nvPicPr>
        <p:blipFill>
          <a:blip r:embed="rId3"/>
          <a:srcRect/>
          <a:stretch/>
        </p:blipFill>
        <p:spPr>
          <a:xfrm>
            <a:off x="6096001" y="908721"/>
            <a:ext cx="6096000" cy="5949280"/>
          </a:xfrm>
        </p:spPr>
      </p:pic>
      <p:pic>
        <p:nvPicPr>
          <p:cNvPr id="17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592" y="2040175"/>
            <a:ext cx="10657184" cy="4326879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72C0546E-6CB7-A98E-1061-4A53B0CCE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692696"/>
            <a:ext cx="4751907" cy="1800200"/>
          </a:xfrm>
        </p:spPr>
        <p:txBody>
          <a:bodyPr/>
          <a:lstStyle/>
          <a:p>
            <a:r>
              <a:t>MRDVS的欧洲切入点：远距离3D感知 + 导航模块化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D9E005C-3416-4C10-EF03-FA0487BA0041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07988" y="2924944"/>
            <a:ext cx="4751907" cy="3528244"/>
          </a:xfrm>
        </p:spPr>
        <p:txBody>
          <a:bodyPr/>
          <a:lstStyle/>
          <a:p>
            <a:r>
              <a:t>S10 Ultra：0.3–42m长距dToF，适合AMR、物流和工业空间感知；V2 Pro：整合dToF、270°激光雷达与边缘计算，形成导航模块。销售叙事应从“相机价格”升级为“更快落地的导航与空间感知能力”。</a:t>
            </a:r>
          </a:p>
        </p:txBody>
      </p:sp>
    </p:spTree>
    <p:extLst>
      <p:ext uri="{BB962C8B-B14F-4D97-AF65-F5344CB8AC3E}">
        <p14:creationId xmlns:p14="http://schemas.microsoft.com/office/powerpoint/2010/main" val="2855990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3">
            <a:extLst>
              <a:ext uri="{FF2B5EF4-FFF2-40B4-BE49-F238E27FC236}">
                <a16:creationId xmlns:a16="http://schemas.microsoft.com/office/drawing/2014/main" id="{B7AAD45B-19BB-4682-B379-4C0BFE30B42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07989" y="1767656"/>
            <a:ext cx="11321522" cy="1189041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0" tIns="180000" rIns="0" bIns="0" anchor="t">
            <a:noAutofit/>
          </a:bodyPr>
          <a:lstStyle>
            <a:lvl1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kern="1200" cap="none" spc="0" baseline="0">
                <a:ln>
                  <a:noFill/>
                </a:ln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0" b="1" i="0" u="none" cap="none" spc="0">
                <a:ln>
                  <a:noFill/>
                </a:ln>
                <a:solidFill>
                  <a:schemeClr val="bg1"/>
                </a:solidFill>
                <a:latin typeface="+mn-lt"/>
                <a:ea typeface="+mn-lt"/>
                <a:cs typeface="+mn-lt"/>
              </a:rPr>
              <a:t>16国｜22竞品｜102节点</a:t>
            </a:r>
          </a:p>
        </p:txBody>
      </p:sp>
      <p:sp>
        <p:nvSpPr>
          <p:cNvPr id="36" name="Graphic 5">
            <a:extLst>
              <a:ext uri="{FF2B5EF4-FFF2-40B4-BE49-F238E27FC236}">
                <a16:creationId xmlns:a16="http://schemas.microsoft.com/office/drawing/2014/main" id="{FCEC89AB-EA09-4AFF-B6B2-9BB7E67F4E76}"/>
              </a:ext>
            </a:extLst>
          </p:cNvPr>
          <p:cNvSpPr>
            <a:spLocks noGrp="1"/>
          </p:cNvSpPr>
          <p:nvPr/>
        </p:nvSpPr>
        <p:spPr>
          <a:xfrm rot="20045610">
            <a:off x="3651090" y="2436813"/>
            <a:ext cx="9507988" cy="3759616"/>
          </a:xfrm>
          <a:custGeom>
            <a:avLst/>
            <a:gdLst>
              <a:gd name="connsiteX0" fmla="*/ 4798695 w 7190422"/>
              <a:gd name="connsiteY0" fmla="*/ 2843213 h 2843212"/>
              <a:gd name="connsiteX1" fmla="*/ 2219325 w 7190422"/>
              <a:gd name="connsiteY1" fmla="*/ 1061085 h 2843212"/>
              <a:gd name="connsiteX2" fmla="*/ 2167890 w 7190422"/>
              <a:gd name="connsiteY2" fmla="*/ 1064895 h 2843212"/>
              <a:gd name="connsiteX3" fmla="*/ 36195 w 7190422"/>
              <a:gd name="connsiteY3" fmla="*/ 2232660 h 2843212"/>
              <a:gd name="connsiteX4" fmla="*/ 0 w 7190422"/>
              <a:gd name="connsiteY4" fmla="*/ 2217420 h 2843212"/>
              <a:gd name="connsiteX5" fmla="*/ 2165033 w 7190422"/>
              <a:gd name="connsiteY5" fmla="*/ 1026795 h 2843212"/>
              <a:gd name="connsiteX6" fmla="*/ 2225040 w 7190422"/>
              <a:gd name="connsiteY6" fmla="*/ 1022985 h 2843212"/>
              <a:gd name="connsiteX7" fmla="*/ 2233613 w 7190422"/>
              <a:gd name="connsiteY7" fmla="*/ 1022033 h 2843212"/>
              <a:gd name="connsiteX8" fmla="*/ 2239328 w 7190422"/>
              <a:gd name="connsiteY8" fmla="*/ 1027748 h 2843212"/>
              <a:gd name="connsiteX9" fmla="*/ 5053965 w 7190422"/>
              <a:gd name="connsiteY9" fmla="*/ 2756535 h 2843212"/>
              <a:gd name="connsiteX10" fmla="*/ 5961698 w 7190422"/>
              <a:gd name="connsiteY10" fmla="*/ 1504950 h 2843212"/>
              <a:gd name="connsiteX11" fmla="*/ 7178040 w 7190422"/>
              <a:gd name="connsiteY11" fmla="*/ 0 h 2843212"/>
              <a:gd name="connsiteX12" fmla="*/ 7190423 w 7190422"/>
              <a:gd name="connsiteY12" fmla="*/ 36195 h 2843212"/>
              <a:gd name="connsiteX13" fmla="*/ 5996940 w 7190422"/>
              <a:gd name="connsiteY13" fmla="*/ 1520190 h 2843212"/>
              <a:gd name="connsiteX14" fmla="*/ 5069205 w 7190422"/>
              <a:gd name="connsiteY14" fmla="*/ 2791778 h 2843212"/>
              <a:gd name="connsiteX15" fmla="*/ 4798695 w 7190422"/>
              <a:gd name="connsiteY15" fmla="*/ 2843213 h 2843212"/>
            </a:gdLst>
            <a:ahLst/>
            <a:cxnLst/>
            <a:rect l="l" t="t" r="r" b="b"/>
            <a:pathLst>
              <a:path w="7190422" h="2843212">
                <a:moveTo>
                  <a:pt x="4798695" y="2843213"/>
                </a:moveTo>
                <a:cubicBezTo>
                  <a:pt x="4122420" y="2843213"/>
                  <a:pt x="3192780" y="2004060"/>
                  <a:pt x="2219325" y="1061085"/>
                </a:cubicBezTo>
                <a:cubicBezTo>
                  <a:pt x="2203133" y="1062038"/>
                  <a:pt x="2185988" y="1062990"/>
                  <a:pt x="2167890" y="1064895"/>
                </a:cubicBezTo>
                <a:cubicBezTo>
                  <a:pt x="1668780" y="1097280"/>
                  <a:pt x="500063" y="1171575"/>
                  <a:pt x="36195" y="2232660"/>
                </a:cubicBezTo>
                <a:lnTo>
                  <a:pt x="0" y="2217420"/>
                </a:lnTo>
                <a:cubicBezTo>
                  <a:pt x="473393" y="1135380"/>
                  <a:pt x="1658303" y="1059180"/>
                  <a:pt x="2165033" y="1026795"/>
                </a:cubicBezTo>
                <a:cubicBezTo>
                  <a:pt x="2185988" y="1025843"/>
                  <a:pt x="2205990" y="1023938"/>
                  <a:pt x="2225040" y="1022985"/>
                </a:cubicBezTo>
                <a:lnTo>
                  <a:pt x="2233613" y="1022033"/>
                </a:lnTo>
                <a:lnTo>
                  <a:pt x="2239328" y="1027748"/>
                </a:lnTo>
                <a:cubicBezTo>
                  <a:pt x="3343275" y="2098358"/>
                  <a:pt x="4390073" y="3034665"/>
                  <a:pt x="5053965" y="2756535"/>
                </a:cubicBezTo>
                <a:cubicBezTo>
                  <a:pt x="5490210" y="2567940"/>
                  <a:pt x="5718810" y="2051685"/>
                  <a:pt x="5961698" y="1504950"/>
                </a:cubicBezTo>
                <a:cubicBezTo>
                  <a:pt x="6242685" y="870585"/>
                  <a:pt x="6533198" y="214313"/>
                  <a:pt x="7178040" y="0"/>
                </a:cubicBezTo>
                <a:lnTo>
                  <a:pt x="7190423" y="36195"/>
                </a:lnTo>
                <a:cubicBezTo>
                  <a:pt x="6561773" y="245745"/>
                  <a:pt x="6275070" y="893445"/>
                  <a:pt x="5996940" y="1520190"/>
                </a:cubicBezTo>
                <a:cubicBezTo>
                  <a:pt x="5751195" y="2074545"/>
                  <a:pt x="5519738" y="2597468"/>
                  <a:pt x="5069205" y="2791778"/>
                </a:cubicBezTo>
                <a:cubicBezTo>
                  <a:pt x="4984433" y="2827020"/>
                  <a:pt x="4893945" y="2843213"/>
                  <a:pt x="4798695" y="2843213"/>
                </a:cubicBezTo>
                <a:close/>
              </a:path>
            </a:pathLst>
          </a:custGeom>
          <a:gradFill>
            <a:gsLst>
              <a:gs pos="82000">
                <a:schemeClr val="accent2">
                  <a:alpha val="0"/>
                </a:schemeClr>
              </a:gs>
              <a:gs pos="28000">
                <a:srgbClr val="12ABDB">
                  <a:alpha val="17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  <a:gs pos="17000">
                <a:schemeClr val="accent2">
                  <a:alpha val="3000"/>
                </a:schemeClr>
              </a:gs>
              <a:gs pos="59000">
                <a:srgbClr val="12ABDB">
                  <a:alpha val="89000"/>
                </a:srgbClr>
              </a:gs>
              <a:gs pos="60000">
                <a:schemeClr val="accent2"/>
              </a:gs>
            </a:gsLst>
            <a:lin ang="7800000" scaled="0"/>
          </a:gradFill>
          <a:ln w="9525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EA65DD-05C4-4F6A-BCE8-9CD9C3024368}"/>
              </a:ext>
            </a:extLst>
          </p:cNvPr>
          <p:cNvSpPr>
            <a:spLocks noGrp="1"/>
          </p:cNvSpPr>
          <p:nvPr/>
        </p:nvSpPr>
        <p:spPr>
          <a:xfrm>
            <a:off x="407367" y="3270299"/>
            <a:ext cx="113766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400" b="0" i="0" u="none">
                <a:solidFill>
                  <a:schemeClr val="bg1"/>
                </a:solidFill>
                <a:latin typeface="Ubuntu"/>
                <a:ea typeface="Ubuntu"/>
                <a:cs typeface="Ubuntu"/>
              </a:rPr>
              <a:t>市场范围、竞品全景与德国深挖已经完成，研究资产足够支撑渠道激活。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CBC1F2-FD51-4D84-8B5D-8E4020698D21}"/>
              </a:ext>
            </a:extLst>
          </p:cNvPr>
          <p:cNvSpPr>
            <a:spLocks noGrp="1"/>
          </p:cNvSpPr>
          <p:nvPr/>
        </p:nvSpPr>
        <p:spPr>
          <a:xfrm>
            <a:off x="407368" y="6291818"/>
            <a:ext cx="11340000" cy="174407"/>
          </a:xfrm>
          <a:prstGeom prst="rect">
            <a:avLst/>
          </a:prstGeom>
          <a:noFill/>
        </p:spPr>
        <p:txBody>
          <a:bodyPr vert="horz" wrap="square" lIns="0" tIns="25400" rIns="0" bIns="25400" anchor="t">
            <a:spAutoFit/>
          </a:bodyPr>
          <a:lstStyle/>
          <a:p>
            <a:pPr marL="429768" indent="-429768">
              <a:buNone/>
            </a:pPr>
            <a:r>
              <a:rPr sz="800" b="0" i="0" u="none">
                <a:solidFill>
                  <a:schemeClr val="bg1"/>
                </a:solidFill>
                <a:latin typeface="Ubuntu"/>
                <a:ea typeface="Ubuntu"/>
                <a:cs typeface="Ubuntu"/>
              </a:rPr>
              <a:t>口径：MRDVS工作台与德国深度附件，2026-08-18</a:t>
            </a:r>
            <a:endParaRPr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299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ED4F6AC-1C42-44E6-874F-20F381319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</p:spPr>
        <p:txBody>
          <a:bodyPr/>
          <a:lstStyle/>
          <a:p>
            <a:r>
              <a:t>第一波建立样板，第二波复制打法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87B643-5608-49E3-A32D-ED9DD6B30549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07989" y="1628775"/>
            <a:ext cx="5532086" cy="743987"/>
          </a:xfrm>
          <a:prstGeom prst="rect">
            <a:avLst/>
          </a:prstGeom>
          <a:solidFill>
            <a:schemeClr val="accent4"/>
          </a:solidFill>
        </p:spPr>
        <p:txBody>
          <a:bodyPr lIns="91440" tIns="0" rIns="36000"/>
          <a:lstStyle/>
          <a:p>
            <a:r>
              <a:rPr>
                <a:solidFill>
                  <a:schemeClr val="bg1"/>
                </a:solidFill>
              </a:rPr>
              <a:t>第一波｜TIER 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812481-87C6-458D-969B-F9CF11A78017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14972" y="2506942"/>
            <a:ext cx="5525185" cy="37439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108000"/>
          <a:lstStyle/>
          <a:p>
            <a:pPr lvl="1">
              <a:buNone/>
            </a:pPr>
            <a:r>
              <a:t>德国｜100</a:t>
            </a:r>
          </a:p>
          <a:p>
            <a:pPr lvl="2">
              <a:buNone/>
            </a:pPr>
            <a:r>
              <a:t>英国｜77.8</a:t>
            </a:r>
          </a:p>
          <a:p>
            <a:pPr lvl="3">
              <a:buNone/>
            </a:pPr>
            <a:r>
              <a:t>法国｜72.0</a:t>
            </a:r>
          </a:p>
          <a:p>
            <a:pPr lvl="4">
              <a:buNone/>
            </a:pPr>
            <a:endParaRPr/>
          </a:p>
          <a:p>
            <a:pPr lvl="4">
              <a:buNone/>
            </a:pPr>
            <a:r>
              <a:t>目标：验证定位、渠道组合与样机支持机制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3EC082-88E9-424D-97C5-7AAEEF02EB1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332425" y="1628775"/>
            <a:ext cx="5451505" cy="743987"/>
          </a:xfrm>
          <a:prstGeom prst="rect">
            <a:avLst/>
          </a:prstGeom>
          <a:solidFill>
            <a:schemeClr val="accent4"/>
          </a:solidFill>
        </p:spPr>
        <p:txBody>
          <a:bodyPr lIns="91440" tIns="0" rIns="36000"/>
          <a:lstStyle/>
          <a:p>
            <a:r>
              <a:rPr>
                <a:solidFill>
                  <a:schemeClr val="bg1"/>
                </a:solidFill>
              </a:rPr>
              <a:t>第二波｜TIER 2/3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D2A335B-C30E-4C9B-BC6F-CD7BC7DA2D12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32425" y="2506943"/>
            <a:ext cx="5444603" cy="37439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108000"/>
          <a:lstStyle/>
          <a:p>
            <a:pPr lvl="1">
              <a:buNone/>
            </a:pPr>
            <a:r>
              <a:t>意大利｜68.8</a:t>
            </a:r>
          </a:p>
          <a:p>
            <a:pPr lvl="2">
              <a:buNone/>
            </a:pPr>
            <a:r>
              <a:t>西班牙｜58.0</a:t>
            </a:r>
          </a:p>
          <a:p>
            <a:pPr lvl="3">
              <a:buNone/>
            </a:pPr>
            <a:r>
              <a:t>荷兰｜50.6</a:t>
            </a:r>
          </a:p>
          <a:p>
            <a:pPr lvl="4">
              <a:buNone/>
            </a:pPr>
            <a:r>
              <a:t>波兰｜49.4</a:t>
            </a:r>
          </a:p>
          <a:p>
            <a:pPr lvl="4">
              <a:buNone/>
            </a:pPr>
            <a:r>
              <a:t>瑞士｜48.7</a:t>
            </a:r>
          </a:p>
          <a:p>
            <a:pPr lvl="4">
              <a:buNone/>
            </a:pPr>
            <a:endParaRPr/>
          </a:p>
          <a:p>
            <a:pPr lvl="4">
              <a:buNone/>
            </a:pPr>
            <a:r>
              <a:t>目标：复制样板，并按本地语言与行业调整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E0E69F88-3FB0-4FA3-9CEB-16B0B223D3BA}"/>
              </a:ext>
            </a:extLst>
          </p:cNvPr>
          <p:cNvSpPr>
            <a:spLocks noGrp="1"/>
          </p:cNvSpPr>
          <p:nvPr/>
        </p:nvSpPr>
        <p:spPr>
          <a:xfrm>
            <a:off x="6106338" y="1628775"/>
            <a:ext cx="0" cy="4608000"/>
          </a:xfrm>
          <a:prstGeom prst="line">
            <a:avLst/>
          </a:prstGeom>
          <a:solidFill>
            <a:schemeClr val="tx1"/>
          </a:solidFill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497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10BEF2-B860-429D-9A78-AC8B76D3E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</p:spPr>
        <p:txBody>
          <a:bodyPr/>
          <a:lstStyle/>
          <a:p>
            <a:r>
              <a:t>建议用三条通路同时降低市场进入风险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F6E5E2-47A9-42FB-9B30-ED2595F55C38}"/>
              </a:ext>
            </a:extLst>
          </p:cNvPr>
          <p:cNvSpPr>
            <a:spLocks noGrp="1"/>
          </p:cNvSpPr>
          <p:nvPr/>
        </p:nvSpPr>
        <p:spPr>
          <a:xfrm>
            <a:off x="1162807" y="2290790"/>
            <a:ext cx="2964210" cy="3686119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102FECB-CCFA-4955-9A91-6C4BDFA63DEB}"/>
              </a:ext>
            </a:extLst>
          </p:cNvPr>
          <p:cNvSpPr>
            <a:spLocks noGrp="1"/>
          </p:cNvSpPr>
          <p:nvPr/>
        </p:nvSpPr>
        <p:spPr>
          <a:xfrm>
            <a:off x="2070063" y="1722896"/>
            <a:ext cx="1149698" cy="1149698"/>
          </a:xfrm>
          <a:prstGeom prst="ellipse">
            <a:avLst/>
          </a:prstGeom>
          <a:solidFill>
            <a:srgbClr val="3380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buNone/>
            </a:pPr>
            <a:r>
              <a:rPr sz="2800">
                <a:latin typeface="+mj-lt"/>
                <a:ea typeface="+mj-lt"/>
                <a:cs typeface="+mj-lt"/>
              </a:rPr>
              <a:t>01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FBE58D55-AF5A-4ABE-AEAD-E7BAD2DAE281}"/>
              </a:ext>
            </a:extLst>
          </p:cNvPr>
          <p:cNvSpPr>
            <a:spLocks noGrp="1"/>
          </p:cNvSpPr>
          <p:nvPr/>
        </p:nvSpPr>
        <p:spPr>
          <a:xfrm>
            <a:off x="1276487" y="3105228"/>
            <a:ext cx="2736850" cy="6477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338091"/>
                </a:solidFill>
                <a:latin typeface="+mj-lt"/>
                <a:ea typeface="+mj-lt"/>
                <a:cs typeface="+mj-lt"/>
              </a:rPr>
              <a:t>主VAD</a:t>
            </a:r>
            <a:endParaRPr sz="2000" b="0" i="0" u="none" kern="1200" cap="none" spc="0" baseline="0">
              <a:ln>
                <a:noFill/>
              </a:ln>
              <a:solidFill>
                <a:srgbClr val="338091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A864BBB1-1A23-4F64-BC78-5A1E238D0E09}"/>
              </a:ext>
            </a:extLst>
          </p:cNvPr>
          <p:cNvSpPr>
            <a:spLocks noGrp="1"/>
          </p:cNvSpPr>
          <p:nvPr/>
        </p:nvSpPr>
        <p:spPr>
          <a:xfrm>
            <a:off x="1921966" y="3573016"/>
            <a:ext cx="1445892" cy="0"/>
          </a:xfrm>
          <a:prstGeom prst="line">
            <a:avLst/>
          </a:prstGeom>
          <a:ln w="38100">
            <a:solidFill>
              <a:srgbClr val="3380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489ED55-4436-4B57-B59F-0D3F47D7DA7A}"/>
              </a:ext>
            </a:extLst>
          </p:cNvPr>
          <p:cNvSpPr>
            <a:spLocks noGrp="1"/>
          </p:cNvSpPr>
          <p:nvPr/>
        </p:nvSpPr>
        <p:spPr>
          <a:xfrm>
            <a:off x="1204912" y="3919073"/>
            <a:ext cx="2880000" cy="20520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marL="179388" lvl="1" indent="-179388">
              <a:spcBef>
                <a:spcPts val="300"/>
              </a:spcBef>
              <a:buClr>
                <a:srgbClr val="0070AD"/>
              </a:buClr>
              <a:buFont typeface="Wingdings"/>
              <a:buChar char="§"/>
              <a:tabLst>
                <a:tab pos="180975" algn="l"/>
              </a:tabLst>
            </a:pPr>
            <a:r>
              <a:rPr sz="1400">
                <a:solidFill>
                  <a:prstClr val="black"/>
                </a:solidFill>
              </a:rPr>
              <a:t>泛欧洲或全国覆盖</a:t>
            </a:r>
          </a:p>
          <a:p>
            <a:pPr marL="179388" lvl="1" indent="-179388">
              <a:spcBef>
                <a:spcPts val="300"/>
              </a:spcBef>
              <a:buClr>
                <a:srgbClr val="0070AD"/>
              </a:buClr>
              <a:buFont typeface="Wingdings"/>
              <a:buChar char="§"/>
              <a:tabLst>
                <a:tab pos="180975" algn="l"/>
              </a:tabLst>
            </a:pPr>
            <a:r>
              <a:rPr sz="1400">
                <a:solidFill>
                  <a:prstClr val="black"/>
                </a:solidFill>
              </a:rPr>
              <a:t>Demo、样机与技术支持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64DB5E-B5BC-4504-9817-25C6B5878DCB}"/>
              </a:ext>
            </a:extLst>
          </p:cNvPr>
          <p:cNvSpPr>
            <a:spLocks noGrp="1"/>
          </p:cNvSpPr>
          <p:nvPr/>
        </p:nvSpPr>
        <p:spPr>
          <a:xfrm>
            <a:off x="4650817" y="2326074"/>
            <a:ext cx="2964210" cy="3686119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89A1E0D-76F4-4634-9C34-FF6F23FB50C3}"/>
              </a:ext>
            </a:extLst>
          </p:cNvPr>
          <p:cNvSpPr>
            <a:spLocks noGrp="1"/>
          </p:cNvSpPr>
          <p:nvPr/>
        </p:nvSpPr>
        <p:spPr>
          <a:xfrm>
            <a:off x="5558073" y="1722896"/>
            <a:ext cx="1149698" cy="1149698"/>
          </a:xfrm>
          <a:prstGeom prst="ellipse">
            <a:avLst/>
          </a:prstGeom>
          <a:solidFill>
            <a:srgbClr val="1459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buNone/>
            </a:pPr>
            <a:r>
              <a:rPr sz="2800">
                <a:latin typeface="+mj-lt"/>
                <a:ea typeface="+mj-lt"/>
                <a:cs typeface="+mj-lt"/>
              </a:rPr>
              <a:t>02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6C85BC57-9858-4D6A-B628-DC3DE234FC86}"/>
              </a:ext>
            </a:extLst>
          </p:cNvPr>
          <p:cNvSpPr>
            <a:spLocks noGrp="1"/>
          </p:cNvSpPr>
          <p:nvPr/>
        </p:nvSpPr>
        <p:spPr>
          <a:xfrm>
            <a:off x="4764497" y="3105228"/>
            <a:ext cx="2736850" cy="6477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14596B"/>
                </a:solidFill>
                <a:latin typeface="+mj-lt"/>
                <a:ea typeface="+mj-lt"/>
                <a:cs typeface="+mj-lt"/>
              </a:rPr>
              <a:t>SI / 备选渠道</a:t>
            </a:r>
            <a:endParaRPr sz="2000" b="0" i="0" u="none" kern="1200" cap="none" spc="0" baseline="0">
              <a:ln>
                <a:noFill/>
              </a:ln>
              <a:solidFill>
                <a:srgbClr val="14596B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20717060-707B-44D6-94D6-13E95B30869B}"/>
              </a:ext>
            </a:extLst>
          </p:cNvPr>
          <p:cNvSpPr>
            <a:spLocks noGrp="1"/>
          </p:cNvSpPr>
          <p:nvPr/>
        </p:nvSpPr>
        <p:spPr>
          <a:xfrm>
            <a:off x="5409976" y="3573016"/>
            <a:ext cx="1445892" cy="0"/>
          </a:xfrm>
          <a:prstGeom prst="line">
            <a:avLst/>
          </a:prstGeom>
          <a:ln w="38100">
            <a:solidFill>
              <a:srgbClr val="1459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626E4D0-A938-4E18-835B-9947AF26CB02}"/>
              </a:ext>
            </a:extLst>
          </p:cNvPr>
          <p:cNvSpPr>
            <a:spLocks noGrp="1"/>
          </p:cNvSpPr>
          <p:nvPr/>
        </p:nvSpPr>
        <p:spPr>
          <a:xfrm>
            <a:off x="4692922" y="3919073"/>
            <a:ext cx="2880000" cy="20520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marL="179388" lvl="1" indent="-179388">
              <a:spcBef>
                <a:spcPts val="300"/>
              </a:spcBef>
              <a:buClr>
                <a:srgbClr val="0070AD"/>
              </a:buClr>
              <a:buFont typeface="Wingdings"/>
              <a:buChar char="§"/>
              <a:tabLst>
                <a:tab pos="180975" algn="l"/>
              </a:tabLst>
            </a:pPr>
            <a:r>
              <a:rPr sz="1400">
                <a:solidFill>
                  <a:prstClr val="black"/>
                </a:solidFill>
              </a:rPr>
              <a:t>本地项目转化</a:t>
            </a:r>
          </a:p>
          <a:p>
            <a:pPr marL="179388" lvl="1" indent="-179388">
              <a:spcBef>
                <a:spcPts val="300"/>
              </a:spcBef>
              <a:buClr>
                <a:srgbClr val="0070AD"/>
              </a:buClr>
              <a:buFont typeface="Wingdings"/>
              <a:buChar char="§"/>
              <a:tabLst>
                <a:tab pos="180975" algn="l"/>
              </a:tabLst>
            </a:pPr>
            <a:r>
              <a:rPr sz="1400">
                <a:solidFill>
                  <a:prstClr val="black"/>
                </a:solidFill>
              </a:rPr>
              <a:t>降低单一渠道依赖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65D25B-E0EB-41AF-9185-6C3A8F9A9E72}"/>
              </a:ext>
            </a:extLst>
          </p:cNvPr>
          <p:cNvSpPr>
            <a:spLocks noGrp="1"/>
          </p:cNvSpPr>
          <p:nvPr/>
        </p:nvSpPr>
        <p:spPr>
          <a:xfrm>
            <a:off x="8064984" y="2326074"/>
            <a:ext cx="2964210" cy="3686119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2361C6E-5622-4B16-A56F-4EC74B9AA13F}"/>
              </a:ext>
            </a:extLst>
          </p:cNvPr>
          <p:cNvSpPr>
            <a:spLocks noGrp="1"/>
          </p:cNvSpPr>
          <p:nvPr/>
        </p:nvSpPr>
        <p:spPr>
          <a:xfrm>
            <a:off x="8972240" y="1722896"/>
            <a:ext cx="1149698" cy="1149698"/>
          </a:xfrm>
          <a:prstGeom prst="ellipse">
            <a:avLst/>
          </a:prstGeom>
          <a:solidFill>
            <a:srgbClr val="1733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buNone/>
            </a:pPr>
            <a:r>
              <a:rPr sz="2800">
                <a:latin typeface="+mj-lt"/>
                <a:ea typeface="+mj-lt"/>
                <a:cs typeface="+mj-lt"/>
              </a:rPr>
              <a:t>03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A1BB4EB-128F-4334-9A63-98405D3AD334}"/>
              </a:ext>
            </a:extLst>
          </p:cNvPr>
          <p:cNvSpPr>
            <a:spLocks noGrp="1"/>
          </p:cNvSpPr>
          <p:nvPr/>
        </p:nvSpPr>
        <p:spPr>
          <a:xfrm>
            <a:off x="8178664" y="3105228"/>
            <a:ext cx="2736850" cy="6477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173340"/>
                </a:solidFill>
                <a:latin typeface="+mj-lt"/>
                <a:ea typeface="+mj-lt"/>
                <a:cs typeface="+mj-lt"/>
              </a:rPr>
              <a:t>OEM直连</a:t>
            </a:r>
            <a:endParaRPr sz="2000" b="0" i="0" u="none" kern="1200" cap="none" spc="0" baseline="0">
              <a:ln>
                <a:noFill/>
              </a:ln>
              <a:solidFill>
                <a:srgbClr val="173340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5BAC85B8-6898-4C21-B3E7-8FA251C18A91}"/>
              </a:ext>
            </a:extLst>
          </p:cNvPr>
          <p:cNvSpPr>
            <a:spLocks noGrp="1"/>
          </p:cNvSpPr>
          <p:nvPr/>
        </p:nvSpPr>
        <p:spPr>
          <a:xfrm>
            <a:off x="8824143" y="3573016"/>
            <a:ext cx="1445892" cy="0"/>
          </a:xfrm>
          <a:prstGeom prst="line">
            <a:avLst/>
          </a:prstGeom>
          <a:ln w="38100">
            <a:solidFill>
              <a:srgbClr val="1733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FB988C3-64C3-4752-9448-28D6898E2E31}"/>
              </a:ext>
            </a:extLst>
          </p:cNvPr>
          <p:cNvSpPr>
            <a:spLocks noGrp="1"/>
          </p:cNvSpPr>
          <p:nvPr/>
        </p:nvSpPr>
        <p:spPr>
          <a:xfrm>
            <a:off x="8107089" y="3919073"/>
            <a:ext cx="2880000" cy="20520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marL="179388" lvl="1" indent="-179388">
              <a:spcBef>
                <a:spcPts val="300"/>
              </a:spcBef>
              <a:buClr>
                <a:srgbClr val="0070AD"/>
              </a:buClr>
              <a:buFont typeface="Wingdings"/>
              <a:buChar char="§"/>
              <a:tabLst>
                <a:tab pos="180975" algn="l"/>
              </a:tabLst>
            </a:pPr>
            <a:r>
              <a:rPr sz="1400">
                <a:solidFill>
                  <a:prstClr val="black"/>
                </a:solidFill>
              </a:rPr>
              <a:t>AMR与机器人生态</a:t>
            </a:r>
          </a:p>
          <a:p>
            <a:pPr marL="179388" lvl="1" indent="-179388">
              <a:spcBef>
                <a:spcPts val="300"/>
              </a:spcBef>
              <a:buClr>
                <a:srgbClr val="0070AD"/>
              </a:buClr>
              <a:buFont typeface="Wingdings"/>
              <a:buChar char="§"/>
              <a:tabLst>
                <a:tab pos="180975" algn="l"/>
              </a:tabLst>
            </a:pPr>
            <a:r>
              <a:rPr sz="1400">
                <a:solidFill>
                  <a:prstClr val="black"/>
                </a:solidFill>
              </a:rPr>
              <a:t>设计导入与规模复制</a:t>
            </a:r>
          </a:p>
        </p:txBody>
      </p:sp>
    </p:spTree>
    <p:extLst>
      <p:ext uri="{BB962C8B-B14F-4D97-AF65-F5344CB8AC3E}">
        <p14:creationId xmlns:p14="http://schemas.microsoft.com/office/powerpoint/2010/main" val="1920476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1B666D1-D115-4963-956B-EA7DF8C3F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重点国家：德国在综合优先级、经济规模和自动化基础上形成领先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A879F4C-CD94-9A00-ECCF-16C7C96FE482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英国、法国负责扩大第一波覆盖；意大利和西班牙承接第二波制造业机会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BC002C-85FF-8A50-E99A-99A3DDD937F7}"/>
              </a:ext>
            </a:extLst>
          </p:cNvPr>
          <p:cNvSpPr>
            <a:spLocks noGrp="1"/>
          </p:cNvSpPr>
          <p:nvPr/>
        </p:nvSpPr>
        <p:spPr>
          <a:xfrm>
            <a:off x="539415" y="1644650"/>
            <a:ext cx="31735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综合优先级｜分</a:t>
            </a:r>
          </a:p>
        </p:txBody>
      </p:sp>
      <p:graphicFrame>
        <p:nvGraphicFramePr>
          <p:cNvPr id="18" name="Content Placeholder 14"/>
          <p:cNvGraphicFramePr/>
          <p:nvPr/>
        </p:nvGraphicFramePr>
        <p:xfrm>
          <a:off x="407988" y="1644650"/>
          <a:ext cx="3436441" cy="4756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EA3B994-7C61-4195-9426-794B8BB66BF6}"/>
              </a:ext>
            </a:extLst>
          </p:cNvPr>
          <p:cNvSpPr>
            <a:spLocks noGrp="1"/>
          </p:cNvSpPr>
          <p:nvPr/>
        </p:nvSpPr>
        <p:spPr>
          <a:xfrm>
            <a:off x="4574544" y="1644650"/>
            <a:ext cx="31735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GDP 2024｜十亿美元</a:t>
            </a:r>
          </a:p>
        </p:txBody>
      </p:sp>
      <p:graphicFrame>
        <p:nvGraphicFramePr>
          <p:cNvPr id="20" name="Content Placeholder 14"/>
          <p:cNvGraphicFramePr/>
          <p:nvPr/>
        </p:nvGraphicFramePr>
        <p:xfrm>
          <a:off x="4443117" y="1644650"/>
          <a:ext cx="3436441" cy="4756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9B89DA3-ECF3-4B4B-AFDB-2E8C0E54317F}"/>
              </a:ext>
            </a:extLst>
          </p:cNvPr>
          <p:cNvSpPr>
            <a:spLocks noGrp="1"/>
          </p:cNvSpPr>
          <p:nvPr/>
        </p:nvSpPr>
        <p:spPr>
          <a:xfrm>
            <a:off x="8509362" y="1669506"/>
            <a:ext cx="31735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机器人密度｜台/万名员工</a:t>
            </a:r>
          </a:p>
        </p:txBody>
      </p:sp>
      <p:graphicFrame>
        <p:nvGraphicFramePr>
          <p:cNvPr id="22" name="Content Placeholder 14"/>
          <p:cNvGraphicFramePr/>
          <p:nvPr/>
        </p:nvGraphicFramePr>
        <p:xfrm>
          <a:off x="8377935" y="1644650"/>
          <a:ext cx="3436441" cy="4756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650130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1B666D1-D115-4963-956B-EA7DF8C3F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</p:spPr>
        <p:txBody>
          <a:bodyPr/>
          <a:lstStyle/>
          <a:p>
            <a:r>
              <a:t>竞品全景：22家厂商中，直接3D视觉对手与生态型巨头并存</a:t>
            </a:r>
          </a:p>
        </p:txBody>
      </p:sp>
      <p:graphicFrame>
        <p:nvGraphicFramePr>
          <p:cNvPr id="25" name="Content Placeholder 14"/>
          <p:cNvGraphicFramePr/>
          <p:nvPr/>
        </p:nvGraphicFramePr>
        <p:xfrm>
          <a:off x="271378" y="1647031"/>
          <a:ext cx="3382963" cy="356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C91EB463-AFF4-42DE-9D0A-F2FB6DCEB915}"/>
              </a:ext>
            </a:extLst>
          </p:cNvPr>
          <p:cNvSpPr>
            <a:spLocks noGrp="1"/>
          </p:cNvSpPr>
          <p:nvPr/>
        </p:nvSpPr>
        <p:spPr>
          <a:xfrm>
            <a:off x="1192723" y="2961113"/>
            <a:ext cx="153987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400" b="0" i="0" u="none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12/22</a:t>
            </a:r>
            <a:endParaRPr sz="900" baseline="30000">
              <a:solidFill>
                <a:schemeClr val="accent1"/>
              </a:solidFill>
              <a:latin typeface="+mj-lt"/>
              <a:ea typeface="+mj-lt"/>
              <a:cs typeface="+mj-lt"/>
            </a:endParaRPr>
          </a:p>
        </p:txBody>
      </p:sp>
      <p:graphicFrame>
        <p:nvGraphicFramePr>
          <p:cNvPr id="27" name="Content Placeholder 14"/>
          <p:cNvGraphicFramePr/>
          <p:nvPr/>
        </p:nvGraphicFramePr>
        <p:xfrm>
          <a:off x="4406831" y="1645444"/>
          <a:ext cx="3382566" cy="3567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5F7FA916-5B2D-4426-8CFA-1FDF73BB4CAA}"/>
              </a:ext>
            </a:extLst>
          </p:cNvPr>
          <p:cNvSpPr>
            <a:spLocks noGrp="1"/>
          </p:cNvSpPr>
          <p:nvPr/>
        </p:nvSpPr>
        <p:spPr>
          <a:xfrm>
            <a:off x="5328177" y="2961113"/>
            <a:ext cx="15398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400" b="0" i="0" u="none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3/22</a:t>
            </a:r>
            <a:endParaRPr sz="900" baseline="30000">
              <a:solidFill>
                <a:schemeClr val="accent2"/>
              </a:solidFill>
              <a:latin typeface="+mj-lt"/>
              <a:ea typeface="+mj-lt"/>
              <a:cs typeface="+mj-lt"/>
            </a:endParaRPr>
          </a:p>
        </p:txBody>
      </p:sp>
      <p:graphicFrame>
        <p:nvGraphicFramePr>
          <p:cNvPr id="29" name="Content Placeholder 14"/>
          <p:cNvGraphicFramePr/>
          <p:nvPr/>
        </p:nvGraphicFramePr>
        <p:xfrm>
          <a:off x="8538056" y="1645444"/>
          <a:ext cx="3382566" cy="3567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84E6F3A0-9ABA-4D5D-9A22-43541EDABC0F}"/>
              </a:ext>
            </a:extLst>
          </p:cNvPr>
          <p:cNvSpPr>
            <a:spLocks noGrp="1"/>
          </p:cNvSpPr>
          <p:nvPr/>
        </p:nvSpPr>
        <p:spPr>
          <a:xfrm>
            <a:off x="9459402" y="2961113"/>
            <a:ext cx="15398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400" b="0" i="0" u="none">
                <a:solidFill>
                  <a:schemeClr val="accent3"/>
                </a:solidFill>
                <a:latin typeface="+mj-lt"/>
                <a:ea typeface="+mj-lt"/>
                <a:cs typeface="+mj-lt"/>
              </a:rPr>
              <a:t>6/22</a:t>
            </a:r>
            <a:endParaRPr sz="900" baseline="30000">
              <a:solidFill>
                <a:schemeClr val="accent3"/>
              </a:solidFill>
              <a:latin typeface="+mj-lt"/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1851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F5674-B21D-4265-A881-FD43E6C9D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</p:spPr>
        <p:txBody>
          <a:bodyPr/>
          <a:lstStyle/>
          <a:p>
            <a:r>
              <a:t>高威胁阵营：Orbbec、SICK、Mech-Mind、ifm领跑</a:t>
            </a:r>
          </a:p>
        </p:txBody>
      </p:sp>
      <p:graphicFrame>
        <p:nvGraphicFramePr>
          <p:cNvPr id="29" name="Diagramm 21"/>
          <p:cNvGraphicFramePr/>
          <p:nvPr/>
        </p:nvGraphicFramePr>
        <p:xfrm>
          <a:off x="1000668" y="1773238"/>
          <a:ext cx="2087590" cy="19568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feld 33">
            <a:extLst>
              <a:ext uri="{FF2B5EF4-FFF2-40B4-BE49-F238E27FC236}">
                <a16:creationId xmlns:a16="http://schemas.microsoft.com/office/drawing/2014/main" id="{C8F24A83-7006-48BA-9A79-A2D57DE2E9D8}"/>
              </a:ext>
            </a:extLst>
          </p:cNvPr>
          <p:cNvSpPr>
            <a:spLocks noGrp="1"/>
          </p:cNvSpPr>
          <p:nvPr/>
        </p:nvSpPr>
        <p:spPr>
          <a:xfrm>
            <a:off x="1610691" y="2520815"/>
            <a:ext cx="867545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buNone/>
            </a:pPr>
            <a:r>
              <a:rPr sz="2400" spc="15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4.9/5</a:t>
            </a:r>
          </a:p>
        </p:txBody>
      </p:sp>
      <p:sp>
        <p:nvSpPr>
          <p:cNvPr id="22" name="Textfeld 25">
            <a:extLst>
              <a:ext uri="{FF2B5EF4-FFF2-40B4-BE49-F238E27FC236}">
                <a16:creationId xmlns:a16="http://schemas.microsoft.com/office/drawing/2014/main" id="{EAB2853C-731C-4514-BA2C-038453B7BFB6}"/>
              </a:ext>
            </a:extLst>
          </p:cNvPr>
          <p:cNvSpPr>
            <a:spLocks noGrp="1"/>
          </p:cNvSpPr>
          <p:nvPr/>
        </p:nvSpPr>
        <p:spPr>
          <a:xfrm>
            <a:off x="3019013" y="2222121"/>
            <a:ext cx="17644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chemeClr val="accent1"/>
                </a:solidFill>
                <a:latin typeface="+mj-lt"/>
                <a:ea typeface="+mj-lt"/>
                <a:cs typeface="+mj-lt"/>
              </a:rPr>
              <a:t>Orbbec</a:t>
            </a:r>
          </a:p>
        </p:txBody>
      </p:sp>
      <p:sp>
        <p:nvSpPr>
          <p:cNvPr id="23" name="Rechteck 29">
            <a:extLst>
              <a:ext uri="{FF2B5EF4-FFF2-40B4-BE49-F238E27FC236}">
                <a16:creationId xmlns:a16="http://schemas.microsoft.com/office/drawing/2014/main" id="{D9FB186C-1AC9-4742-A7CC-B888637CC877}"/>
              </a:ext>
            </a:extLst>
          </p:cNvPr>
          <p:cNvSpPr>
            <a:spLocks noGrp="1"/>
          </p:cNvSpPr>
          <p:nvPr/>
        </p:nvSpPr>
        <p:spPr>
          <a:xfrm>
            <a:off x="3019014" y="2569136"/>
            <a:ext cx="2651434" cy="501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5000"/>
              </a:lnSpc>
              <a:spcAft>
                <a:spcPts val="800"/>
              </a:spcAft>
              <a:buNone/>
            </a:pPr>
            <a:r>
              <a:rPr sz="1400"/>
              <a:t>RGB-D产品广、开发者渠道强；需避免单纯价格比较。</a:t>
            </a:r>
          </a:p>
        </p:txBody>
      </p:sp>
      <p:graphicFrame>
        <p:nvGraphicFramePr>
          <p:cNvPr id="33" name="Diagramm 22"/>
          <p:cNvGraphicFramePr/>
          <p:nvPr/>
        </p:nvGraphicFramePr>
        <p:xfrm>
          <a:off x="1000668" y="3861060"/>
          <a:ext cx="2088000" cy="19568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feld 34">
            <a:extLst>
              <a:ext uri="{FF2B5EF4-FFF2-40B4-BE49-F238E27FC236}">
                <a16:creationId xmlns:a16="http://schemas.microsoft.com/office/drawing/2014/main" id="{3EBBF659-7DDB-4F53-950B-AB48DBB70F30}"/>
              </a:ext>
            </a:extLst>
          </p:cNvPr>
          <p:cNvSpPr>
            <a:spLocks noGrp="1"/>
          </p:cNvSpPr>
          <p:nvPr/>
        </p:nvSpPr>
        <p:spPr>
          <a:xfrm>
            <a:off x="1610896" y="4608637"/>
            <a:ext cx="867545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buNone/>
            </a:pPr>
            <a:r>
              <a:rPr sz="2400" spc="15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4.8/5</a:t>
            </a:r>
          </a:p>
        </p:txBody>
      </p:sp>
      <p:sp>
        <p:nvSpPr>
          <p:cNvPr id="20" name="Textfeld 26">
            <a:extLst>
              <a:ext uri="{FF2B5EF4-FFF2-40B4-BE49-F238E27FC236}">
                <a16:creationId xmlns:a16="http://schemas.microsoft.com/office/drawing/2014/main" id="{93505A15-4790-421C-AA9A-69EDCEDFD275}"/>
              </a:ext>
            </a:extLst>
          </p:cNvPr>
          <p:cNvSpPr>
            <a:spLocks noGrp="1"/>
          </p:cNvSpPr>
          <p:nvPr/>
        </p:nvSpPr>
        <p:spPr>
          <a:xfrm>
            <a:off x="3019013" y="4315631"/>
            <a:ext cx="27249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SICK</a:t>
            </a:r>
          </a:p>
        </p:txBody>
      </p:sp>
      <p:sp>
        <p:nvSpPr>
          <p:cNvPr id="21" name="Rechteck 30">
            <a:extLst>
              <a:ext uri="{FF2B5EF4-FFF2-40B4-BE49-F238E27FC236}">
                <a16:creationId xmlns:a16="http://schemas.microsoft.com/office/drawing/2014/main" id="{21E1E9DB-84E9-4D78-892F-1A14C4B47804}"/>
              </a:ext>
            </a:extLst>
          </p:cNvPr>
          <p:cNvSpPr>
            <a:spLocks noGrp="1"/>
          </p:cNvSpPr>
          <p:nvPr/>
        </p:nvSpPr>
        <p:spPr>
          <a:xfrm>
            <a:off x="3019014" y="4656958"/>
            <a:ext cx="2651434" cy="501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5000"/>
              </a:lnSpc>
              <a:spcAft>
                <a:spcPts val="800"/>
              </a:spcAft>
              <a:buNone/>
            </a:pPr>
            <a:r>
              <a:rPr sz="1400"/>
              <a:t>工业自动化装机基础和全渠道能力强，是德国首轮标杆。</a:t>
            </a:r>
          </a:p>
        </p:txBody>
      </p:sp>
      <p:graphicFrame>
        <p:nvGraphicFramePr>
          <p:cNvPr id="37" name="Diagramm 24"/>
          <p:cNvGraphicFramePr/>
          <p:nvPr/>
        </p:nvGraphicFramePr>
        <p:xfrm>
          <a:off x="6040668" y="1773238"/>
          <a:ext cx="2088000" cy="19568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Textfeld 36">
            <a:extLst>
              <a:ext uri="{FF2B5EF4-FFF2-40B4-BE49-F238E27FC236}">
                <a16:creationId xmlns:a16="http://schemas.microsoft.com/office/drawing/2014/main" id="{BF23A2D1-AD25-4017-8EF6-DE72C9E02782}"/>
              </a:ext>
            </a:extLst>
          </p:cNvPr>
          <p:cNvSpPr>
            <a:spLocks noGrp="1"/>
          </p:cNvSpPr>
          <p:nvPr/>
        </p:nvSpPr>
        <p:spPr>
          <a:xfrm>
            <a:off x="6650896" y="2520815"/>
            <a:ext cx="867545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buNone/>
            </a:pPr>
            <a:r>
              <a:rPr sz="2400" spc="150">
                <a:solidFill>
                  <a:schemeClr val="accent3"/>
                </a:solidFill>
                <a:latin typeface="+mj-lt"/>
                <a:ea typeface="+mj-lt"/>
                <a:cs typeface="+mj-lt"/>
              </a:rPr>
              <a:t>4.8/5</a:t>
            </a:r>
          </a:p>
        </p:txBody>
      </p:sp>
      <p:sp>
        <p:nvSpPr>
          <p:cNvPr id="16" name="Textfeld 28">
            <a:extLst>
              <a:ext uri="{FF2B5EF4-FFF2-40B4-BE49-F238E27FC236}">
                <a16:creationId xmlns:a16="http://schemas.microsoft.com/office/drawing/2014/main" id="{519F3C25-538D-423C-9519-EA0E09BB6CF8}"/>
              </a:ext>
            </a:extLst>
          </p:cNvPr>
          <p:cNvSpPr>
            <a:spLocks noGrp="1"/>
          </p:cNvSpPr>
          <p:nvPr/>
        </p:nvSpPr>
        <p:spPr>
          <a:xfrm>
            <a:off x="8049340" y="2222121"/>
            <a:ext cx="17644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chemeClr val="accent3"/>
                </a:solidFill>
                <a:latin typeface="+mj-lt"/>
                <a:ea typeface="+mj-lt"/>
                <a:cs typeface="+mj-lt"/>
              </a:rPr>
              <a:t>Mech-Mind</a:t>
            </a:r>
          </a:p>
        </p:txBody>
      </p:sp>
      <p:sp>
        <p:nvSpPr>
          <p:cNvPr id="17" name="Rechteck 32">
            <a:extLst>
              <a:ext uri="{FF2B5EF4-FFF2-40B4-BE49-F238E27FC236}">
                <a16:creationId xmlns:a16="http://schemas.microsoft.com/office/drawing/2014/main" id="{730E8F5E-566D-43F3-A54B-19FF9DC00EC8}"/>
              </a:ext>
            </a:extLst>
          </p:cNvPr>
          <p:cNvSpPr>
            <a:spLocks noGrp="1"/>
          </p:cNvSpPr>
          <p:nvPr/>
        </p:nvSpPr>
        <p:spPr>
          <a:xfrm>
            <a:off x="8060616" y="2569136"/>
            <a:ext cx="2651434" cy="501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5000"/>
              </a:lnSpc>
              <a:spcAft>
                <a:spcPts val="800"/>
              </a:spcAft>
              <a:buNone/>
            </a:pPr>
            <a:r>
              <a:rPr sz="1400"/>
              <a:t>中国直接竞争者，3D机器人视觉方案和欧洲本地化较成熟。</a:t>
            </a:r>
          </a:p>
        </p:txBody>
      </p:sp>
      <p:graphicFrame>
        <p:nvGraphicFramePr>
          <p:cNvPr id="41" name="Diagramm 23"/>
          <p:cNvGraphicFramePr/>
          <p:nvPr/>
        </p:nvGraphicFramePr>
        <p:xfrm>
          <a:off x="6040668" y="3861060"/>
          <a:ext cx="2088000" cy="19568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Textfeld 35">
            <a:extLst>
              <a:ext uri="{FF2B5EF4-FFF2-40B4-BE49-F238E27FC236}">
                <a16:creationId xmlns:a16="http://schemas.microsoft.com/office/drawing/2014/main" id="{678EDD7A-070C-4E76-9922-BA6DA6D82DB7}"/>
              </a:ext>
            </a:extLst>
          </p:cNvPr>
          <p:cNvSpPr>
            <a:spLocks noGrp="1"/>
          </p:cNvSpPr>
          <p:nvPr/>
        </p:nvSpPr>
        <p:spPr>
          <a:xfrm>
            <a:off x="6650896" y="4614347"/>
            <a:ext cx="867545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buNone/>
            </a:pPr>
            <a:r>
              <a:rPr sz="2400" spc="150">
                <a:solidFill>
                  <a:schemeClr val="accent4"/>
                </a:solidFill>
                <a:latin typeface="+mj-lt"/>
                <a:ea typeface="+mj-lt"/>
                <a:cs typeface="+mj-lt"/>
              </a:rPr>
              <a:t>4.7/5</a:t>
            </a:r>
          </a:p>
        </p:txBody>
      </p:sp>
      <p:sp>
        <p:nvSpPr>
          <p:cNvPr id="18" name="Textfeld 27">
            <a:extLst>
              <a:ext uri="{FF2B5EF4-FFF2-40B4-BE49-F238E27FC236}">
                <a16:creationId xmlns:a16="http://schemas.microsoft.com/office/drawing/2014/main" id="{A354702E-40DE-406C-A831-5486DFE5E3EA}"/>
              </a:ext>
            </a:extLst>
          </p:cNvPr>
          <p:cNvSpPr>
            <a:spLocks noGrp="1"/>
          </p:cNvSpPr>
          <p:nvPr/>
        </p:nvSpPr>
        <p:spPr>
          <a:xfrm>
            <a:off x="8049340" y="4315631"/>
            <a:ext cx="17644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chemeClr val="accent4"/>
                </a:solidFill>
                <a:latin typeface="+mj-lt"/>
                <a:ea typeface="+mj-lt"/>
                <a:cs typeface="+mj-lt"/>
              </a:rPr>
              <a:t>ifm</a:t>
            </a:r>
          </a:p>
        </p:txBody>
      </p:sp>
      <p:sp>
        <p:nvSpPr>
          <p:cNvPr id="19" name="Rechteck 31">
            <a:extLst>
              <a:ext uri="{FF2B5EF4-FFF2-40B4-BE49-F238E27FC236}">
                <a16:creationId xmlns:a16="http://schemas.microsoft.com/office/drawing/2014/main" id="{F9FABD5E-6485-4DBE-A873-4A8E9C807BAF}"/>
              </a:ext>
            </a:extLst>
          </p:cNvPr>
          <p:cNvSpPr>
            <a:spLocks noGrp="1"/>
          </p:cNvSpPr>
          <p:nvPr/>
        </p:nvSpPr>
        <p:spPr>
          <a:xfrm>
            <a:off x="8060616" y="4656958"/>
            <a:ext cx="2651434" cy="699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5000"/>
              </a:lnSpc>
              <a:spcAft>
                <a:spcPts val="800"/>
              </a:spcAft>
              <a:buNone/>
            </a:pPr>
            <a:r>
              <a:rPr sz="1400"/>
              <a:t>工业直销与分销并行；次高威胁还包括HIKROBOT 4.6、Cognex 4.5。</a:t>
            </a:r>
          </a:p>
        </p:txBody>
      </p:sp>
    </p:spTree>
    <p:extLst>
      <p:ext uri="{BB962C8B-B14F-4D97-AF65-F5344CB8AC3E}">
        <p14:creationId xmlns:p14="http://schemas.microsoft.com/office/powerpoint/2010/main" val="4204977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883C-5C52-46DA-A00A-D8428F72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</p:spPr>
        <p:txBody>
          <a:bodyPr/>
          <a:lstStyle/>
          <a:p>
            <a:r>
              <a:t>研究资产丰富，但商业转化尚未启动</a:t>
            </a:r>
          </a:p>
        </p:txBody>
      </p:sp>
      <p:graphicFrame>
        <p:nvGraphicFramePr>
          <p:cNvPr id="27" name="Inhaltsplatzhalter 45"/>
          <p:cNvGraphicFramePr/>
          <p:nvPr/>
        </p:nvGraphicFramePr>
        <p:xfrm>
          <a:off x="560566" y="1916832"/>
          <a:ext cx="2508783" cy="31107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Freeform 13">
            <a:extLst>
              <a:ext uri="{FF2B5EF4-FFF2-40B4-BE49-F238E27FC236}">
                <a16:creationId xmlns:a16="http://schemas.microsoft.com/office/drawing/2014/main" id="{60CA82C5-3FF8-4C73-B761-B067548A7F7C}"/>
              </a:ext>
            </a:extLst>
          </p:cNvPr>
          <p:cNvSpPr>
            <a:spLocks noGrp="1"/>
          </p:cNvSpPr>
          <p:nvPr/>
        </p:nvSpPr>
        <p:spPr>
          <a:xfrm>
            <a:off x="1873660" y="3140968"/>
            <a:ext cx="280173" cy="418875"/>
          </a:xfrm>
          <a:custGeom>
            <a:avLst/>
            <a:gdLst>
              <a:gd name="T0" fmla="*/ 80 w 89"/>
              <a:gd name="T1" fmla="*/ 143 h 143"/>
              <a:gd name="T2" fmla="*/ 87 w 89"/>
              <a:gd name="T3" fmla="*/ 141 h 143"/>
              <a:gd name="T4" fmla="*/ 89 w 89"/>
              <a:gd name="T5" fmla="*/ 135 h 143"/>
              <a:gd name="T6" fmla="*/ 87 w 89"/>
              <a:gd name="T7" fmla="*/ 123 h 143"/>
              <a:gd name="T8" fmla="*/ 57 w 89"/>
              <a:gd name="T9" fmla="*/ 93 h 143"/>
              <a:gd name="T10" fmla="*/ 51 w 89"/>
              <a:gd name="T11" fmla="*/ 90 h 143"/>
              <a:gd name="T12" fmla="*/ 50 w 89"/>
              <a:gd name="T13" fmla="*/ 84 h 143"/>
              <a:gd name="T14" fmla="*/ 55 w 89"/>
              <a:gd name="T15" fmla="*/ 78 h 143"/>
              <a:gd name="T16" fmla="*/ 56 w 89"/>
              <a:gd name="T17" fmla="*/ 76 h 143"/>
              <a:gd name="T18" fmla="*/ 61 w 89"/>
              <a:gd name="T19" fmla="*/ 67 h 143"/>
              <a:gd name="T20" fmla="*/ 65 w 89"/>
              <a:gd name="T21" fmla="*/ 63 h 143"/>
              <a:gd name="T22" fmla="*/ 68 w 89"/>
              <a:gd name="T23" fmla="*/ 44 h 143"/>
              <a:gd name="T24" fmla="*/ 65 w 89"/>
              <a:gd name="T25" fmla="*/ 41 h 143"/>
              <a:gd name="T26" fmla="*/ 44 w 89"/>
              <a:gd name="T27" fmla="*/ 6 h 143"/>
              <a:gd name="T28" fmla="*/ 32 w 89"/>
              <a:gd name="T29" fmla="*/ 1 h 143"/>
              <a:gd name="T30" fmla="*/ 30 w 89"/>
              <a:gd name="T31" fmla="*/ 1 h 143"/>
              <a:gd name="T32" fmla="*/ 25 w 89"/>
              <a:gd name="T33" fmla="*/ 0 h 143"/>
              <a:gd name="T34" fmla="*/ 24 w 89"/>
              <a:gd name="T35" fmla="*/ 0 h 143"/>
              <a:gd name="T36" fmla="*/ 16 w 89"/>
              <a:gd name="T37" fmla="*/ 5 h 143"/>
              <a:gd name="T38" fmla="*/ 8 w 89"/>
              <a:gd name="T39" fmla="*/ 13 h 143"/>
              <a:gd name="T40" fmla="*/ 8 w 89"/>
              <a:gd name="T41" fmla="*/ 14 h 143"/>
              <a:gd name="T42" fmla="*/ 0 w 89"/>
              <a:gd name="T43" fmla="*/ 29 h 143"/>
              <a:gd name="T44" fmla="*/ 3 w 89"/>
              <a:gd name="T45" fmla="*/ 34 h 143"/>
              <a:gd name="T46" fmla="*/ 8 w 89"/>
              <a:gd name="T47" fmla="*/ 31 h 143"/>
              <a:gd name="T48" fmla="*/ 16 w 89"/>
              <a:gd name="T49" fmla="*/ 17 h 143"/>
              <a:gd name="T50" fmla="*/ 17 w 89"/>
              <a:gd name="T51" fmla="*/ 12 h 143"/>
              <a:gd name="T52" fmla="*/ 18 w 89"/>
              <a:gd name="T53" fmla="*/ 11 h 143"/>
              <a:gd name="T54" fmla="*/ 18 w 89"/>
              <a:gd name="T55" fmla="*/ 11 h 143"/>
              <a:gd name="T56" fmla="*/ 23 w 89"/>
              <a:gd name="T57" fmla="*/ 8 h 143"/>
              <a:gd name="T58" fmla="*/ 25 w 89"/>
              <a:gd name="T59" fmla="*/ 8 h 143"/>
              <a:gd name="T60" fmla="*/ 27 w 89"/>
              <a:gd name="T61" fmla="*/ 8 h 143"/>
              <a:gd name="T62" fmla="*/ 30 w 89"/>
              <a:gd name="T63" fmla="*/ 9 h 143"/>
              <a:gd name="T64" fmla="*/ 41 w 89"/>
              <a:gd name="T65" fmla="*/ 13 h 143"/>
              <a:gd name="T66" fmla="*/ 57 w 89"/>
              <a:gd name="T67" fmla="*/ 43 h 143"/>
              <a:gd name="T68" fmla="*/ 59 w 89"/>
              <a:gd name="T69" fmla="*/ 46 h 143"/>
              <a:gd name="T70" fmla="*/ 61 w 89"/>
              <a:gd name="T71" fmla="*/ 47 h 143"/>
              <a:gd name="T72" fmla="*/ 58 w 89"/>
              <a:gd name="T73" fmla="*/ 60 h 143"/>
              <a:gd name="T74" fmla="*/ 57 w 89"/>
              <a:gd name="T75" fmla="*/ 60 h 143"/>
              <a:gd name="T76" fmla="*/ 54 w 89"/>
              <a:gd name="T77" fmla="*/ 63 h 143"/>
              <a:gd name="T78" fmla="*/ 49 w 89"/>
              <a:gd name="T79" fmla="*/ 71 h 143"/>
              <a:gd name="T80" fmla="*/ 48 w 89"/>
              <a:gd name="T81" fmla="*/ 74 h 143"/>
              <a:gd name="T82" fmla="*/ 44 w 89"/>
              <a:gd name="T83" fmla="*/ 79 h 143"/>
              <a:gd name="T84" fmla="*/ 42 w 89"/>
              <a:gd name="T85" fmla="*/ 82 h 143"/>
              <a:gd name="T86" fmla="*/ 43 w 89"/>
              <a:gd name="T87" fmla="*/ 94 h 143"/>
              <a:gd name="T88" fmla="*/ 46 w 89"/>
              <a:gd name="T89" fmla="*/ 96 h 143"/>
              <a:gd name="T90" fmla="*/ 54 w 89"/>
              <a:gd name="T91" fmla="*/ 101 h 143"/>
              <a:gd name="T92" fmla="*/ 79 w 89"/>
              <a:gd name="T93" fmla="*/ 125 h 143"/>
              <a:gd name="T94" fmla="*/ 82 w 89"/>
              <a:gd name="T95" fmla="*/ 135 h 143"/>
              <a:gd name="T96" fmla="*/ 82 w 89"/>
              <a:gd name="T97" fmla="*/ 135 h 143"/>
              <a:gd name="T98" fmla="*/ 78 w 89"/>
              <a:gd name="T99" fmla="*/ 135 h 143"/>
              <a:gd name="T100" fmla="*/ 75 w 89"/>
              <a:gd name="T101" fmla="*/ 135 h 143"/>
              <a:gd name="T102" fmla="*/ 18 w 89"/>
              <a:gd name="T103" fmla="*/ 135 h 143"/>
              <a:gd name="T104" fmla="*/ 14 w 89"/>
              <a:gd name="T105" fmla="*/ 139 h 143"/>
              <a:gd name="T106" fmla="*/ 18 w 89"/>
              <a:gd name="T107" fmla="*/ 143 h 143"/>
              <a:gd name="T108" fmla="*/ 80 w 89"/>
              <a:gd name="T109" fmla="*/ 143 h 143"/>
            </a:gdLst>
            <a:ahLst/>
            <a:cxnLst/>
            <a:rect l="0" t="0" r="r" b="b"/>
            <a:pathLst>
              <a:path w="89" h="143">
                <a:moveTo>
                  <a:pt x="80" y="143"/>
                </a:moveTo>
                <a:cubicBezTo>
                  <a:pt x="83" y="143"/>
                  <a:pt x="85" y="143"/>
                  <a:pt x="87" y="141"/>
                </a:cubicBezTo>
                <a:cubicBezTo>
                  <a:pt x="89" y="139"/>
                  <a:pt x="89" y="137"/>
                  <a:pt x="89" y="135"/>
                </a:cubicBezTo>
                <a:cubicBezTo>
                  <a:pt x="89" y="132"/>
                  <a:pt x="89" y="130"/>
                  <a:pt x="87" y="123"/>
                </a:cubicBezTo>
                <a:cubicBezTo>
                  <a:pt x="84" y="115"/>
                  <a:pt x="72" y="100"/>
                  <a:pt x="57" y="93"/>
                </a:cubicBezTo>
                <a:cubicBezTo>
                  <a:pt x="51" y="90"/>
                  <a:pt x="51" y="90"/>
                  <a:pt x="51" y="90"/>
                </a:cubicBezTo>
                <a:cubicBezTo>
                  <a:pt x="50" y="88"/>
                  <a:pt x="50" y="86"/>
                  <a:pt x="50" y="84"/>
                </a:cubicBezTo>
                <a:cubicBezTo>
                  <a:pt x="52" y="82"/>
                  <a:pt x="53" y="81"/>
                  <a:pt x="55" y="78"/>
                </a:cubicBezTo>
                <a:cubicBezTo>
                  <a:pt x="55" y="77"/>
                  <a:pt x="56" y="76"/>
                  <a:pt x="56" y="76"/>
                </a:cubicBezTo>
                <a:cubicBezTo>
                  <a:pt x="58" y="73"/>
                  <a:pt x="59" y="70"/>
                  <a:pt x="61" y="67"/>
                </a:cubicBezTo>
                <a:cubicBezTo>
                  <a:pt x="62" y="66"/>
                  <a:pt x="64" y="65"/>
                  <a:pt x="65" y="63"/>
                </a:cubicBezTo>
                <a:cubicBezTo>
                  <a:pt x="68" y="58"/>
                  <a:pt x="70" y="48"/>
                  <a:pt x="68" y="44"/>
                </a:cubicBezTo>
                <a:cubicBezTo>
                  <a:pt x="68" y="42"/>
                  <a:pt x="67" y="41"/>
                  <a:pt x="65" y="41"/>
                </a:cubicBezTo>
                <a:cubicBezTo>
                  <a:pt x="65" y="24"/>
                  <a:pt x="57" y="11"/>
                  <a:pt x="44" y="6"/>
                </a:cubicBezTo>
                <a:cubicBezTo>
                  <a:pt x="42" y="5"/>
                  <a:pt x="38" y="3"/>
                  <a:pt x="32" y="1"/>
                </a:cubicBezTo>
                <a:cubicBezTo>
                  <a:pt x="31" y="1"/>
                  <a:pt x="30" y="1"/>
                  <a:pt x="30" y="1"/>
                </a:cubicBezTo>
                <a:cubicBezTo>
                  <a:pt x="28" y="0"/>
                  <a:pt x="27" y="0"/>
                  <a:pt x="25" y="0"/>
                </a:cubicBezTo>
                <a:cubicBezTo>
                  <a:pt x="25" y="0"/>
                  <a:pt x="24" y="0"/>
                  <a:pt x="24" y="0"/>
                </a:cubicBezTo>
                <a:cubicBezTo>
                  <a:pt x="20" y="0"/>
                  <a:pt x="17" y="2"/>
                  <a:pt x="16" y="5"/>
                </a:cubicBezTo>
                <a:cubicBezTo>
                  <a:pt x="13" y="6"/>
                  <a:pt x="9" y="8"/>
                  <a:pt x="8" y="13"/>
                </a:cubicBezTo>
                <a:cubicBezTo>
                  <a:pt x="8" y="13"/>
                  <a:pt x="8" y="14"/>
                  <a:pt x="8" y="14"/>
                </a:cubicBezTo>
                <a:cubicBezTo>
                  <a:pt x="4" y="18"/>
                  <a:pt x="2" y="23"/>
                  <a:pt x="0" y="29"/>
                </a:cubicBezTo>
                <a:cubicBezTo>
                  <a:pt x="0" y="31"/>
                  <a:pt x="1" y="33"/>
                  <a:pt x="3" y="34"/>
                </a:cubicBezTo>
                <a:cubicBezTo>
                  <a:pt x="5" y="34"/>
                  <a:pt x="7" y="33"/>
                  <a:pt x="8" y="31"/>
                </a:cubicBezTo>
                <a:cubicBezTo>
                  <a:pt x="9" y="25"/>
                  <a:pt x="12" y="20"/>
                  <a:pt x="16" y="17"/>
                </a:cubicBezTo>
                <a:cubicBezTo>
                  <a:pt x="17" y="16"/>
                  <a:pt x="18" y="14"/>
                  <a:pt x="17" y="12"/>
                </a:cubicBezTo>
                <a:cubicBezTo>
                  <a:pt x="18" y="12"/>
                  <a:pt x="18" y="11"/>
                  <a:pt x="18" y="11"/>
                </a:cubicBezTo>
                <a:cubicBezTo>
                  <a:pt x="18" y="11"/>
                  <a:pt x="18" y="11"/>
                  <a:pt x="18" y="11"/>
                </a:cubicBezTo>
                <a:cubicBezTo>
                  <a:pt x="20" y="11"/>
                  <a:pt x="22" y="11"/>
                  <a:pt x="23" y="8"/>
                </a:cubicBezTo>
                <a:cubicBezTo>
                  <a:pt x="23" y="8"/>
                  <a:pt x="24" y="8"/>
                  <a:pt x="25" y="8"/>
                </a:cubicBezTo>
                <a:cubicBezTo>
                  <a:pt x="26" y="8"/>
                  <a:pt x="26" y="8"/>
                  <a:pt x="27" y="8"/>
                </a:cubicBezTo>
                <a:cubicBezTo>
                  <a:pt x="28" y="8"/>
                  <a:pt x="29" y="9"/>
                  <a:pt x="30" y="9"/>
                </a:cubicBezTo>
                <a:cubicBezTo>
                  <a:pt x="35" y="10"/>
                  <a:pt x="39" y="12"/>
                  <a:pt x="41" y="13"/>
                </a:cubicBezTo>
                <a:cubicBezTo>
                  <a:pt x="52" y="17"/>
                  <a:pt x="58" y="28"/>
                  <a:pt x="57" y="43"/>
                </a:cubicBezTo>
                <a:cubicBezTo>
                  <a:pt x="57" y="44"/>
                  <a:pt x="58" y="45"/>
                  <a:pt x="59" y="46"/>
                </a:cubicBezTo>
                <a:cubicBezTo>
                  <a:pt x="59" y="47"/>
                  <a:pt x="60" y="47"/>
                  <a:pt x="61" y="47"/>
                </a:cubicBezTo>
                <a:cubicBezTo>
                  <a:pt x="61" y="50"/>
                  <a:pt x="60" y="55"/>
                  <a:pt x="58" y="60"/>
                </a:cubicBezTo>
                <a:cubicBezTo>
                  <a:pt x="57" y="60"/>
                  <a:pt x="57" y="60"/>
                  <a:pt x="57" y="60"/>
                </a:cubicBezTo>
                <a:cubicBezTo>
                  <a:pt x="56" y="60"/>
                  <a:pt x="55" y="61"/>
                  <a:pt x="54" y="63"/>
                </a:cubicBezTo>
                <a:cubicBezTo>
                  <a:pt x="53" y="66"/>
                  <a:pt x="51" y="68"/>
                  <a:pt x="49" y="71"/>
                </a:cubicBezTo>
                <a:cubicBezTo>
                  <a:pt x="49" y="72"/>
                  <a:pt x="48" y="73"/>
                  <a:pt x="48" y="74"/>
                </a:cubicBezTo>
                <a:cubicBezTo>
                  <a:pt x="46" y="76"/>
                  <a:pt x="45" y="78"/>
                  <a:pt x="44" y="79"/>
                </a:cubicBezTo>
                <a:cubicBezTo>
                  <a:pt x="43" y="80"/>
                  <a:pt x="42" y="81"/>
                  <a:pt x="42" y="82"/>
                </a:cubicBezTo>
                <a:cubicBezTo>
                  <a:pt x="42" y="85"/>
                  <a:pt x="42" y="90"/>
                  <a:pt x="43" y="94"/>
                </a:cubicBezTo>
                <a:cubicBezTo>
                  <a:pt x="44" y="95"/>
                  <a:pt x="44" y="96"/>
                  <a:pt x="46" y="96"/>
                </a:cubicBezTo>
                <a:cubicBezTo>
                  <a:pt x="54" y="101"/>
                  <a:pt x="54" y="101"/>
                  <a:pt x="54" y="101"/>
                </a:cubicBezTo>
                <a:cubicBezTo>
                  <a:pt x="67" y="106"/>
                  <a:pt x="78" y="119"/>
                  <a:pt x="79" y="125"/>
                </a:cubicBezTo>
                <a:cubicBezTo>
                  <a:pt x="82" y="133"/>
                  <a:pt x="82" y="133"/>
                  <a:pt x="82" y="135"/>
                </a:cubicBezTo>
                <a:cubicBezTo>
                  <a:pt x="82" y="135"/>
                  <a:pt x="82" y="135"/>
                  <a:pt x="82" y="135"/>
                </a:cubicBezTo>
                <a:cubicBezTo>
                  <a:pt x="82" y="135"/>
                  <a:pt x="79" y="135"/>
                  <a:pt x="78" y="135"/>
                </a:cubicBezTo>
                <a:cubicBezTo>
                  <a:pt x="77" y="135"/>
                  <a:pt x="76" y="135"/>
                  <a:pt x="75" y="135"/>
                </a:cubicBezTo>
                <a:cubicBezTo>
                  <a:pt x="18" y="135"/>
                  <a:pt x="18" y="135"/>
                  <a:pt x="18" y="135"/>
                </a:cubicBezTo>
                <a:cubicBezTo>
                  <a:pt x="16" y="135"/>
                  <a:pt x="14" y="137"/>
                  <a:pt x="14" y="139"/>
                </a:cubicBezTo>
                <a:cubicBezTo>
                  <a:pt x="14" y="141"/>
                  <a:pt x="16" y="143"/>
                  <a:pt x="18" y="143"/>
                </a:cubicBezTo>
                <a:lnTo>
                  <a:pt x="80" y="143"/>
                </a:lnTo>
                <a:close/>
              </a:path>
            </a:pathLst>
          </a:custGeom>
          <a:solidFill>
            <a:schemeClr val="accent6"/>
          </a:solidFill>
          <a:ln w="3175">
            <a:solidFill>
              <a:schemeClr val="accent6"/>
            </a:solidFill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chemeClr val="accent3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1" name="Freeform 14">
            <a:extLst>
              <a:ext uri="{FF2B5EF4-FFF2-40B4-BE49-F238E27FC236}">
                <a16:creationId xmlns:a16="http://schemas.microsoft.com/office/drawing/2014/main" id="{753BA88B-E522-4FAC-A7ED-5E6365E844B4}"/>
              </a:ext>
            </a:extLst>
          </p:cNvPr>
          <p:cNvSpPr>
            <a:spLocks noGrp="1"/>
          </p:cNvSpPr>
          <p:nvPr/>
        </p:nvSpPr>
        <p:spPr>
          <a:xfrm>
            <a:off x="1476080" y="3140968"/>
            <a:ext cx="280173" cy="418875"/>
          </a:xfrm>
          <a:custGeom>
            <a:avLst/>
            <a:gdLst>
              <a:gd name="T0" fmla="*/ 72 w 89"/>
              <a:gd name="T1" fmla="*/ 143 h 143"/>
              <a:gd name="T2" fmla="*/ 76 w 89"/>
              <a:gd name="T3" fmla="*/ 139 h 143"/>
              <a:gd name="T4" fmla="*/ 72 w 89"/>
              <a:gd name="T5" fmla="*/ 135 h 143"/>
              <a:gd name="T6" fmla="*/ 13 w 89"/>
              <a:gd name="T7" fmla="*/ 135 h 143"/>
              <a:gd name="T8" fmla="*/ 11 w 89"/>
              <a:gd name="T9" fmla="*/ 135 h 143"/>
              <a:gd name="T10" fmla="*/ 8 w 89"/>
              <a:gd name="T11" fmla="*/ 135 h 143"/>
              <a:gd name="T12" fmla="*/ 8 w 89"/>
              <a:gd name="T13" fmla="*/ 135 h 143"/>
              <a:gd name="T14" fmla="*/ 10 w 89"/>
              <a:gd name="T15" fmla="*/ 125 h 143"/>
              <a:gd name="T16" fmla="*/ 38 w 89"/>
              <a:gd name="T17" fmla="*/ 101 h 143"/>
              <a:gd name="T18" fmla="*/ 47 w 89"/>
              <a:gd name="T19" fmla="*/ 95 h 143"/>
              <a:gd name="T20" fmla="*/ 47 w 89"/>
              <a:gd name="T21" fmla="*/ 93 h 143"/>
              <a:gd name="T22" fmla="*/ 48 w 89"/>
              <a:gd name="T23" fmla="*/ 83 h 143"/>
              <a:gd name="T24" fmla="*/ 47 w 89"/>
              <a:gd name="T25" fmla="*/ 79 h 143"/>
              <a:gd name="T26" fmla="*/ 42 w 89"/>
              <a:gd name="T27" fmla="*/ 74 h 143"/>
              <a:gd name="T28" fmla="*/ 41 w 89"/>
              <a:gd name="T29" fmla="*/ 71 h 143"/>
              <a:gd name="T30" fmla="*/ 36 w 89"/>
              <a:gd name="T31" fmla="*/ 63 h 143"/>
              <a:gd name="T32" fmla="*/ 33 w 89"/>
              <a:gd name="T33" fmla="*/ 60 h 143"/>
              <a:gd name="T34" fmla="*/ 32 w 89"/>
              <a:gd name="T35" fmla="*/ 59 h 143"/>
              <a:gd name="T36" fmla="*/ 29 w 89"/>
              <a:gd name="T37" fmla="*/ 47 h 143"/>
              <a:gd name="T38" fmla="*/ 32 w 89"/>
              <a:gd name="T39" fmla="*/ 46 h 143"/>
              <a:gd name="T40" fmla="*/ 33 w 89"/>
              <a:gd name="T41" fmla="*/ 43 h 143"/>
              <a:gd name="T42" fmla="*/ 42 w 89"/>
              <a:gd name="T43" fmla="*/ 17 h 143"/>
              <a:gd name="T44" fmla="*/ 43 w 89"/>
              <a:gd name="T45" fmla="*/ 13 h 143"/>
              <a:gd name="T46" fmla="*/ 44 w 89"/>
              <a:gd name="T47" fmla="*/ 13 h 143"/>
              <a:gd name="T48" fmla="*/ 45 w 89"/>
              <a:gd name="T49" fmla="*/ 13 h 143"/>
              <a:gd name="T50" fmla="*/ 49 w 89"/>
              <a:gd name="T51" fmla="*/ 9 h 143"/>
              <a:gd name="T52" fmla="*/ 51 w 89"/>
              <a:gd name="T53" fmla="*/ 8 h 143"/>
              <a:gd name="T54" fmla="*/ 52 w 89"/>
              <a:gd name="T55" fmla="*/ 8 h 143"/>
              <a:gd name="T56" fmla="*/ 56 w 89"/>
              <a:gd name="T57" fmla="*/ 9 h 143"/>
              <a:gd name="T58" fmla="*/ 67 w 89"/>
              <a:gd name="T59" fmla="*/ 13 h 143"/>
              <a:gd name="T60" fmla="*/ 81 w 89"/>
              <a:gd name="T61" fmla="*/ 29 h 143"/>
              <a:gd name="T62" fmla="*/ 86 w 89"/>
              <a:gd name="T63" fmla="*/ 31 h 143"/>
              <a:gd name="T64" fmla="*/ 89 w 89"/>
              <a:gd name="T65" fmla="*/ 26 h 143"/>
              <a:gd name="T66" fmla="*/ 70 w 89"/>
              <a:gd name="T67" fmla="*/ 6 h 143"/>
              <a:gd name="T68" fmla="*/ 58 w 89"/>
              <a:gd name="T69" fmla="*/ 1 h 143"/>
              <a:gd name="T70" fmla="*/ 53 w 89"/>
              <a:gd name="T71" fmla="*/ 0 h 143"/>
              <a:gd name="T72" fmla="*/ 51 w 89"/>
              <a:gd name="T73" fmla="*/ 0 h 143"/>
              <a:gd name="T74" fmla="*/ 49 w 89"/>
              <a:gd name="T75" fmla="*/ 0 h 143"/>
              <a:gd name="T76" fmla="*/ 42 w 89"/>
              <a:gd name="T77" fmla="*/ 5 h 143"/>
              <a:gd name="T78" fmla="*/ 34 w 89"/>
              <a:gd name="T79" fmla="*/ 13 h 143"/>
              <a:gd name="T80" fmla="*/ 34 w 89"/>
              <a:gd name="T81" fmla="*/ 14 h 143"/>
              <a:gd name="T82" fmla="*/ 25 w 89"/>
              <a:gd name="T83" fmla="*/ 40 h 143"/>
              <a:gd name="T84" fmla="*/ 21 w 89"/>
              <a:gd name="T85" fmla="*/ 44 h 143"/>
              <a:gd name="T86" fmla="*/ 25 w 89"/>
              <a:gd name="T87" fmla="*/ 63 h 143"/>
              <a:gd name="T88" fmla="*/ 29 w 89"/>
              <a:gd name="T89" fmla="*/ 67 h 143"/>
              <a:gd name="T90" fmla="*/ 34 w 89"/>
              <a:gd name="T91" fmla="*/ 76 h 143"/>
              <a:gd name="T92" fmla="*/ 35 w 89"/>
              <a:gd name="T93" fmla="*/ 78 h 143"/>
              <a:gd name="T94" fmla="*/ 40 w 89"/>
              <a:gd name="T95" fmla="*/ 84 h 143"/>
              <a:gd name="T96" fmla="*/ 40 w 89"/>
              <a:gd name="T97" fmla="*/ 91 h 143"/>
              <a:gd name="T98" fmla="*/ 35 w 89"/>
              <a:gd name="T99" fmla="*/ 93 h 143"/>
              <a:gd name="T100" fmla="*/ 2 w 89"/>
              <a:gd name="T101" fmla="*/ 123 h 143"/>
              <a:gd name="T102" fmla="*/ 0 w 89"/>
              <a:gd name="T103" fmla="*/ 135 h 143"/>
              <a:gd name="T104" fmla="*/ 2 w 89"/>
              <a:gd name="T105" fmla="*/ 141 h 143"/>
              <a:gd name="T106" fmla="*/ 9 w 89"/>
              <a:gd name="T107" fmla="*/ 143 h 143"/>
              <a:gd name="T108" fmla="*/ 72 w 89"/>
              <a:gd name="T109" fmla="*/ 143 h 143"/>
            </a:gdLst>
            <a:ahLst/>
            <a:cxnLst/>
            <a:rect l="0" t="0" r="r" b="b"/>
            <a:pathLst>
              <a:path w="89" h="143">
                <a:moveTo>
                  <a:pt x="72" y="143"/>
                </a:moveTo>
                <a:cubicBezTo>
                  <a:pt x="74" y="143"/>
                  <a:pt x="76" y="141"/>
                  <a:pt x="76" y="139"/>
                </a:cubicBezTo>
                <a:cubicBezTo>
                  <a:pt x="76" y="137"/>
                  <a:pt x="74" y="135"/>
                  <a:pt x="72" y="135"/>
                </a:cubicBezTo>
                <a:cubicBezTo>
                  <a:pt x="13" y="135"/>
                  <a:pt x="13" y="135"/>
                  <a:pt x="13" y="135"/>
                </a:cubicBezTo>
                <a:cubicBezTo>
                  <a:pt x="12" y="135"/>
                  <a:pt x="11" y="135"/>
                  <a:pt x="11" y="135"/>
                </a:cubicBezTo>
                <a:cubicBezTo>
                  <a:pt x="10" y="135"/>
                  <a:pt x="8" y="135"/>
                  <a:pt x="8" y="135"/>
                </a:cubicBezTo>
                <a:cubicBezTo>
                  <a:pt x="8" y="135"/>
                  <a:pt x="8" y="135"/>
                  <a:pt x="8" y="135"/>
                </a:cubicBezTo>
                <a:cubicBezTo>
                  <a:pt x="8" y="135"/>
                  <a:pt x="8" y="131"/>
                  <a:pt x="10" y="125"/>
                </a:cubicBezTo>
                <a:cubicBezTo>
                  <a:pt x="11" y="118"/>
                  <a:pt x="26" y="105"/>
                  <a:pt x="38" y="101"/>
                </a:cubicBezTo>
                <a:cubicBezTo>
                  <a:pt x="44" y="98"/>
                  <a:pt x="46" y="95"/>
                  <a:pt x="47" y="95"/>
                </a:cubicBezTo>
                <a:cubicBezTo>
                  <a:pt x="47" y="94"/>
                  <a:pt x="47" y="94"/>
                  <a:pt x="47" y="93"/>
                </a:cubicBezTo>
                <a:cubicBezTo>
                  <a:pt x="48" y="89"/>
                  <a:pt x="48" y="84"/>
                  <a:pt x="48" y="83"/>
                </a:cubicBezTo>
                <a:cubicBezTo>
                  <a:pt x="49" y="81"/>
                  <a:pt x="48" y="80"/>
                  <a:pt x="47" y="79"/>
                </a:cubicBezTo>
                <a:cubicBezTo>
                  <a:pt x="45" y="78"/>
                  <a:pt x="44" y="76"/>
                  <a:pt x="42" y="74"/>
                </a:cubicBezTo>
                <a:cubicBezTo>
                  <a:pt x="42" y="73"/>
                  <a:pt x="41" y="72"/>
                  <a:pt x="41" y="71"/>
                </a:cubicBezTo>
                <a:cubicBezTo>
                  <a:pt x="39" y="69"/>
                  <a:pt x="37" y="66"/>
                  <a:pt x="36" y="63"/>
                </a:cubicBezTo>
                <a:cubicBezTo>
                  <a:pt x="35" y="61"/>
                  <a:pt x="34" y="60"/>
                  <a:pt x="33" y="60"/>
                </a:cubicBezTo>
                <a:cubicBezTo>
                  <a:pt x="33" y="60"/>
                  <a:pt x="32" y="60"/>
                  <a:pt x="32" y="59"/>
                </a:cubicBezTo>
                <a:cubicBezTo>
                  <a:pt x="30" y="55"/>
                  <a:pt x="29" y="50"/>
                  <a:pt x="29" y="47"/>
                </a:cubicBezTo>
                <a:cubicBezTo>
                  <a:pt x="30" y="47"/>
                  <a:pt x="31" y="47"/>
                  <a:pt x="32" y="46"/>
                </a:cubicBezTo>
                <a:cubicBezTo>
                  <a:pt x="32" y="46"/>
                  <a:pt x="33" y="44"/>
                  <a:pt x="33" y="43"/>
                </a:cubicBezTo>
                <a:cubicBezTo>
                  <a:pt x="32" y="32"/>
                  <a:pt x="36" y="23"/>
                  <a:pt x="42" y="17"/>
                </a:cubicBezTo>
                <a:cubicBezTo>
                  <a:pt x="43" y="16"/>
                  <a:pt x="44" y="14"/>
                  <a:pt x="43" y="13"/>
                </a:cubicBezTo>
                <a:cubicBezTo>
                  <a:pt x="44" y="13"/>
                  <a:pt x="44" y="13"/>
                  <a:pt x="44" y="13"/>
                </a:cubicBezTo>
                <a:cubicBezTo>
                  <a:pt x="44" y="13"/>
                  <a:pt x="45" y="13"/>
                  <a:pt x="45" y="13"/>
                </a:cubicBezTo>
                <a:cubicBezTo>
                  <a:pt x="47" y="13"/>
                  <a:pt x="49" y="11"/>
                  <a:pt x="49" y="9"/>
                </a:cubicBezTo>
                <a:cubicBezTo>
                  <a:pt x="49" y="9"/>
                  <a:pt x="50" y="8"/>
                  <a:pt x="51" y="8"/>
                </a:cubicBezTo>
                <a:cubicBezTo>
                  <a:pt x="51" y="8"/>
                  <a:pt x="52" y="8"/>
                  <a:pt x="52" y="8"/>
                </a:cubicBezTo>
                <a:cubicBezTo>
                  <a:pt x="53" y="8"/>
                  <a:pt x="54" y="8"/>
                  <a:pt x="56" y="9"/>
                </a:cubicBezTo>
                <a:cubicBezTo>
                  <a:pt x="60" y="10"/>
                  <a:pt x="63" y="11"/>
                  <a:pt x="67" y="13"/>
                </a:cubicBezTo>
                <a:cubicBezTo>
                  <a:pt x="74" y="16"/>
                  <a:pt x="78" y="21"/>
                  <a:pt x="81" y="29"/>
                </a:cubicBezTo>
                <a:cubicBezTo>
                  <a:pt x="82" y="31"/>
                  <a:pt x="84" y="32"/>
                  <a:pt x="86" y="31"/>
                </a:cubicBezTo>
                <a:cubicBezTo>
                  <a:pt x="88" y="30"/>
                  <a:pt x="89" y="28"/>
                  <a:pt x="89" y="26"/>
                </a:cubicBezTo>
                <a:cubicBezTo>
                  <a:pt x="85" y="16"/>
                  <a:pt x="79" y="9"/>
                  <a:pt x="70" y="6"/>
                </a:cubicBezTo>
                <a:cubicBezTo>
                  <a:pt x="66" y="4"/>
                  <a:pt x="62" y="2"/>
                  <a:pt x="58" y="1"/>
                </a:cubicBezTo>
                <a:cubicBezTo>
                  <a:pt x="56" y="1"/>
                  <a:pt x="55" y="0"/>
                  <a:pt x="53" y="0"/>
                </a:cubicBezTo>
                <a:cubicBezTo>
                  <a:pt x="53" y="0"/>
                  <a:pt x="52" y="0"/>
                  <a:pt x="51" y="0"/>
                </a:cubicBezTo>
                <a:cubicBezTo>
                  <a:pt x="50" y="0"/>
                  <a:pt x="50" y="0"/>
                  <a:pt x="49" y="0"/>
                </a:cubicBezTo>
                <a:cubicBezTo>
                  <a:pt x="47" y="0"/>
                  <a:pt x="44" y="2"/>
                  <a:pt x="42" y="5"/>
                </a:cubicBezTo>
                <a:cubicBezTo>
                  <a:pt x="39" y="6"/>
                  <a:pt x="35" y="8"/>
                  <a:pt x="34" y="13"/>
                </a:cubicBezTo>
                <a:cubicBezTo>
                  <a:pt x="34" y="13"/>
                  <a:pt x="34" y="14"/>
                  <a:pt x="34" y="14"/>
                </a:cubicBezTo>
                <a:cubicBezTo>
                  <a:pt x="29" y="19"/>
                  <a:pt x="25" y="28"/>
                  <a:pt x="25" y="40"/>
                </a:cubicBezTo>
                <a:cubicBezTo>
                  <a:pt x="23" y="41"/>
                  <a:pt x="22" y="42"/>
                  <a:pt x="21" y="44"/>
                </a:cubicBezTo>
                <a:cubicBezTo>
                  <a:pt x="20" y="48"/>
                  <a:pt x="22" y="58"/>
                  <a:pt x="25" y="63"/>
                </a:cubicBezTo>
                <a:cubicBezTo>
                  <a:pt x="26" y="65"/>
                  <a:pt x="28" y="66"/>
                  <a:pt x="29" y="67"/>
                </a:cubicBezTo>
                <a:cubicBezTo>
                  <a:pt x="31" y="71"/>
                  <a:pt x="32" y="73"/>
                  <a:pt x="34" y="76"/>
                </a:cubicBezTo>
                <a:cubicBezTo>
                  <a:pt x="34" y="76"/>
                  <a:pt x="35" y="77"/>
                  <a:pt x="35" y="78"/>
                </a:cubicBezTo>
                <a:cubicBezTo>
                  <a:pt x="37" y="81"/>
                  <a:pt x="39" y="83"/>
                  <a:pt x="40" y="84"/>
                </a:cubicBezTo>
                <a:cubicBezTo>
                  <a:pt x="40" y="86"/>
                  <a:pt x="40" y="89"/>
                  <a:pt x="40" y="91"/>
                </a:cubicBezTo>
                <a:cubicBezTo>
                  <a:pt x="39" y="91"/>
                  <a:pt x="38" y="92"/>
                  <a:pt x="35" y="93"/>
                </a:cubicBezTo>
                <a:cubicBezTo>
                  <a:pt x="21" y="99"/>
                  <a:pt x="4" y="113"/>
                  <a:pt x="2" y="123"/>
                </a:cubicBezTo>
                <a:cubicBezTo>
                  <a:pt x="0" y="130"/>
                  <a:pt x="0" y="135"/>
                  <a:pt x="0" y="135"/>
                </a:cubicBezTo>
                <a:cubicBezTo>
                  <a:pt x="0" y="138"/>
                  <a:pt x="1" y="140"/>
                  <a:pt x="2" y="141"/>
                </a:cubicBezTo>
                <a:cubicBezTo>
                  <a:pt x="4" y="143"/>
                  <a:pt x="6" y="143"/>
                  <a:pt x="9" y="143"/>
                </a:cubicBezTo>
                <a:lnTo>
                  <a:pt x="72" y="143"/>
                </a:lnTo>
                <a:close/>
              </a:path>
            </a:pathLst>
          </a:custGeom>
          <a:solidFill>
            <a:schemeClr val="accent6"/>
          </a:solidFill>
          <a:ln w="3175">
            <a:solidFill>
              <a:schemeClr val="accent6"/>
            </a:solidFill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chemeClr val="accent3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2" name="Freeform 15">
            <a:extLst>
              <a:ext uri="{FF2B5EF4-FFF2-40B4-BE49-F238E27FC236}">
                <a16:creationId xmlns:a16="http://schemas.microsoft.com/office/drawing/2014/main" id="{14150763-F28F-43A1-9292-00983BEF40EC}"/>
              </a:ext>
            </a:extLst>
          </p:cNvPr>
          <p:cNvSpPr>
            <a:spLocks noGrp="1"/>
          </p:cNvSpPr>
          <p:nvPr/>
        </p:nvSpPr>
        <p:spPr>
          <a:xfrm>
            <a:off x="1552127" y="3222760"/>
            <a:ext cx="525659" cy="536606"/>
          </a:xfrm>
          <a:custGeom>
            <a:avLst/>
            <a:gdLst>
              <a:gd name="T0" fmla="*/ 167 w 167"/>
              <a:gd name="T1" fmla="*/ 174 h 183"/>
              <a:gd name="T2" fmla="*/ 116 w 167"/>
              <a:gd name="T3" fmla="*/ 122 h 183"/>
              <a:gd name="T4" fmla="*/ 106 w 167"/>
              <a:gd name="T5" fmla="*/ 109 h 183"/>
              <a:gd name="T6" fmla="*/ 114 w 167"/>
              <a:gd name="T7" fmla="*/ 98 h 183"/>
              <a:gd name="T8" fmla="*/ 124 w 167"/>
              <a:gd name="T9" fmla="*/ 83 h 183"/>
              <a:gd name="T10" fmla="*/ 125 w 167"/>
              <a:gd name="T11" fmla="*/ 55 h 183"/>
              <a:gd name="T12" fmla="*/ 84 w 167"/>
              <a:gd name="T13" fmla="*/ 6 h 183"/>
              <a:gd name="T14" fmla="*/ 77 w 167"/>
              <a:gd name="T15" fmla="*/ 1 h 183"/>
              <a:gd name="T16" fmla="*/ 67 w 167"/>
              <a:gd name="T17" fmla="*/ 8 h 183"/>
              <a:gd name="T18" fmla="*/ 54 w 167"/>
              <a:gd name="T19" fmla="*/ 20 h 183"/>
              <a:gd name="T20" fmla="*/ 43 w 167"/>
              <a:gd name="T21" fmla="*/ 55 h 183"/>
              <a:gd name="T22" fmla="*/ 43 w 167"/>
              <a:gd name="T23" fmla="*/ 83 h 183"/>
              <a:gd name="T24" fmla="*/ 54 w 167"/>
              <a:gd name="T25" fmla="*/ 98 h 183"/>
              <a:gd name="T26" fmla="*/ 63 w 167"/>
              <a:gd name="T27" fmla="*/ 109 h 183"/>
              <a:gd name="T28" fmla="*/ 56 w 167"/>
              <a:gd name="T29" fmla="*/ 122 h 183"/>
              <a:gd name="T30" fmla="*/ 0 w 167"/>
              <a:gd name="T31" fmla="*/ 173 h 183"/>
              <a:gd name="T32" fmla="*/ 13 w 167"/>
              <a:gd name="T33" fmla="*/ 183 h 183"/>
              <a:gd name="T34" fmla="*/ 159 w 167"/>
              <a:gd name="T35" fmla="*/ 175 h 183"/>
              <a:gd name="T36" fmla="*/ 154 w 167"/>
              <a:gd name="T37" fmla="*/ 175 h 183"/>
              <a:gd name="T38" fmla="*/ 17 w 167"/>
              <a:gd name="T39" fmla="*/ 175 h 183"/>
              <a:gd name="T40" fmla="*/ 13 w 167"/>
              <a:gd name="T41" fmla="*/ 175 h 183"/>
              <a:gd name="T42" fmla="*/ 8 w 167"/>
              <a:gd name="T43" fmla="*/ 174 h 183"/>
              <a:gd name="T44" fmla="*/ 59 w 167"/>
              <a:gd name="T45" fmla="*/ 129 h 183"/>
              <a:gd name="T46" fmla="*/ 69 w 167"/>
              <a:gd name="T47" fmla="*/ 121 h 183"/>
              <a:gd name="T48" fmla="*/ 69 w 167"/>
              <a:gd name="T49" fmla="*/ 104 h 183"/>
              <a:gd name="T50" fmla="*/ 61 w 167"/>
              <a:gd name="T51" fmla="*/ 94 h 183"/>
              <a:gd name="T52" fmla="*/ 51 w 167"/>
              <a:gd name="T53" fmla="*/ 80 h 183"/>
              <a:gd name="T54" fmla="*/ 46 w 167"/>
              <a:gd name="T55" fmla="*/ 62 h 183"/>
              <a:gd name="T56" fmla="*/ 50 w 167"/>
              <a:gd name="T57" fmla="*/ 61 h 183"/>
              <a:gd name="T58" fmla="*/ 63 w 167"/>
              <a:gd name="T59" fmla="*/ 24 h 183"/>
              <a:gd name="T60" fmla="*/ 71 w 167"/>
              <a:gd name="T61" fmla="*/ 18 h 183"/>
              <a:gd name="T62" fmla="*/ 75 w 167"/>
              <a:gd name="T63" fmla="*/ 16 h 183"/>
              <a:gd name="T64" fmla="*/ 75 w 167"/>
              <a:gd name="T65" fmla="*/ 10 h 183"/>
              <a:gd name="T66" fmla="*/ 96 w 167"/>
              <a:gd name="T67" fmla="*/ 18 h 183"/>
              <a:gd name="T68" fmla="*/ 118 w 167"/>
              <a:gd name="T69" fmla="*/ 61 h 183"/>
              <a:gd name="T70" fmla="*/ 121 w 167"/>
              <a:gd name="T71" fmla="*/ 62 h 183"/>
              <a:gd name="T72" fmla="*/ 116 w 167"/>
              <a:gd name="T73" fmla="*/ 80 h 183"/>
              <a:gd name="T74" fmla="*/ 107 w 167"/>
              <a:gd name="T75" fmla="*/ 94 h 183"/>
              <a:gd name="T76" fmla="*/ 99 w 167"/>
              <a:gd name="T77" fmla="*/ 104 h 183"/>
              <a:gd name="T78" fmla="*/ 99 w 167"/>
              <a:gd name="T79" fmla="*/ 121 h 183"/>
              <a:gd name="T80" fmla="*/ 112 w 167"/>
              <a:gd name="T81" fmla="*/ 129 h 183"/>
              <a:gd name="T82" fmla="*/ 159 w 167"/>
              <a:gd name="T83" fmla="*/ 174 h 183"/>
            </a:gdLst>
            <a:ahLst/>
            <a:cxnLst/>
            <a:rect l="0" t="0" r="r" b="b"/>
            <a:pathLst>
              <a:path w="167" h="183">
                <a:moveTo>
                  <a:pt x="156" y="183"/>
                </a:moveTo>
                <a:cubicBezTo>
                  <a:pt x="164" y="183"/>
                  <a:pt x="167" y="180"/>
                  <a:pt x="167" y="174"/>
                </a:cubicBezTo>
                <a:cubicBezTo>
                  <a:pt x="167" y="170"/>
                  <a:pt x="167" y="168"/>
                  <a:pt x="164" y="158"/>
                </a:cubicBezTo>
                <a:cubicBezTo>
                  <a:pt x="161" y="147"/>
                  <a:pt x="130" y="128"/>
                  <a:pt x="116" y="122"/>
                </a:cubicBezTo>
                <a:cubicBezTo>
                  <a:pt x="107" y="118"/>
                  <a:pt x="107" y="118"/>
                  <a:pt x="107" y="118"/>
                </a:cubicBezTo>
                <a:cubicBezTo>
                  <a:pt x="106" y="115"/>
                  <a:pt x="106" y="112"/>
                  <a:pt x="106" y="109"/>
                </a:cubicBezTo>
                <a:cubicBezTo>
                  <a:pt x="108" y="107"/>
                  <a:pt x="110" y="104"/>
                  <a:pt x="112" y="101"/>
                </a:cubicBezTo>
                <a:cubicBezTo>
                  <a:pt x="112" y="100"/>
                  <a:pt x="113" y="99"/>
                  <a:pt x="114" y="98"/>
                </a:cubicBezTo>
                <a:cubicBezTo>
                  <a:pt x="116" y="95"/>
                  <a:pt x="118" y="92"/>
                  <a:pt x="120" y="87"/>
                </a:cubicBezTo>
                <a:cubicBezTo>
                  <a:pt x="122" y="86"/>
                  <a:pt x="123" y="85"/>
                  <a:pt x="124" y="83"/>
                </a:cubicBezTo>
                <a:cubicBezTo>
                  <a:pt x="128" y="76"/>
                  <a:pt x="131" y="64"/>
                  <a:pt x="129" y="59"/>
                </a:cubicBezTo>
                <a:cubicBezTo>
                  <a:pt x="128" y="57"/>
                  <a:pt x="127" y="56"/>
                  <a:pt x="125" y="55"/>
                </a:cubicBezTo>
                <a:cubicBezTo>
                  <a:pt x="125" y="34"/>
                  <a:pt x="115" y="17"/>
                  <a:pt x="99" y="11"/>
                </a:cubicBezTo>
                <a:cubicBezTo>
                  <a:pt x="96" y="10"/>
                  <a:pt x="91" y="8"/>
                  <a:pt x="84" y="6"/>
                </a:cubicBezTo>
                <a:cubicBezTo>
                  <a:pt x="81" y="5"/>
                  <a:pt x="79" y="3"/>
                  <a:pt x="79" y="3"/>
                </a:cubicBezTo>
                <a:cubicBezTo>
                  <a:pt x="79" y="2"/>
                  <a:pt x="78" y="1"/>
                  <a:pt x="77" y="1"/>
                </a:cubicBezTo>
                <a:cubicBezTo>
                  <a:pt x="77" y="0"/>
                  <a:pt x="75" y="0"/>
                  <a:pt x="74" y="0"/>
                </a:cubicBezTo>
                <a:cubicBezTo>
                  <a:pt x="71" y="1"/>
                  <a:pt x="69" y="5"/>
                  <a:pt x="67" y="8"/>
                </a:cubicBezTo>
                <a:cubicBezTo>
                  <a:pt x="67" y="8"/>
                  <a:pt x="67" y="9"/>
                  <a:pt x="67" y="10"/>
                </a:cubicBezTo>
                <a:cubicBezTo>
                  <a:pt x="61" y="11"/>
                  <a:pt x="56" y="14"/>
                  <a:pt x="54" y="20"/>
                </a:cubicBezTo>
                <a:cubicBezTo>
                  <a:pt x="54" y="20"/>
                  <a:pt x="54" y="21"/>
                  <a:pt x="54" y="21"/>
                </a:cubicBezTo>
                <a:cubicBezTo>
                  <a:pt x="48" y="28"/>
                  <a:pt x="43" y="38"/>
                  <a:pt x="43" y="55"/>
                </a:cubicBezTo>
                <a:cubicBezTo>
                  <a:pt x="41" y="55"/>
                  <a:pt x="39" y="57"/>
                  <a:pt x="39" y="59"/>
                </a:cubicBezTo>
                <a:cubicBezTo>
                  <a:pt x="37" y="64"/>
                  <a:pt x="40" y="76"/>
                  <a:pt x="43" y="83"/>
                </a:cubicBezTo>
                <a:cubicBezTo>
                  <a:pt x="44" y="85"/>
                  <a:pt x="46" y="86"/>
                  <a:pt x="48" y="87"/>
                </a:cubicBezTo>
                <a:cubicBezTo>
                  <a:pt x="50" y="92"/>
                  <a:pt x="52" y="95"/>
                  <a:pt x="54" y="98"/>
                </a:cubicBezTo>
                <a:cubicBezTo>
                  <a:pt x="55" y="99"/>
                  <a:pt x="55" y="100"/>
                  <a:pt x="56" y="101"/>
                </a:cubicBezTo>
                <a:cubicBezTo>
                  <a:pt x="58" y="105"/>
                  <a:pt x="60" y="107"/>
                  <a:pt x="63" y="109"/>
                </a:cubicBezTo>
                <a:cubicBezTo>
                  <a:pt x="63" y="112"/>
                  <a:pt x="62" y="116"/>
                  <a:pt x="62" y="118"/>
                </a:cubicBezTo>
                <a:cubicBezTo>
                  <a:pt x="61" y="119"/>
                  <a:pt x="59" y="121"/>
                  <a:pt x="56" y="122"/>
                </a:cubicBezTo>
                <a:cubicBezTo>
                  <a:pt x="42" y="127"/>
                  <a:pt x="7" y="145"/>
                  <a:pt x="4" y="159"/>
                </a:cubicBezTo>
                <a:cubicBezTo>
                  <a:pt x="1" y="168"/>
                  <a:pt x="0" y="172"/>
                  <a:pt x="0" y="173"/>
                </a:cubicBezTo>
                <a:cubicBezTo>
                  <a:pt x="0" y="173"/>
                  <a:pt x="0" y="173"/>
                  <a:pt x="0" y="173"/>
                </a:cubicBezTo>
                <a:cubicBezTo>
                  <a:pt x="0" y="183"/>
                  <a:pt x="9" y="183"/>
                  <a:pt x="13" y="183"/>
                </a:cubicBezTo>
                <a:lnTo>
                  <a:pt x="156" y="183"/>
                </a:lnTo>
                <a:close/>
                <a:moveTo>
                  <a:pt x="159" y="175"/>
                </a:moveTo>
                <a:cubicBezTo>
                  <a:pt x="159" y="175"/>
                  <a:pt x="158" y="175"/>
                  <a:pt x="156" y="175"/>
                </a:cubicBezTo>
                <a:cubicBezTo>
                  <a:pt x="156" y="175"/>
                  <a:pt x="155" y="175"/>
                  <a:pt x="154" y="175"/>
                </a:cubicBezTo>
                <a:cubicBezTo>
                  <a:pt x="153" y="175"/>
                  <a:pt x="152" y="175"/>
                  <a:pt x="151" y="175"/>
                </a:cubicBezTo>
                <a:cubicBezTo>
                  <a:pt x="17" y="175"/>
                  <a:pt x="17" y="175"/>
                  <a:pt x="17" y="175"/>
                </a:cubicBezTo>
                <a:cubicBezTo>
                  <a:pt x="16" y="175"/>
                  <a:pt x="15" y="175"/>
                  <a:pt x="15" y="175"/>
                </a:cubicBezTo>
                <a:cubicBezTo>
                  <a:pt x="13" y="175"/>
                  <a:pt x="13" y="175"/>
                  <a:pt x="13" y="175"/>
                </a:cubicBezTo>
                <a:cubicBezTo>
                  <a:pt x="9" y="175"/>
                  <a:pt x="9" y="175"/>
                  <a:pt x="8" y="175"/>
                </a:cubicBezTo>
                <a:cubicBezTo>
                  <a:pt x="8" y="175"/>
                  <a:pt x="8" y="174"/>
                  <a:pt x="8" y="174"/>
                </a:cubicBezTo>
                <a:cubicBezTo>
                  <a:pt x="9" y="172"/>
                  <a:pt x="10" y="168"/>
                  <a:pt x="12" y="161"/>
                </a:cubicBezTo>
                <a:cubicBezTo>
                  <a:pt x="13" y="153"/>
                  <a:pt x="40" y="136"/>
                  <a:pt x="59" y="129"/>
                </a:cubicBezTo>
                <a:cubicBezTo>
                  <a:pt x="65" y="127"/>
                  <a:pt x="68" y="123"/>
                  <a:pt x="69" y="122"/>
                </a:cubicBezTo>
                <a:cubicBezTo>
                  <a:pt x="69" y="122"/>
                  <a:pt x="69" y="122"/>
                  <a:pt x="69" y="121"/>
                </a:cubicBezTo>
                <a:cubicBezTo>
                  <a:pt x="71" y="116"/>
                  <a:pt x="71" y="109"/>
                  <a:pt x="71" y="107"/>
                </a:cubicBezTo>
                <a:cubicBezTo>
                  <a:pt x="71" y="106"/>
                  <a:pt x="70" y="105"/>
                  <a:pt x="69" y="104"/>
                </a:cubicBezTo>
                <a:cubicBezTo>
                  <a:pt x="67" y="103"/>
                  <a:pt x="65" y="100"/>
                  <a:pt x="63" y="97"/>
                </a:cubicBezTo>
                <a:cubicBezTo>
                  <a:pt x="62" y="96"/>
                  <a:pt x="62" y="95"/>
                  <a:pt x="61" y="94"/>
                </a:cubicBezTo>
                <a:cubicBezTo>
                  <a:pt x="59" y="90"/>
                  <a:pt x="57" y="87"/>
                  <a:pt x="55" y="82"/>
                </a:cubicBezTo>
                <a:cubicBezTo>
                  <a:pt x="54" y="81"/>
                  <a:pt x="53" y="80"/>
                  <a:pt x="51" y="80"/>
                </a:cubicBezTo>
                <a:cubicBezTo>
                  <a:pt x="51" y="80"/>
                  <a:pt x="51" y="79"/>
                  <a:pt x="50" y="79"/>
                </a:cubicBezTo>
                <a:cubicBezTo>
                  <a:pt x="47" y="73"/>
                  <a:pt x="46" y="65"/>
                  <a:pt x="46" y="62"/>
                </a:cubicBezTo>
                <a:cubicBezTo>
                  <a:pt x="46" y="62"/>
                  <a:pt x="47" y="62"/>
                  <a:pt x="47" y="62"/>
                </a:cubicBezTo>
                <a:cubicBezTo>
                  <a:pt x="48" y="62"/>
                  <a:pt x="49" y="62"/>
                  <a:pt x="50" y="61"/>
                </a:cubicBezTo>
                <a:cubicBezTo>
                  <a:pt x="51" y="60"/>
                  <a:pt x="51" y="59"/>
                  <a:pt x="51" y="58"/>
                </a:cubicBezTo>
                <a:cubicBezTo>
                  <a:pt x="50" y="39"/>
                  <a:pt x="57" y="29"/>
                  <a:pt x="63" y="24"/>
                </a:cubicBezTo>
                <a:cubicBezTo>
                  <a:pt x="64" y="23"/>
                  <a:pt x="65" y="21"/>
                  <a:pt x="64" y="19"/>
                </a:cubicBezTo>
                <a:cubicBezTo>
                  <a:pt x="67" y="18"/>
                  <a:pt x="70" y="18"/>
                  <a:pt x="71" y="18"/>
                </a:cubicBezTo>
                <a:cubicBezTo>
                  <a:pt x="71" y="18"/>
                  <a:pt x="71" y="18"/>
                  <a:pt x="71" y="18"/>
                </a:cubicBezTo>
                <a:cubicBezTo>
                  <a:pt x="72" y="18"/>
                  <a:pt x="74" y="17"/>
                  <a:pt x="75" y="16"/>
                </a:cubicBezTo>
                <a:cubicBezTo>
                  <a:pt x="75" y="15"/>
                  <a:pt x="75" y="13"/>
                  <a:pt x="75" y="12"/>
                </a:cubicBezTo>
                <a:cubicBezTo>
                  <a:pt x="75" y="12"/>
                  <a:pt x="75" y="11"/>
                  <a:pt x="75" y="10"/>
                </a:cubicBezTo>
                <a:cubicBezTo>
                  <a:pt x="77" y="12"/>
                  <a:pt x="79" y="13"/>
                  <a:pt x="81" y="13"/>
                </a:cubicBezTo>
                <a:cubicBezTo>
                  <a:pt x="88" y="15"/>
                  <a:pt x="93" y="17"/>
                  <a:pt x="96" y="18"/>
                </a:cubicBezTo>
                <a:cubicBezTo>
                  <a:pt x="110" y="24"/>
                  <a:pt x="118" y="38"/>
                  <a:pt x="117" y="58"/>
                </a:cubicBezTo>
                <a:cubicBezTo>
                  <a:pt x="117" y="59"/>
                  <a:pt x="117" y="60"/>
                  <a:pt x="118" y="61"/>
                </a:cubicBezTo>
                <a:cubicBezTo>
                  <a:pt x="119" y="62"/>
                  <a:pt x="120" y="62"/>
                  <a:pt x="121" y="62"/>
                </a:cubicBezTo>
                <a:cubicBezTo>
                  <a:pt x="121" y="62"/>
                  <a:pt x="121" y="62"/>
                  <a:pt x="121" y="62"/>
                </a:cubicBezTo>
                <a:cubicBezTo>
                  <a:pt x="122" y="65"/>
                  <a:pt x="120" y="73"/>
                  <a:pt x="117" y="79"/>
                </a:cubicBezTo>
                <a:cubicBezTo>
                  <a:pt x="117" y="79"/>
                  <a:pt x="116" y="80"/>
                  <a:pt x="116" y="80"/>
                </a:cubicBezTo>
                <a:cubicBezTo>
                  <a:pt x="115" y="80"/>
                  <a:pt x="113" y="81"/>
                  <a:pt x="113" y="82"/>
                </a:cubicBezTo>
                <a:cubicBezTo>
                  <a:pt x="111" y="87"/>
                  <a:pt x="109" y="90"/>
                  <a:pt x="107" y="94"/>
                </a:cubicBezTo>
                <a:cubicBezTo>
                  <a:pt x="106" y="95"/>
                  <a:pt x="106" y="96"/>
                  <a:pt x="105" y="97"/>
                </a:cubicBezTo>
                <a:cubicBezTo>
                  <a:pt x="103" y="100"/>
                  <a:pt x="101" y="103"/>
                  <a:pt x="99" y="104"/>
                </a:cubicBezTo>
                <a:cubicBezTo>
                  <a:pt x="98" y="105"/>
                  <a:pt x="98" y="106"/>
                  <a:pt x="98" y="107"/>
                </a:cubicBezTo>
                <a:cubicBezTo>
                  <a:pt x="98" y="110"/>
                  <a:pt x="98" y="116"/>
                  <a:pt x="99" y="121"/>
                </a:cubicBezTo>
                <a:cubicBezTo>
                  <a:pt x="100" y="123"/>
                  <a:pt x="100" y="123"/>
                  <a:pt x="101" y="124"/>
                </a:cubicBezTo>
                <a:cubicBezTo>
                  <a:pt x="112" y="129"/>
                  <a:pt x="112" y="129"/>
                  <a:pt x="112" y="129"/>
                </a:cubicBezTo>
                <a:cubicBezTo>
                  <a:pt x="130" y="137"/>
                  <a:pt x="154" y="154"/>
                  <a:pt x="156" y="161"/>
                </a:cubicBezTo>
                <a:cubicBezTo>
                  <a:pt x="159" y="170"/>
                  <a:pt x="159" y="171"/>
                  <a:pt x="159" y="174"/>
                </a:cubicBezTo>
                <a:cubicBezTo>
                  <a:pt x="159" y="174"/>
                  <a:pt x="159" y="175"/>
                  <a:pt x="159" y="175"/>
                </a:cubicBezTo>
                <a:close/>
              </a:path>
            </a:pathLst>
          </a:custGeom>
          <a:solidFill>
            <a:schemeClr val="accent6"/>
          </a:solidFill>
          <a:ln w="3175">
            <a:solidFill>
              <a:schemeClr val="accent6"/>
            </a:solidFill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chemeClr val="accent3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7" name="Gerade Verbindung 69">
            <a:extLst>
              <a:ext uri="{FF2B5EF4-FFF2-40B4-BE49-F238E27FC236}">
                <a16:creationId xmlns:a16="http://schemas.microsoft.com/office/drawing/2014/main" id="{D3EE7268-2C1F-4202-A2CA-A46B1A88AB28}"/>
              </a:ext>
            </a:extLst>
          </p:cNvPr>
          <p:cNvSpPr>
            <a:spLocks noGrp="1"/>
          </p:cNvSpPr>
          <p:nvPr/>
        </p:nvSpPr>
        <p:spPr>
          <a:xfrm>
            <a:off x="3284509" y="2438618"/>
            <a:ext cx="0" cy="2052000"/>
          </a:xfrm>
          <a:prstGeom prst="line">
            <a:avLst/>
          </a:prstGeom>
          <a:solidFill>
            <a:schemeClr val="accent5"/>
          </a:solidFill>
          <a:ln w="57150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8" name="Gleichschenkliges Dreieck 1">
            <a:extLst>
              <a:ext uri="{FF2B5EF4-FFF2-40B4-BE49-F238E27FC236}">
                <a16:creationId xmlns:a16="http://schemas.microsoft.com/office/drawing/2014/main" id="{994892CC-C8ED-4197-9514-3E1A1E5344FC}"/>
              </a:ext>
            </a:extLst>
          </p:cNvPr>
          <p:cNvSpPr>
            <a:spLocks noGrp="1"/>
          </p:cNvSpPr>
          <p:nvPr/>
        </p:nvSpPr>
        <p:spPr>
          <a:xfrm rot="16200000">
            <a:off x="3088874" y="3421800"/>
            <a:ext cx="271525" cy="85636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4" name="Rechteck 89">
            <a:extLst>
              <a:ext uri="{FF2B5EF4-FFF2-40B4-BE49-F238E27FC236}">
                <a16:creationId xmlns:a16="http://schemas.microsoft.com/office/drawing/2014/main" id="{8FD289F0-F9FA-46BB-8E69-7AE7C5E03C96}"/>
              </a:ext>
            </a:extLst>
          </p:cNvPr>
          <p:cNvSpPr>
            <a:spLocks noGrp="1"/>
          </p:cNvSpPr>
          <p:nvPr/>
        </p:nvSpPr>
        <p:spPr>
          <a:xfrm>
            <a:off x="3436914" y="2696359"/>
            <a:ext cx="3029646" cy="6578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36000" bIns="36000" anchor="ctr"/>
          <a:lstStyle/>
          <a:p>
            <a:r>
              <a:rPr sz="4800">
                <a:solidFill>
                  <a:schemeClr val="accent6"/>
                </a:solidFill>
                <a:latin typeface="+mj-lt"/>
                <a:ea typeface="+mj-lt"/>
                <a:cs typeface="+mj-lt"/>
              </a:rPr>
              <a:t>83%</a:t>
            </a:r>
          </a:p>
        </p:txBody>
      </p:sp>
      <p:sp>
        <p:nvSpPr>
          <p:cNvPr id="6" name="Rechteck 91">
            <a:extLst>
              <a:ext uri="{FF2B5EF4-FFF2-40B4-BE49-F238E27FC236}">
                <a16:creationId xmlns:a16="http://schemas.microsoft.com/office/drawing/2014/main" id="{C7935496-FCAB-45F4-B542-7096B10D55D8}"/>
              </a:ext>
            </a:extLst>
          </p:cNvPr>
          <p:cNvSpPr>
            <a:spLocks noGrp="1"/>
          </p:cNvSpPr>
          <p:nvPr/>
        </p:nvSpPr>
        <p:spPr>
          <a:xfrm>
            <a:off x="3436914" y="3228648"/>
            <a:ext cx="2642583" cy="546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/>
          <a:p>
            <a:pPr>
              <a:lnSpc>
                <a:spcPts val="4300"/>
              </a:lnSpc>
              <a:buNone/>
            </a:pPr>
            <a:r>
              <a:rPr sz="1600">
                <a:solidFill>
                  <a:schemeClr val="tx1"/>
                </a:solidFill>
                <a:latin typeface="+mj-lt"/>
                <a:ea typeface="+mj-lt"/>
                <a:cs typeface="+mj-lt"/>
              </a:rPr>
              <a:t>首轮渠道核验率</a:t>
            </a:r>
          </a:p>
        </p:txBody>
      </p:sp>
      <p:sp>
        <p:nvSpPr>
          <p:cNvPr id="5" name="Rechteck 90">
            <a:extLst>
              <a:ext uri="{FF2B5EF4-FFF2-40B4-BE49-F238E27FC236}">
                <a16:creationId xmlns:a16="http://schemas.microsoft.com/office/drawing/2014/main" id="{C2844195-FE37-4977-8E04-B360F54EB899}"/>
              </a:ext>
            </a:extLst>
          </p:cNvPr>
          <p:cNvSpPr>
            <a:spLocks noGrp="1"/>
          </p:cNvSpPr>
          <p:nvPr/>
        </p:nvSpPr>
        <p:spPr>
          <a:xfrm>
            <a:off x="3436914" y="3671041"/>
            <a:ext cx="2148488" cy="6296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r>
              <a:rPr sz="1200">
                <a:solidFill>
                  <a:schemeClr val="tx1"/>
                </a:solidFill>
              </a:rPr>
              <a:t>16国首轮53条评分渠道中，44条已有可追溯证据。</a:t>
            </a:r>
          </a:p>
        </p:txBody>
      </p:sp>
      <p:graphicFrame>
        <p:nvGraphicFramePr>
          <p:cNvPr id="36" name="Inhaltsplatzhalter 45"/>
          <p:cNvGraphicFramePr/>
          <p:nvPr/>
        </p:nvGraphicFramePr>
        <p:xfrm>
          <a:off x="6352779" y="1916832"/>
          <a:ext cx="2508783" cy="31067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Freeform 6">
            <a:extLst>
              <a:ext uri="{FF2B5EF4-FFF2-40B4-BE49-F238E27FC236}">
                <a16:creationId xmlns:a16="http://schemas.microsoft.com/office/drawing/2014/main" id="{851E739C-4867-44A2-9D55-4E56F0F3B34F}"/>
              </a:ext>
            </a:extLst>
          </p:cNvPr>
          <p:cNvSpPr>
            <a:spLocks noGrp="1"/>
          </p:cNvSpPr>
          <p:nvPr/>
        </p:nvSpPr>
        <p:spPr>
          <a:xfrm>
            <a:off x="7147518" y="3140968"/>
            <a:ext cx="775864" cy="550964"/>
          </a:xfrm>
          <a:custGeom>
            <a:avLst/>
            <a:gdLst>
              <a:gd name="T0" fmla="*/ 237 w 241"/>
              <a:gd name="T1" fmla="*/ 60 h 184"/>
              <a:gd name="T2" fmla="*/ 232 w 241"/>
              <a:gd name="T3" fmla="*/ 63 h 184"/>
              <a:gd name="T4" fmla="*/ 201 w 241"/>
              <a:gd name="T5" fmla="*/ 140 h 184"/>
              <a:gd name="T6" fmla="*/ 88 w 241"/>
              <a:gd name="T7" fmla="*/ 140 h 184"/>
              <a:gd name="T8" fmla="*/ 87 w 241"/>
              <a:gd name="T9" fmla="*/ 140 h 184"/>
              <a:gd name="T10" fmla="*/ 57 w 241"/>
              <a:gd name="T11" fmla="*/ 18 h 184"/>
              <a:gd name="T12" fmla="*/ 37 w 241"/>
              <a:gd name="T13" fmla="*/ 0 h 184"/>
              <a:gd name="T14" fmla="*/ 4 w 241"/>
              <a:gd name="T15" fmla="*/ 0 h 184"/>
              <a:gd name="T16" fmla="*/ 0 w 241"/>
              <a:gd name="T17" fmla="*/ 4 h 184"/>
              <a:gd name="T18" fmla="*/ 4 w 241"/>
              <a:gd name="T19" fmla="*/ 8 h 184"/>
              <a:gd name="T20" fmla="*/ 37 w 241"/>
              <a:gd name="T21" fmla="*/ 8 h 184"/>
              <a:gd name="T22" fmla="*/ 49 w 241"/>
              <a:gd name="T23" fmla="*/ 20 h 184"/>
              <a:gd name="T24" fmla="*/ 85 w 241"/>
              <a:gd name="T25" fmla="*/ 164 h 184"/>
              <a:gd name="T26" fmla="*/ 105 w 241"/>
              <a:gd name="T27" fmla="*/ 184 h 184"/>
              <a:gd name="T28" fmla="*/ 200 w 241"/>
              <a:gd name="T29" fmla="*/ 184 h 184"/>
              <a:gd name="T30" fmla="*/ 204 w 241"/>
              <a:gd name="T31" fmla="*/ 180 h 184"/>
              <a:gd name="T32" fmla="*/ 200 w 241"/>
              <a:gd name="T33" fmla="*/ 176 h 184"/>
              <a:gd name="T34" fmla="*/ 105 w 241"/>
              <a:gd name="T35" fmla="*/ 176 h 184"/>
              <a:gd name="T36" fmla="*/ 93 w 241"/>
              <a:gd name="T37" fmla="*/ 163 h 184"/>
              <a:gd name="T38" fmla="*/ 89 w 241"/>
              <a:gd name="T39" fmla="*/ 148 h 184"/>
              <a:gd name="T40" fmla="*/ 204 w 241"/>
              <a:gd name="T41" fmla="*/ 148 h 184"/>
              <a:gd name="T42" fmla="*/ 208 w 241"/>
              <a:gd name="T43" fmla="*/ 145 h 184"/>
              <a:gd name="T44" fmla="*/ 240 w 241"/>
              <a:gd name="T45" fmla="*/ 65 h 184"/>
              <a:gd name="T46" fmla="*/ 237 w 241"/>
              <a:gd name="T47" fmla="*/ 60 h 184"/>
            </a:gdLst>
            <a:ahLst/>
            <a:cxnLst/>
            <a:rect l="0" t="0" r="r" b="b"/>
            <a:pathLst>
              <a:path w="241" h="184">
                <a:moveTo>
                  <a:pt x="237" y="60"/>
                </a:moveTo>
                <a:cubicBezTo>
                  <a:pt x="235" y="59"/>
                  <a:pt x="233" y="60"/>
                  <a:pt x="232" y="63"/>
                </a:cubicBezTo>
                <a:cubicBezTo>
                  <a:pt x="201" y="140"/>
                  <a:pt x="201" y="140"/>
                  <a:pt x="201" y="140"/>
                </a:cubicBezTo>
                <a:cubicBezTo>
                  <a:pt x="88" y="140"/>
                  <a:pt x="88" y="140"/>
                  <a:pt x="88" y="140"/>
                </a:cubicBezTo>
                <a:cubicBezTo>
                  <a:pt x="88" y="140"/>
                  <a:pt x="88" y="140"/>
                  <a:pt x="87" y="140"/>
                </a:cubicBezTo>
                <a:cubicBezTo>
                  <a:pt x="57" y="18"/>
                  <a:pt x="57" y="18"/>
                  <a:pt x="57" y="18"/>
                </a:cubicBezTo>
                <a:cubicBezTo>
                  <a:pt x="53" y="3"/>
                  <a:pt x="42" y="0"/>
                  <a:pt x="37" y="0"/>
                </a:cubicBezTo>
                <a:cubicBezTo>
                  <a:pt x="4" y="0"/>
                  <a:pt x="4" y="0"/>
                  <a:pt x="4" y="0"/>
                </a:cubicBezTo>
                <a:cubicBezTo>
                  <a:pt x="2" y="0"/>
                  <a:pt x="0" y="2"/>
                  <a:pt x="0" y="4"/>
                </a:cubicBezTo>
                <a:cubicBezTo>
                  <a:pt x="0" y="6"/>
                  <a:pt x="2" y="8"/>
                  <a:pt x="4" y="8"/>
                </a:cubicBezTo>
                <a:cubicBezTo>
                  <a:pt x="37" y="8"/>
                  <a:pt x="37" y="8"/>
                  <a:pt x="37" y="8"/>
                </a:cubicBezTo>
                <a:cubicBezTo>
                  <a:pt x="38" y="8"/>
                  <a:pt x="46" y="8"/>
                  <a:pt x="49" y="20"/>
                </a:cubicBezTo>
                <a:cubicBezTo>
                  <a:pt x="85" y="164"/>
                  <a:pt x="85" y="164"/>
                  <a:pt x="85" y="164"/>
                </a:cubicBezTo>
                <a:cubicBezTo>
                  <a:pt x="85" y="165"/>
                  <a:pt x="89" y="184"/>
                  <a:pt x="105" y="184"/>
                </a:cubicBezTo>
                <a:cubicBezTo>
                  <a:pt x="200" y="184"/>
                  <a:pt x="200" y="184"/>
                  <a:pt x="200" y="184"/>
                </a:cubicBezTo>
                <a:cubicBezTo>
                  <a:pt x="202" y="184"/>
                  <a:pt x="204" y="182"/>
                  <a:pt x="204" y="180"/>
                </a:cubicBezTo>
                <a:cubicBezTo>
                  <a:pt x="204" y="178"/>
                  <a:pt x="202" y="176"/>
                  <a:pt x="200" y="176"/>
                </a:cubicBezTo>
                <a:cubicBezTo>
                  <a:pt x="105" y="176"/>
                  <a:pt x="105" y="176"/>
                  <a:pt x="105" y="176"/>
                </a:cubicBezTo>
                <a:cubicBezTo>
                  <a:pt x="96" y="176"/>
                  <a:pt x="93" y="163"/>
                  <a:pt x="93" y="163"/>
                </a:cubicBezTo>
                <a:cubicBezTo>
                  <a:pt x="89" y="148"/>
                  <a:pt x="89" y="148"/>
                  <a:pt x="89" y="148"/>
                </a:cubicBezTo>
                <a:cubicBezTo>
                  <a:pt x="204" y="148"/>
                  <a:pt x="204" y="148"/>
                  <a:pt x="204" y="148"/>
                </a:cubicBezTo>
                <a:cubicBezTo>
                  <a:pt x="206" y="148"/>
                  <a:pt x="207" y="147"/>
                  <a:pt x="208" y="145"/>
                </a:cubicBezTo>
                <a:cubicBezTo>
                  <a:pt x="240" y="65"/>
                  <a:pt x="240" y="65"/>
                  <a:pt x="240" y="65"/>
                </a:cubicBezTo>
                <a:cubicBezTo>
                  <a:pt x="241" y="63"/>
                  <a:pt x="240" y="61"/>
                  <a:pt x="237" y="60"/>
                </a:cubicBezTo>
                <a:close/>
              </a:path>
            </a:pathLst>
          </a:custGeom>
          <a:solidFill>
            <a:schemeClr val="accent3"/>
          </a:solidFill>
          <a:ln w="3175">
            <a:solidFill>
              <a:schemeClr val="accent3"/>
            </a:solidFill>
          </a:ln>
        </p:spPr>
        <p:txBody>
          <a:bodyPr vert="horz" wrap="square" lIns="91440" tIns="45720" rIns="91440" bIns="45720" anchor="t"/>
          <a:lstStyle/>
          <a:p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21" name="Freeform 7">
            <a:extLst>
              <a:ext uri="{FF2B5EF4-FFF2-40B4-BE49-F238E27FC236}">
                <a16:creationId xmlns:a16="http://schemas.microsoft.com/office/drawing/2014/main" id="{F9FE95DE-E6B5-4E28-BF3D-5061BDFEFD39}"/>
              </a:ext>
            </a:extLst>
          </p:cNvPr>
          <p:cNvSpPr>
            <a:spLocks noGrp="1"/>
          </p:cNvSpPr>
          <p:nvPr/>
        </p:nvSpPr>
        <p:spPr>
          <a:xfrm>
            <a:off x="7429774" y="3703331"/>
            <a:ext cx="141809" cy="131724"/>
          </a:xfrm>
          <a:custGeom>
            <a:avLst/>
            <a:gdLst>
              <a:gd name="T0" fmla="*/ 22 w 44"/>
              <a:gd name="T1" fmla="*/ 0 h 44"/>
              <a:gd name="T2" fmla="*/ 0 w 44"/>
              <a:gd name="T3" fmla="*/ 22 h 44"/>
              <a:gd name="T4" fmla="*/ 22 w 44"/>
              <a:gd name="T5" fmla="*/ 44 h 44"/>
              <a:gd name="T6" fmla="*/ 44 w 44"/>
              <a:gd name="T7" fmla="*/ 22 h 44"/>
              <a:gd name="T8" fmla="*/ 22 w 44"/>
              <a:gd name="T9" fmla="*/ 0 h 44"/>
              <a:gd name="T10" fmla="*/ 22 w 44"/>
              <a:gd name="T11" fmla="*/ 36 h 44"/>
              <a:gd name="T12" fmla="*/ 8 w 44"/>
              <a:gd name="T13" fmla="*/ 22 h 44"/>
              <a:gd name="T14" fmla="*/ 22 w 44"/>
              <a:gd name="T15" fmla="*/ 8 h 44"/>
              <a:gd name="T16" fmla="*/ 36 w 44"/>
              <a:gd name="T17" fmla="*/ 22 h 44"/>
              <a:gd name="T18" fmla="*/ 22 w 44"/>
              <a:gd name="T19" fmla="*/ 36 h 44"/>
            </a:gdLst>
            <a:ahLst/>
            <a:cxnLst/>
            <a:rect l="0" t="0" r="r" b="b"/>
            <a:pathLst>
              <a:path w="44" h="44">
                <a:moveTo>
                  <a:pt x="22" y="0"/>
                </a:moveTo>
                <a:cubicBezTo>
                  <a:pt x="10" y="0"/>
                  <a:pt x="0" y="10"/>
                  <a:pt x="0" y="22"/>
                </a:cubicBezTo>
                <a:cubicBezTo>
                  <a:pt x="0" y="34"/>
                  <a:pt x="10" y="44"/>
                  <a:pt x="22" y="44"/>
                </a:cubicBezTo>
                <a:cubicBezTo>
                  <a:pt x="34" y="44"/>
                  <a:pt x="44" y="34"/>
                  <a:pt x="44" y="22"/>
                </a:cubicBezTo>
                <a:cubicBezTo>
                  <a:pt x="44" y="10"/>
                  <a:pt x="34" y="0"/>
                  <a:pt x="22" y="0"/>
                </a:cubicBezTo>
                <a:close/>
                <a:moveTo>
                  <a:pt x="22" y="36"/>
                </a:moveTo>
                <a:cubicBezTo>
                  <a:pt x="14" y="36"/>
                  <a:pt x="8" y="30"/>
                  <a:pt x="8" y="22"/>
                </a:cubicBezTo>
                <a:cubicBezTo>
                  <a:pt x="8" y="14"/>
                  <a:pt x="14" y="8"/>
                  <a:pt x="22" y="8"/>
                </a:cubicBezTo>
                <a:cubicBezTo>
                  <a:pt x="30" y="8"/>
                  <a:pt x="36" y="14"/>
                  <a:pt x="36" y="22"/>
                </a:cubicBezTo>
                <a:cubicBezTo>
                  <a:pt x="36" y="30"/>
                  <a:pt x="30" y="36"/>
                  <a:pt x="22" y="36"/>
                </a:cubicBezTo>
                <a:close/>
              </a:path>
            </a:pathLst>
          </a:custGeom>
          <a:solidFill>
            <a:schemeClr val="accent3"/>
          </a:solidFill>
          <a:ln w="3175">
            <a:solidFill>
              <a:schemeClr val="accent3"/>
            </a:solidFill>
          </a:ln>
        </p:spPr>
        <p:txBody>
          <a:bodyPr vert="horz" wrap="square" lIns="91440" tIns="45720" rIns="91440" bIns="45720" anchor="t"/>
          <a:lstStyle/>
          <a:p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22" name="Freeform 8">
            <a:extLst>
              <a:ext uri="{FF2B5EF4-FFF2-40B4-BE49-F238E27FC236}">
                <a16:creationId xmlns:a16="http://schemas.microsoft.com/office/drawing/2014/main" id="{BEA878A1-95E7-4040-80F5-0C4BE59AB432}"/>
              </a:ext>
            </a:extLst>
          </p:cNvPr>
          <p:cNvSpPr>
            <a:spLocks noGrp="1"/>
          </p:cNvSpPr>
          <p:nvPr/>
        </p:nvSpPr>
        <p:spPr>
          <a:xfrm>
            <a:off x="7675215" y="3703331"/>
            <a:ext cx="141809" cy="131724"/>
          </a:xfrm>
          <a:custGeom>
            <a:avLst/>
            <a:gdLst>
              <a:gd name="T0" fmla="*/ 22 w 44"/>
              <a:gd name="T1" fmla="*/ 0 h 44"/>
              <a:gd name="T2" fmla="*/ 0 w 44"/>
              <a:gd name="T3" fmla="*/ 22 h 44"/>
              <a:gd name="T4" fmla="*/ 22 w 44"/>
              <a:gd name="T5" fmla="*/ 44 h 44"/>
              <a:gd name="T6" fmla="*/ 44 w 44"/>
              <a:gd name="T7" fmla="*/ 22 h 44"/>
              <a:gd name="T8" fmla="*/ 22 w 44"/>
              <a:gd name="T9" fmla="*/ 0 h 44"/>
              <a:gd name="T10" fmla="*/ 22 w 44"/>
              <a:gd name="T11" fmla="*/ 36 h 44"/>
              <a:gd name="T12" fmla="*/ 8 w 44"/>
              <a:gd name="T13" fmla="*/ 22 h 44"/>
              <a:gd name="T14" fmla="*/ 22 w 44"/>
              <a:gd name="T15" fmla="*/ 8 h 44"/>
              <a:gd name="T16" fmla="*/ 36 w 44"/>
              <a:gd name="T17" fmla="*/ 22 h 44"/>
              <a:gd name="T18" fmla="*/ 22 w 44"/>
              <a:gd name="T19" fmla="*/ 36 h 44"/>
            </a:gdLst>
            <a:ahLst/>
            <a:cxnLst/>
            <a:rect l="0" t="0" r="r" b="b"/>
            <a:pathLst>
              <a:path w="44" h="44">
                <a:moveTo>
                  <a:pt x="22" y="0"/>
                </a:moveTo>
                <a:cubicBezTo>
                  <a:pt x="10" y="0"/>
                  <a:pt x="0" y="10"/>
                  <a:pt x="0" y="22"/>
                </a:cubicBezTo>
                <a:cubicBezTo>
                  <a:pt x="0" y="34"/>
                  <a:pt x="10" y="44"/>
                  <a:pt x="22" y="44"/>
                </a:cubicBezTo>
                <a:cubicBezTo>
                  <a:pt x="34" y="44"/>
                  <a:pt x="44" y="34"/>
                  <a:pt x="44" y="22"/>
                </a:cubicBezTo>
                <a:cubicBezTo>
                  <a:pt x="44" y="10"/>
                  <a:pt x="34" y="0"/>
                  <a:pt x="22" y="0"/>
                </a:cubicBezTo>
                <a:close/>
                <a:moveTo>
                  <a:pt x="22" y="36"/>
                </a:moveTo>
                <a:cubicBezTo>
                  <a:pt x="14" y="36"/>
                  <a:pt x="8" y="30"/>
                  <a:pt x="8" y="22"/>
                </a:cubicBezTo>
                <a:cubicBezTo>
                  <a:pt x="8" y="14"/>
                  <a:pt x="14" y="8"/>
                  <a:pt x="22" y="8"/>
                </a:cubicBezTo>
                <a:cubicBezTo>
                  <a:pt x="30" y="8"/>
                  <a:pt x="36" y="14"/>
                  <a:pt x="36" y="22"/>
                </a:cubicBezTo>
                <a:cubicBezTo>
                  <a:pt x="36" y="30"/>
                  <a:pt x="30" y="36"/>
                  <a:pt x="22" y="36"/>
                </a:cubicBezTo>
                <a:close/>
              </a:path>
            </a:pathLst>
          </a:custGeom>
          <a:solidFill>
            <a:schemeClr val="accent3"/>
          </a:solidFill>
          <a:ln w="3175">
            <a:solidFill>
              <a:schemeClr val="accent3"/>
            </a:solidFill>
          </a:ln>
        </p:spPr>
        <p:txBody>
          <a:bodyPr vert="horz" wrap="square" lIns="91440" tIns="45720" rIns="91440" bIns="45720" anchor="t"/>
          <a:lstStyle/>
          <a:p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9A3358F4-0E07-4C93-BA74-B6AEED0EC821}"/>
              </a:ext>
            </a:extLst>
          </p:cNvPr>
          <p:cNvSpPr>
            <a:spLocks noGrp="1"/>
          </p:cNvSpPr>
          <p:nvPr/>
        </p:nvSpPr>
        <p:spPr>
          <a:xfrm>
            <a:off x="7491134" y="3176433"/>
            <a:ext cx="248166" cy="287514"/>
          </a:xfrm>
          <a:custGeom>
            <a:avLst/>
            <a:gdLst>
              <a:gd name="T0" fmla="*/ 39 w 77"/>
              <a:gd name="T1" fmla="*/ 95 h 96"/>
              <a:gd name="T2" fmla="*/ 41 w 77"/>
              <a:gd name="T3" fmla="*/ 96 h 96"/>
              <a:gd name="T4" fmla="*/ 44 w 77"/>
              <a:gd name="T5" fmla="*/ 95 h 96"/>
              <a:gd name="T6" fmla="*/ 76 w 77"/>
              <a:gd name="T7" fmla="*/ 67 h 96"/>
              <a:gd name="T8" fmla="*/ 76 w 77"/>
              <a:gd name="T9" fmla="*/ 61 h 96"/>
              <a:gd name="T10" fmla="*/ 70 w 77"/>
              <a:gd name="T11" fmla="*/ 61 h 96"/>
              <a:gd name="T12" fmla="*/ 45 w 77"/>
              <a:gd name="T13" fmla="*/ 83 h 96"/>
              <a:gd name="T14" fmla="*/ 45 w 77"/>
              <a:gd name="T15" fmla="*/ 4 h 96"/>
              <a:gd name="T16" fmla="*/ 41 w 77"/>
              <a:gd name="T17" fmla="*/ 0 h 96"/>
              <a:gd name="T18" fmla="*/ 37 w 77"/>
              <a:gd name="T19" fmla="*/ 4 h 96"/>
              <a:gd name="T20" fmla="*/ 37 w 77"/>
              <a:gd name="T21" fmla="*/ 84 h 96"/>
              <a:gd name="T22" fmla="*/ 7 w 77"/>
              <a:gd name="T23" fmla="*/ 61 h 96"/>
              <a:gd name="T24" fmla="*/ 2 w 77"/>
              <a:gd name="T25" fmla="*/ 62 h 96"/>
              <a:gd name="T26" fmla="*/ 3 w 77"/>
              <a:gd name="T27" fmla="*/ 67 h 96"/>
              <a:gd name="T28" fmla="*/ 39 w 77"/>
              <a:gd name="T29" fmla="*/ 95 h 96"/>
            </a:gdLst>
            <a:ahLst/>
            <a:cxnLst/>
            <a:rect l="0" t="0" r="r" b="b"/>
            <a:pathLst>
              <a:path w="77" h="96">
                <a:moveTo>
                  <a:pt x="39" y="95"/>
                </a:moveTo>
                <a:cubicBezTo>
                  <a:pt x="39" y="96"/>
                  <a:pt x="40" y="96"/>
                  <a:pt x="41" y="96"/>
                </a:cubicBezTo>
                <a:cubicBezTo>
                  <a:pt x="42" y="96"/>
                  <a:pt x="43" y="96"/>
                  <a:pt x="44" y="95"/>
                </a:cubicBezTo>
                <a:cubicBezTo>
                  <a:pt x="76" y="67"/>
                  <a:pt x="76" y="67"/>
                  <a:pt x="76" y="67"/>
                </a:cubicBezTo>
                <a:cubicBezTo>
                  <a:pt x="77" y="66"/>
                  <a:pt x="77" y="63"/>
                  <a:pt x="76" y="61"/>
                </a:cubicBezTo>
                <a:cubicBezTo>
                  <a:pt x="75" y="60"/>
                  <a:pt x="72" y="60"/>
                  <a:pt x="70" y="61"/>
                </a:cubicBezTo>
                <a:cubicBezTo>
                  <a:pt x="45" y="83"/>
                  <a:pt x="45" y="83"/>
                  <a:pt x="45" y="83"/>
                </a:cubicBezTo>
                <a:cubicBezTo>
                  <a:pt x="45" y="4"/>
                  <a:pt x="45" y="4"/>
                  <a:pt x="45" y="4"/>
                </a:cubicBezTo>
                <a:cubicBezTo>
                  <a:pt x="45" y="2"/>
                  <a:pt x="43" y="0"/>
                  <a:pt x="41" y="0"/>
                </a:cubicBezTo>
                <a:cubicBezTo>
                  <a:pt x="39" y="0"/>
                  <a:pt x="37" y="2"/>
                  <a:pt x="37" y="4"/>
                </a:cubicBezTo>
                <a:cubicBezTo>
                  <a:pt x="37" y="84"/>
                  <a:pt x="37" y="84"/>
                  <a:pt x="37" y="84"/>
                </a:cubicBezTo>
                <a:cubicBezTo>
                  <a:pt x="7" y="61"/>
                  <a:pt x="7" y="61"/>
                  <a:pt x="7" y="61"/>
                </a:cubicBezTo>
                <a:cubicBezTo>
                  <a:pt x="6" y="59"/>
                  <a:pt x="3" y="60"/>
                  <a:pt x="2" y="62"/>
                </a:cubicBezTo>
                <a:cubicBezTo>
                  <a:pt x="0" y="63"/>
                  <a:pt x="1" y="66"/>
                  <a:pt x="3" y="67"/>
                </a:cubicBezTo>
                <a:lnTo>
                  <a:pt x="39" y="95"/>
                </a:lnTo>
                <a:close/>
              </a:path>
            </a:pathLst>
          </a:custGeom>
          <a:solidFill>
            <a:schemeClr val="accent3"/>
          </a:solidFill>
          <a:ln w="3175">
            <a:solidFill>
              <a:schemeClr val="accent3"/>
            </a:solidFill>
          </a:ln>
        </p:spPr>
        <p:txBody>
          <a:bodyPr vert="horz" wrap="square" lIns="91440" tIns="45720" rIns="91440" bIns="45720" anchor="t"/>
          <a:lstStyle/>
          <a:p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17" name="Gerade Verbindung 69">
            <a:extLst>
              <a:ext uri="{FF2B5EF4-FFF2-40B4-BE49-F238E27FC236}">
                <a16:creationId xmlns:a16="http://schemas.microsoft.com/office/drawing/2014/main" id="{4BB22841-F081-4068-B6A4-D207266AC095}"/>
              </a:ext>
            </a:extLst>
          </p:cNvPr>
          <p:cNvSpPr>
            <a:spLocks noGrp="1"/>
          </p:cNvSpPr>
          <p:nvPr/>
        </p:nvSpPr>
        <p:spPr>
          <a:xfrm>
            <a:off x="9076722" y="2438618"/>
            <a:ext cx="0" cy="2052000"/>
          </a:xfrm>
          <a:prstGeom prst="line">
            <a:avLst/>
          </a:prstGeom>
          <a:solidFill>
            <a:schemeClr val="accent5"/>
          </a:solidFill>
          <a:ln w="57150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8" name="Gleichschenkliges Dreieck 42">
            <a:extLst>
              <a:ext uri="{FF2B5EF4-FFF2-40B4-BE49-F238E27FC236}">
                <a16:creationId xmlns:a16="http://schemas.microsoft.com/office/drawing/2014/main" id="{FBF99D24-6897-491C-A75C-F6A2B218FB60}"/>
              </a:ext>
            </a:extLst>
          </p:cNvPr>
          <p:cNvSpPr>
            <a:spLocks noGrp="1"/>
          </p:cNvSpPr>
          <p:nvPr/>
        </p:nvSpPr>
        <p:spPr>
          <a:xfrm rot="16200000">
            <a:off x="8881087" y="3421800"/>
            <a:ext cx="271525" cy="85636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16" name="Rechteck 99">
            <a:extLst>
              <a:ext uri="{FF2B5EF4-FFF2-40B4-BE49-F238E27FC236}">
                <a16:creationId xmlns:a16="http://schemas.microsoft.com/office/drawing/2014/main" id="{4AFE5828-2592-4C76-9A37-F9D696A94FC6}"/>
              </a:ext>
            </a:extLst>
          </p:cNvPr>
          <p:cNvSpPr>
            <a:spLocks noGrp="1"/>
          </p:cNvSpPr>
          <p:nvPr/>
        </p:nvSpPr>
        <p:spPr>
          <a:xfrm>
            <a:off x="9229127" y="2696359"/>
            <a:ext cx="2713048" cy="6578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36000" bIns="36000" anchor="ctr"/>
          <a:lstStyle/>
          <a:p>
            <a:r>
              <a:rPr sz="4800">
                <a:solidFill>
                  <a:schemeClr val="accent3"/>
                </a:solidFill>
                <a:latin typeface="+mj-lt"/>
                <a:ea typeface="+mj-lt"/>
                <a:cs typeface="+mj-lt"/>
              </a:rPr>
              <a:t>0</a:t>
            </a:r>
          </a:p>
        </p:txBody>
      </p:sp>
      <p:sp>
        <p:nvSpPr>
          <p:cNvPr id="15" name="Rechteck 67">
            <a:extLst>
              <a:ext uri="{FF2B5EF4-FFF2-40B4-BE49-F238E27FC236}">
                <a16:creationId xmlns:a16="http://schemas.microsoft.com/office/drawing/2014/main" id="{B81B3DE9-41DB-4731-AE14-AF31F806F04C}"/>
              </a:ext>
            </a:extLst>
          </p:cNvPr>
          <p:cNvSpPr>
            <a:spLocks noGrp="1"/>
          </p:cNvSpPr>
          <p:nvPr/>
        </p:nvSpPr>
        <p:spPr>
          <a:xfrm>
            <a:off x="9229127" y="3228648"/>
            <a:ext cx="2410544" cy="546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spAutoFit/>
          </a:bodyPr>
          <a:lstStyle/>
          <a:p>
            <a:pPr>
              <a:lnSpc>
                <a:spcPts val="4300"/>
              </a:lnSpc>
              <a:buNone/>
            </a:pPr>
            <a:r>
              <a:rPr sz="1600">
                <a:solidFill>
                  <a:schemeClr val="tx1"/>
                </a:solidFill>
                <a:latin typeface="+mj-lt"/>
                <a:ea typeface="+mj-lt"/>
                <a:cs typeface="+mj-lt"/>
              </a:rPr>
              <a:t>商业激活结果</a:t>
            </a:r>
            <a:endParaRPr sz="1600" spc="300">
              <a:solidFill>
                <a:schemeClr val="tx1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4" name="Rechteck 66">
            <a:extLst>
              <a:ext uri="{FF2B5EF4-FFF2-40B4-BE49-F238E27FC236}">
                <a16:creationId xmlns:a16="http://schemas.microsoft.com/office/drawing/2014/main" id="{62A64D62-76F8-4490-B716-550B3339E9DD}"/>
              </a:ext>
            </a:extLst>
          </p:cNvPr>
          <p:cNvSpPr>
            <a:spLocks noGrp="1"/>
          </p:cNvSpPr>
          <p:nvPr/>
        </p:nvSpPr>
        <p:spPr>
          <a:xfrm>
            <a:off x="9229127" y="3671041"/>
            <a:ext cx="2245098" cy="6296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r>
              <a:rPr sz="1200">
                <a:solidFill>
                  <a:schemeClr val="tx1"/>
                </a:solidFill>
              </a:rPr>
              <a:t>德国有127条KP记录，但确认KP、触达、会议和PoC仍为0。</a:t>
            </a:r>
          </a:p>
        </p:txBody>
      </p:sp>
    </p:spTree>
    <p:extLst>
      <p:ext uri="{BB962C8B-B14F-4D97-AF65-F5344CB8AC3E}">
        <p14:creationId xmlns:p14="http://schemas.microsoft.com/office/powerpoint/2010/main" val="1138927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1B666D1-D115-4963-956B-EA7DF8C3F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</p:spPr>
        <p:txBody>
          <a:bodyPr/>
          <a:lstStyle/>
          <a:p>
            <a:r>
              <a:t>渠道选择应按“角色”管理，不按公司名单堆叠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8EDC81-5F1B-0446-92C2-5B95D92C2ECF}"/>
              </a:ext>
            </a:extLst>
          </p:cNvPr>
          <p:cNvSpPr>
            <a:spLocks noGrp="1"/>
          </p:cNvSpPr>
          <p:nvPr/>
        </p:nvSpPr>
        <p:spPr>
          <a:xfrm>
            <a:off x="405863" y="1418318"/>
            <a:ext cx="11382920" cy="766717"/>
          </a:xfrm>
          <a:prstGeom prst="rect">
            <a:avLst/>
          </a:prstGeom>
          <a:solidFill>
            <a:srgbClr val="3380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latin typeface="+mj-lt"/>
                <a:ea typeface="+mj-lt"/>
                <a:cs typeface="+mj-lt"/>
              </a:rPr>
              <a:t>目标组合｜1家主VAD + 1家SI/备选 + OEM直连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0443F7-B79B-E642-A35A-8B8C5B788BDC}"/>
              </a:ext>
            </a:extLst>
          </p:cNvPr>
          <p:cNvSpPr>
            <a:spLocks noGrp="1"/>
          </p:cNvSpPr>
          <p:nvPr/>
        </p:nvSpPr>
        <p:spPr>
          <a:xfrm>
            <a:off x="407429" y="2185035"/>
            <a:ext cx="11381333" cy="161135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6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529D76-EDD2-4546-A5C0-04A959F1CC6A}"/>
              </a:ext>
            </a:extLst>
          </p:cNvPr>
          <p:cNvSpPr>
            <a:spLocks noGrp="1"/>
          </p:cNvSpPr>
          <p:nvPr/>
        </p:nvSpPr>
        <p:spPr>
          <a:xfrm>
            <a:off x="414970" y="2375160"/>
            <a:ext cx="567844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Aft>
                <a:spcPts val="1200"/>
              </a:spcAft>
              <a:buNone/>
            </a:pPr>
            <a:r>
              <a:rPr sz="1600"/>
              <a:t>主VAD</a:t>
            </a:r>
          </a:p>
          <a:p>
            <a:pPr lvl="0" algn="ctr">
              <a:spcAft>
                <a:spcPts val="1200"/>
              </a:spcAft>
              <a:buNone/>
            </a:pPr>
            <a:r>
              <a:rPr sz="1600"/>
              <a:t>泛欧洲/全国覆盖</a:t>
            </a:r>
          </a:p>
          <a:p>
            <a:pPr lvl="0" algn="ctr">
              <a:spcAft>
                <a:spcPts val="1200"/>
              </a:spcAft>
              <a:buNone/>
            </a:pPr>
            <a:r>
              <a:rPr sz="1600"/>
              <a:t>样机、库存与技术支持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128C8694-E415-48D5-A39D-3D2CC7BD2F02}"/>
              </a:ext>
            </a:extLst>
          </p:cNvPr>
          <p:cNvSpPr>
            <a:spLocks noGrp="1"/>
          </p:cNvSpPr>
          <p:nvPr/>
        </p:nvSpPr>
        <p:spPr>
          <a:xfrm>
            <a:off x="6098585" y="2185035"/>
            <a:ext cx="0" cy="16113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8A9027-6AFE-6241-88A4-3840A4793C77}"/>
              </a:ext>
            </a:extLst>
          </p:cNvPr>
          <p:cNvSpPr>
            <a:spLocks noGrp="1"/>
          </p:cNvSpPr>
          <p:nvPr/>
        </p:nvSpPr>
        <p:spPr>
          <a:xfrm>
            <a:off x="6093416" y="2375160"/>
            <a:ext cx="562153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Aft>
                <a:spcPts val="1200"/>
              </a:spcAft>
              <a:buNone/>
            </a:pPr>
            <a:r>
              <a:rPr sz="1600"/>
              <a:t>国家专业分销</a:t>
            </a:r>
          </a:p>
          <a:p>
            <a:pPr lvl="0" algn="ctr">
              <a:spcAft>
                <a:spcPts val="1200"/>
              </a:spcAft>
              <a:buNone/>
            </a:pPr>
            <a:r>
              <a:rPr sz="1600"/>
              <a:t>机器视觉产品能力</a:t>
            </a:r>
          </a:p>
          <a:p>
            <a:pPr lvl="0" algn="ctr">
              <a:spcAft>
                <a:spcPts val="1200"/>
              </a:spcAft>
              <a:buNone/>
            </a:pPr>
            <a:r>
              <a:rPr sz="1600"/>
              <a:t>本地语言与行业覆盖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0608D2-70C7-6945-8A3F-D20CE603BDEA}"/>
              </a:ext>
            </a:extLst>
          </p:cNvPr>
          <p:cNvSpPr>
            <a:spLocks noGrp="1"/>
          </p:cNvSpPr>
          <p:nvPr/>
        </p:nvSpPr>
        <p:spPr>
          <a:xfrm>
            <a:off x="414970" y="4094922"/>
            <a:ext cx="5690669" cy="605624"/>
          </a:xfrm>
          <a:prstGeom prst="rect">
            <a:avLst/>
          </a:prstGeom>
          <a:solidFill>
            <a:srgbClr val="1459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latin typeface="+mj-lt"/>
                <a:ea typeface="+mj-lt"/>
                <a:cs typeface="+mj-lt"/>
              </a:rPr>
              <a:t>项目转化层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92DB83-CD82-E74F-9C13-A1281579E40C}"/>
              </a:ext>
            </a:extLst>
          </p:cNvPr>
          <p:cNvSpPr>
            <a:spLocks noGrp="1"/>
          </p:cNvSpPr>
          <p:nvPr/>
        </p:nvSpPr>
        <p:spPr>
          <a:xfrm>
            <a:off x="405106" y="4700546"/>
            <a:ext cx="11381333" cy="161135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6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C5FA77-260D-0149-8A5A-CF88254FCF4F}"/>
              </a:ext>
            </a:extLst>
          </p:cNvPr>
          <p:cNvSpPr>
            <a:spLocks noGrp="1"/>
          </p:cNvSpPr>
          <p:nvPr/>
        </p:nvSpPr>
        <p:spPr>
          <a:xfrm>
            <a:off x="407988" y="4890671"/>
            <a:ext cx="568542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Aft>
                <a:spcPts val="1200"/>
              </a:spcAft>
              <a:buNone/>
            </a:pPr>
            <a:r>
              <a:rPr sz="1600"/>
              <a:t>SI / 解决方案伙伴</a:t>
            </a:r>
          </a:p>
          <a:p>
            <a:pPr lvl="0" algn="ctr">
              <a:spcAft>
                <a:spcPts val="1200"/>
              </a:spcAft>
              <a:buNone/>
            </a:pPr>
            <a:r>
              <a:rPr sz="1600"/>
              <a:t>集成能力、现场交付</a:t>
            </a:r>
          </a:p>
          <a:p>
            <a:pPr lvl="0" algn="ctr">
              <a:spcAft>
                <a:spcPts val="1200"/>
              </a:spcAft>
              <a:buNone/>
            </a:pPr>
            <a:r>
              <a:rPr sz="1600"/>
              <a:t>把传感器转为应用方案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EC9A0C0E-131F-4156-8883-9F1F6B949771}"/>
              </a:ext>
            </a:extLst>
          </p:cNvPr>
          <p:cNvSpPr>
            <a:spLocks noGrp="1"/>
          </p:cNvSpPr>
          <p:nvPr/>
        </p:nvSpPr>
        <p:spPr>
          <a:xfrm>
            <a:off x="6096261" y="4700546"/>
            <a:ext cx="0" cy="16113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4EEE1C-807D-2D4A-BD37-DB7C468E0190}"/>
              </a:ext>
            </a:extLst>
          </p:cNvPr>
          <p:cNvSpPr>
            <a:spLocks noGrp="1"/>
          </p:cNvSpPr>
          <p:nvPr/>
        </p:nvSpPr>
        <p:spPr>
          <a:xfrm>
            <a:off x="6115502" y="4094921"/>
            <a:ext cx="5668511" cy="605624"/>
          </a:xfrm>
          <a:prstGeom prst="rect">
            <a:avLst/>
          </a:prstGeom>
          <a:solidFill>
            <a:srgbClr val="1733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latin typeface="+mj-lt"/>
                <a:ea typeface="+mj-lt"/>
                <a:cs typeface="+mj-lt"/>
              </a:rPr>
              <a:t>规模复制层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AA8D26-2F5F-BE47-9929-92F9A6509719}"/>
              </a:ext>
            </a:extLst>
          </p:cNvPr>
          <p:cNvSpPr>
            <a:spLocks noGrp="1"/>
          </p:cNvSpPr>
          <p:nvPr/>
        </p:nvSpPr>
        <p:spPr>
          <a:xfrm>
            <a:off x="6105639" y="4890671"/>
            <a:ext cx="566906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Aft>
                <a:spcPts val="1200"/>
              </a:spcAft>
              <a:buNone/>
            </a:pPr>
            <a:r>
              <a:rPr sz="1600"/>
              <a:t>OEM / 机器人生态</a:t>
            </a:r>
          </a:p>
          <a:p>
            <a:pPr lvl="0" algn="ctr">
              <a:spcAft>
                <a:spcPts val="1200"/>
              </a:spcAft>
              <a:buNone/>
            </a:pPr>
            <a:r>
              <a:rPr sz="1600"/>
              <a:t>AMR、叉车、导航平台</a:t>
            </a:r>
          </a:p>
          <a:p>
            <a:pPr lvl="0" algn="ctr">
              <a:spcAft>
                <a:spcPts val="1200"/>
              </a:spcAft>
              <a:buNone/>
            </a:pPr>
            <a:r>
              <a:rPr sz="1600"/>
              <a:t>设计导入后可规模复制</a:t>
            </a:r>
          </a:p>
        </p:txBody>
      </p:sp>
    </p:spTree>
    <p:extLst>
      <p:ext uri="{BB962C8B-B14F-4D97-AF65-F5344CB8AC3E}">
        <p14:creationId xmlns:p14="http://schemas.microsoft.com/office/powerpoint/2010/main" val="1027057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9548C-EEEF-486A-99DB-52F5C68F8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</p:spPr>
        <p:txBody>
          <a:bodyPr/>
          <a:lstStyle/>
          <a:p>
            <a:r>
              <a:t>从渠道线索到PoC，用统一阶段管理避免重复与失联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4D98C-931C-FAAB-2E7F-3CAB5E126807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14971" y="1125538"/>
            <a:ext cx="11369042" cy="569387"/>
          </a:xfrm>
        </p:spPr>
        <p:txBody>
          <a:bodyPr/>
          <a:lstStyle/>
          <a:p>
            <a:r>
              <a:t>国家 → 竞品产品线 → 渠道 → KP → 触达 → 技术会议 → PoC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7DC30E8E-1623-43F5-BB52-27B2734315F5}"/>
              </a:ext>
            </a:extLst>
          </p:cNvPr>
          <p:cNvSpPr>
            <a:spLocks noGrp="1"/>
          </p:cNvSpPr>
          <p:nvPr/>
        </p:nvSpPr>
        <p:spPr>
          <a:xfrm flipV="1">
            <a:off x="581025" y="2417042"/>
            <a:ext cx="11049000" cy="35638"/>
          </a:xfrm>
          <a:prstGeom prst="line">
            <a:avLst/>
          </a:prstGeom>
          <a:ln w="28575">
            <a:solidFill>
              <a:schemeClr val="accent4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8A29704-E8AC-4469-93A8-246512AF1F6E}"/>
              </a:ext>
            </a:extLst>
          </p:cNvPr>
          <p:cNvSpPr>
            <a:spLocks noGrp="1"/>
          </p:cNvSpPr>
          <p:nvPr/>
        </p:nvSpPr>
        <p:spPr>
          <a:xfrm>
            <a:off x="892552" y="2031029"/>
            <a:ext cx="845326" cy="827918"/>
          </a:xfrm>
          <a:prstGeom prst="ellipse">
            <a:avLst/>
          </a:prstGeom>
          <a:solidFill>
            <a:srgbClr val="00E6E3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79060">
              <a:buNone/>
            </a:pPr>
            <a:r>
              <a:rPr sz="2400" b="1">
                <a:solidFill>
                  <a:srgbClr val="272936"/>
                </a:solidFill>
              </a:rPr>
              <a:t>1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9E5EFF5-A91D-4FC1-9D2C-688AC4DF12CF}"/>
              </a:ext>
            </a:extLst>
          </p:cNvPr>
          <p:cNvSpPr>
            <a:spLocks noGrp="1"/>
          </p:cNvSpPr>
          <p:nvPr/>
        </p:nvSpPr>
        <p:spPr>
          <a:xfrm>
            <a:off x="560017" y="3090441"/>
            <a:ext cx="1510396" cy="321828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marL="179388" lvl="1" indent="-179388">
              <a:spcBef>
                <a:spcPts val="300"/>
              </a:spcBef>
              <a:buClr>
                <a:srgbClr val="0070AD"/>
              </a:buClr>
              <a:buFont typeface="Wingdings"/>
              <a:buChar char="§"/>
              <a:tabLst>
                <a:tab pos="180975" algn="l"/>
              </a:tabLst>
            </a:pPr>
            <a:r>
              <a:rPr sz="1200">
                <a:solidFill>
                  <a:prstClr val="black"/>
                </a:solidFill>
                <a:latin typeface="+mj-lt"/>
                <a:ea typeface="+mj-lt"/>
                <a:cs typeface="+mj-lt"/>
              </a:rPr>
              <a:t>核验公司：覆盖国家与渠道角色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D21EEFA-26C5-4AB9-8B67-3D85FDD8AA5C}"/>
              </a:ext>
            </a:extLst>
          </p:cNvPr>
          <p:cNvSpPr>
            <a:spLocks noGrp="1"/>
          </p:cNvSpPr>
          <p:nvPr/>
        </p:nvSpPr>
        <p:spPr>
          <a:xfrm>
            <a:off x="2487673" y="2031029"/>
            <a:ext cx="845326" cy="827918"/>
          </a:xfrm>
          <a:prstGeom prst="ellipse">
            <a:avLst/>
          </a:prstGeom>
          <a:solidFill>
            <a:srgbClr val="00D5D0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79060">
              <a:buNone/>
            </a:pPr>
            <a:r>
              <a:rPr sz="2400" b="1">
                <a:solidFill>
                  <a:srgbClr val="272936"/>
                </a:solidFill>
              </a:rPr>
              <a:t>2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095DFE2-3122-4A21-9FEA-0C3F21E3CC9D}"/>
              </a:ext>
            </a:extLst>
          </p:cNvPr>
          <p:cNvSpPr>
            <a:spLocks noGrp="1"/>
          </p:cNvSpPr>
          <p:nvPr/>
        </p:nvSpPr>
        <p:spPr>
          <a:xfrm>
            <a:off x="2155138" y="3090441"/>
            <a:ext cx="1510396" cy="321828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marL="179388" lvl="1" indent="-179388">
              <a:spcBef>
                <a:spcPts val="300"/>
              </a:spcBef>
              <a:buClr>
                <a:srgbClr val="0070AD"/>
              </a:buClr>
              <a:buFont typeface="Wingdings"/>
              <a:buChar char="§"/>
              <a:tabLst>
                <a:tab pos="180975" algn="l"/>
              </a:tabLst>
            </a:pPr>
            <a:r>
              <a:rPr sz="1200">
                <a:solidFill>
                  <a:prstClr val="black"/>
                </a:solidFill>
                <a:latin typeface="+mj-lt"/>
                <a:ea typeface="+mj-lt"/>
                <a:cs typeface="+mj-lt"/>
              </a:rPr>
              <a:t>映射竞品：品牌、产品线与授权关系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AAC594B-F3F9-4A9D-BA89-C211A2FCAADB}"/>
              </a:ext>
            </a:extLst>
          </p:cNvPr>
          <p:cNvSpPr>
            <a:spLocks noGrp="1"/>
          </p:cNvSpPr>
          <p:nvPr/>
        </p:nvSpPr>
        <p:spPr>
          <a:xfrm>
            <a:off x="4082794" y="2013510"/>
            <a:ext cx="845326" cy="827918"/>
          </a:xfrm>
          <a:prstGeom prst="ellipse">
            <a:avLst/>
          </a:prstGeom>
          <a:solidFill>
            <a:srgbClr val="00BFBF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79060">
              <a:buNone/>
            </a:pPr>
            <a:r>
              <a:rPr sz="2400" b="1">
                <a:solidFill>
                  <a:srgbClr val="272936"/>
                </a:solidFill>
              </a:rPr>
              <a:t>3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C326A6C-6F8B-4EA6-AD85-5862B5284DE3}"/>
              </a:ext>
            </a:extLst>
          </p:cNvPr>
          <p:cNvSpPr>
            <a:spLocks noGrp="1"/>
          </p:cNvSpPr>
          <p:nvPr/>
        </p:nvSpPr>
        <p:spPr>
          <a:xfrm>
            <a:off x="3750258" y="3090441"/>
            <a:ext cx="1510396" cy="321828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marL="179388" lvl="1" indent="-179388">
              <a:spcBef>
                <a:spcPts val="300"/>
              </a:spcBef>
              <a:buClr>
                <a:srgbClr val="0070AD"/>
              </a:buClr>
              <a:buFont typeface="Wingdings"/>
              <a:buChar char="§"/>
              <a:tabLst>
                <a:tab pos="180975" algn="l"/>
              </a:tabLst>
            </a:pPr>
            <a:r>
              <a:rPr sz="1200">
                <a:solidFill>
                  <a:prstClr val="black"/>
                </a:solidFill>
                <a:latin typeface="+mj-lt"/>
                <a:ea typeface="+mj-lt"/>
                <a:cs typeface="+mj-lt"/>
              </a:rPr>
              <a:t>识别KP：采购、产品、技术与老板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19C1131-5DD4-4B98-815D-F872C1FEB030}"/>
              </a:ext>
            </a:extLst>
          </p:cNvPr>
          <p:cNvSpPr>
            <a:spLocks noGrp="1"/>
          </p:cNvSpPr>
          <p:nvPr/>
        </p:nvSpPr>
        <p:spPr>
          <a:xfrm>
            <a:off x="5677915" y="2031029"/>
            <a:ext cx="845326" cy="827918"/>
          </a:xfrm>
          <a:prstGeom prst="ellipse">
            <a:avLst/>
          </a:prstGeom>
          <a:solidFill>
            <a:srgbClr val="00929B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79060">
              <a:buNone/>
            </a:pPr>
            <a:r>
              <a:rPr sz="24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9332473-BDD3-495F-99D2-6219F9C0DBDC}"/>
              </a:ext>
            </a:extLst>
          </p:cNvPr>
          <p:cNvSpPr>
            <a:spLocks noGrp="1"/>
          </p:cNvSpPr>
          <p:nvPr/>
        </p:nvSpPr>
        <p:spPr>
          <a:xfrm>
            <a:off x="5345379" y="3090441"/>
            <a:ext cx="1510396" cy="321828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marL="179388" lvl="1" indent="-179388">
              <a:spcBef>
                <a:spcPts val="300"/>
              </a:spcBef>
              <a:buClr>
                <a:srgbClr val="0070AD"/>
              </a:buClr>
              <a:buFont typeface="Wingdings"/>
              <a:buChar char="§"/>
              <a:tabLst>
                <a:tab pos="180975" algn="l"/>
              </a:tabLst>
            </a:pPr>
            <a:r>
              <a:rPr sz="1200">
                <a:solidFill>
                  <a:prstClr val="black"/>
                </a:solidFill>
                <a:latin typeface="+mj-lt"/>
                <a:ea typeface="+mj-lt"/>
                <a:cs typeface="+mj-lt"/>
              </a:rPr>
              <a:t>证据与合规：公开来源、置信度、更新时间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692F159-5D5F-4596-8E47-260176397D78}"/>
              </a:ext>
            </a:extLst>
          </p:cNvPr>
          <p:cNvSpPr>
            <a:spLocks noGrp="1"/>
          </p:cNvSpPr>
          <p:nvPr/>
        </p:nvSpPr>
        <p:spPr>
          <a:xfrm>
            <a:off x="7273036" y="2031029"/>
            <a:ext cx="845326" cy="827918"/>
          </a:xfrm>
          <a:prstGeom prst="ellipse">
            <a:avLst/>
          </a:prstGeom>
          <a:solidFill>
            <a:srgbClr val="007D74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79060">
              <a:buNone/>
            </a:pPr>
            <a:r>
              <a:rPr sz="24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9AFEC5C-3316-43F9-B7C9-6BCC9B829181}"/>
              </a:ext>
            </a:extLst>
          </p:cNvPr>
          <p:cNvSpPr>
            <a:spLocks noGrp="1"/>
          </p:cNvSpPr>
          <p:nvPr/>
        </p:nvSpPr>
        <p:spPr>
          <a:xfrm>
            <a:off x="6940499" y="3090441"/>
            <a:ext cx="1510396" cy="321828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marL="179388" lvl="1" indent="-179388">
              <a:spcBef>
                <a:spcPts val="300"/>
              </a:spcBef>
              <a:buClr>
                <a:srgbClr val="0070AD"/>
              </a:buClr>
              <a:buFont typeface="Wingdings"/>
              <a:buChar char="§"/>
              <a:tabLst>
                <a:tab pos="180975" algn="l"/>
              </a:tabLst>
            </a:pPr>
            <a:r>
              <a:rPr sz="1200">
                <a:solidFill>
                  <a:prstClr val="black"/>
                </a:solidFill>
                <a:latin typeface="+mj-lt"/>
                <a:ea typeface="+mj-lt"/>
                <a:cs typeface="+mj-lt"/>
              </a:rPr>
              <a:t>个性化触达：按应用和竞品关系设计话术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3CE1659-27EC-4480-89D3-FB68EEC1FE66}"/>
              </a:ext>
            </a:extLst>
          </p:cNvPr>
          <p:cNvSpPr>
            <a:spLocks noGrp="1"/>
          </p:cNvSpPr>
          <p:nvPr/>
        </p:nvSpPr>
        <p:spPr>
          <a:xfrm>
            <a:off x="8868157" y="2031029"/>
            <a:ext cx="845326" cy="827918"/>
          </a:xfrm>
          <a:prstGeom prst="ellipse">
            <a:avLst/>
          </a:prstGeom>
          <a:solidFill>
            <a:srgbClr val="336B7D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79060">
              <a:buNone/>
            </a:pPr>
            <a:r>
              <a:rPr sz="24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C2CDE85-E0D7-4D74-868C-00BAFC0EC6EE}"/>
              </a:ext>
            </a:extLst>
          </p:cNvPr>
          <p:cNvSpPr>
            <a:spLocks noGrp="1"/>
          </p:cNvSpPr>
          <p:nvPr/>
        </p:nvSpPr>
        <p:spPr>
          <a:xfrm>
            <a:off x="8535620" y="3090441"/>
            <a:ext cx="1510396" cy="321828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marL="179388" lvl="1" indent="-179388">
              <a:spcBef>
                <a:spcPts val="300"/>
              </a:spcBef>
              <a:buClr>
                <a:srgbClr val="0070AD"/>
              </a:buClr>
              <a:buFont typeface="Wingdings"/>
              <a:buChar char="§"/>
              <a:tabLst>
                <a:tab pos="180975" algn="l"/>
              </a:tabLst>
            </a:pPr>
            <a:r>
              <a:rPr sz="1200">
                <a:solidFill>
                  <a:prstClr val="black"/>
                </a:solidFill>
                <a:latin typeface="+mj-lt"/>
                <a:ea typeface="+mj-lt"/>
                <a:cs typeface="+mj-lt"/>
              </a:rPr>
              <a:t>技术发现：Demo、样机与集成条件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A0584E3-707E-4ADF-9108-E2DA63D55DF1}"/>
              </a:ext>
            </a:extLst>
          </p:cNvPr>
          <p:cNvSpPr>
            <a:spLocks noGrp="1"/>
          </p:cNvSpPr>
          <p:nvPr/>
        </p:nvSpPr>
        <p:spPr>
          <a:xfrm>
            <a:off x="10463277" y="2031029"/>
            <a:ext cx="845326" cy="827918"/>
          </a:xfrm>
          <a:prstGeom prst="ellipse">
            <a:avLst/>
          </a:prstGeom>
          <a:solidFill>
            <a:srgbClr val="214554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779060">
              <a:buNone/>
            </a:pPr>
            <a:r>
              <a:rPr sz="2400" b="1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ACFAF4D-F5A4-4073-84BC-3B24FAEE01C4}"/>
              </a:ext>
            </a:extLst>
          </p:cNvPr>
          <p:cNvSpPr>
            <a:spLocks noGrp="1"/>
          </p:cNvSpPr>
          <p:nvPr/>
        </p:nvSpPr>
        <p:spPr>
          <a:xfrm>
            <a:off x="10130742" y="3090441"/>
            <a:ext cx="1510396" cy="321828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marL="179388" lvl="1" indent="-179388">
              <a:spcBef>
                <a:spcPts val="300"/>
              </a:spcBef>
              <a:buClr>
                <a:srgbClr val="0070AD"/>
              </a:buClr>
              <a:buFont typeface="Wingdings"/>
              <a:buChar char="§"/>
              <a:tabLst>
                <a:tab pos="180975" algn="l"/>
              </a:tabLst>
            </a:pPr>
            <a:r>
              <a:rPr sz="1200">
                <a:solidFill>
                  <a:prstClr val="black"/>
                </a:solidFill>
                <a:latin typeface="+mj-lt"/>
                <a:ea typeface="+mj-lt"/>
                <a:cs typeface="+mj-lt"/>
              </a:rPr>
              <a:t>PoC与决策：合作评分、主备渠道与退出条件</a:t>
            </a:r>
          </a:p>
        </p:txBody>
      </p:sp>
    </p:spTree>
    <p:extLst>
      <p:ext uri="{BB962C8B-B14F-4D97-AF65-F5344CB8AC3E}">
        <p14:creationId xmlns:p14="http://schemas.microsoft.com/office/powerpoint/2010/main" val="2472911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22057-3CCB-4971-8EED-5D2CE9358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</p:spPr>
        <p:txBody>
          <a:bodyPr/>
          <a:lstStyle/>
          <a:p>
            <a:r>
              <a:t>未来90天只做五件能改变结果的事</a:t>
            </a:r>
          </a:p>
        </p:txBody>
      </p:sp>
      <p:sp>
        <p:nvSpPr>
          <p:cNvPr id="9" name="Round Same Side Corner Rectangle 7">
            <a:extLst>
              <a:ext uri="{FF2B5EF4-FFF2-40B4-BE49-F238E27FC236}">
                <a16:creationId xmlns:a16="http://schemas.microsoft.com/office/drawing/2014/main" id="{DBD849F3-E0BD-4B26-BB17-3A9CA9AE76EF}"/>
              </a:ext>
            </a:extLst>
          </p:cNvPr>
          <p:cNvSpPr>
            <a:spLocks noGrp="1"/>
          </p:cNvSpPr>
          <p:nvPr/>
        </p:nvSpPr>
        <p:spPr>
          <a:xfrm rot="16200000" flipH="1">
            <a:off x="276125" y="1760643"/>
            <a:ext cx="849424" cy="585688"/>
          </a:xfrm>
          <a:prstGeom prst="round2SameRect">
            <a:avLst/>
          </a:prstGeom>
          <a:solidFill>
            <a:srgbClr val="0F434A"/>
          </a:solidFill>
          <a:ln w="6350" cmpd="sng">
            <a:noFill/>
            <a:prstDash val="solid"/>
            <a:headEnd type="none" w="med" len="med"/>
            <a:tailEnd type="none" w="med" len="med"/>
          </a:ln>
        </p:spPr>
        <p:txBody>
          <a:bodyPr vert="vert" wrap="square" lIns="45720" tIns="45720" rIns="45720" bIns="45720" anchor="ctr"/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2800">
                <a:solidFill>
                  <a:schemeClr val="bg1"/>
                </a:solidFill>
                <a:latin typeface="+mj-lt"/>
                <a:ea typeface="+mj-lt"/>
                <a:cs typeface="+mj-lt"/>
              </a:rPr>
              <a:t>1</a:t>
            </a: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A10D022C-52AB-4CBA-B25C-30B44683D855}"/>
              </a:ext>
            </a:extLst>
          </p:cNvPr>
          <p:cNvSpPr>
            <a:spLocks noGrp="1"/>
          </p:cNvSpPr>
          <p:nvPr/>
        </p:nvSpPr>
        <p:spPr>
          <a:xfrm>
            <a:off x="991915" y="1628774"/>
            <a:ext cx="10792098" cy="84942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noFill/>
            <a:prstDash val="sysDash"/>
            <a:headEnd type="none" w="med" len="med"/>
            <a:tailEnd type="none" w="med" len="med"/>
          </a:ln>
        </p:spPr>
        <p:txBody>
          <a:bodyPr vert="horz" wrap="square" lIns="182880" tIns="45720" rIns="45720" bIns="45720" anchor="ctr"/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400" b="1"/>
              <a:t>锁定产品主张与合规清单</a:t>
            </a:r>
          </a:p>
          <a:p>
            <a:pPr marL="169863" indent="-169863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§"/>
            </a:pPr>
            <a:r>
              <a:rPr sz="1400"/>
              <a:t>明确S10 Ultra、V2 Pro的欧洲卖点与认证差距</a:t>
            </a:r>
          </a:p>
        </p:txBody>
      </p:sp>
      <p:sp>
        <p:nvSpPr>
          <p:cNvPr id="12" name="Round Same Side Corner Rectangle 17">
            <a:extLst>
              <a:ext uri="{FF2B5EF4-FFF2-40B4-BE49-F238E27FC236}">
                <a16:creationId xmlns:a16="http://schemas.microsoft.com/office/drawing/2014/main" id="{12CFB54A-8A9A-42AE-B6A9-1DF280A93DCD}"/>
              </a:ext>
            </a:extLst>
          </p:cNvPr>
          <p:cNvSpPr>
            <a:spLocks noGrp="1"/>
          </p:cNvSpPr>
          <p:nvPr/>
        </p:nvSpPr>
        <p:spPr>
          <a:xfrm rot="16200000" flipH="1">
            <a:off x="276122" y="2736529"/>
            <a:ext cx="849423" cy="585690"/>
          </a:xfrm>
          <a:prstGeom prst="round2SameRect">
            <a:avLst/>
          </a:prstGeom>
          <a:solidFill>
            <a:srgbClr val="0F6A73"/>
          </a:solidFill>
          <a:ln w="6350" cmpd="sng">
            <a:noFill/>
            <a:prstDash val="solid"/>
            <a:headEnd type="none" w="med" len="med"/>
            <a:tailEnd type="none" w="med" len="med"/>
          </a:ln>
        </p:spPr>
        <p:txBody>
          <a:bodyPr vert="vert" wrap="square" lIns="45720" tIns="45720" rIns="45720" bIns="45720" anchor="ctr"/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2800">
                <a:solidFill>
                  <a:prstClr val="white"/>
                </a:solidFill>
                <a:latin typeface="+mj-lt"/>
                <a:ea typeface="+mj-lt"/>
                <a:cs typeface="+mj-lt"/>
              </a:rPr>
              <a:t>2</a:t>
            </a: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9BA78449-C825-45A6-A0B8-5B826BA99201}"/>
              </a:ext>
            </a:extLst>
          </p:cNvPr>
          <p:cNvSpPr>
            <a:spLocks noGrp="1"/>
          </p:cNvSpPr>
          <p:nvPr/>
        </p:nvSpPr>
        <p:spPr>
          <a:xfrm>
            <a:off x="991915" y="2604661"/>
            <a:ext cx="10792098" cy="84942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noFill/>
            <a:prstDash val="sysDash"/>
            <a:headEnd type="none" w="med" len="med"/>
            <a:tailEnd type="none" w="med" len="med"/>
          </a:ln>
        </p:spPr>
        <p:txBody>
          <a:bodyPr vert="horz" wrap="square" lIns="182880" tIns="45720" rIns="45720" bIns="45720" anchor="ctr"/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400" b="1"/>
              <a:t>补齐英文销售与技术包</a:t>
            </a:r>
          </a:p>
          <a:p>
            <a:pPr marL="169863" indent="-169863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§"/>
            </a:pPr>
            <a:r>
              <a:rPr sz="1400"/>
              <a:t>网页、手册、SDK/ROS、案例、样机SLA统一口径</a:t>
            </a:r>
          </a:p>
        </p:txBody>
      </p:sp>
      <p:sp>
        <p:nvSpPr>
          <p:cNvPr id="21" name="Round Same Side Corner Rectangle 18">
            <a:extLst>
              <a:ext uri="{FF2B5EF4-FFF2-40B4-BE49-F238E27FC236}">
                <a16:creationId xmlns:a16="http://schemas.microsoft.com/office/drawing/2014/main" id="{F803A07B-85E8-48C8-97DF-8864DFDBCA08}"/>
              </a:ext>
            </a:extLst>
          </p:cNvPr>
          <p:cNvSpPr>
            <a:spLocks noGrp="1"/>
          </p:cNvSpPr>
          <p:nvPr/>
        </p:nvSpPr>
        <p:spPr>
          <a:xfrm rot="16200000" flipH="1">
            <a:off x="276121" y="3712417"/>
            <a:ext cx="849425" cy="585690"/>
          </a:xfrm>
          <a:prstGeom prst="round2SameRect">
            <a:avLst/>
          </a:prstGeom>
          <a:solidFill>
            <a:srgbClr val="0F878A"/>
          </a:solidFill>
          <a:ln w="6350" cmpd="sng">
            <a:noFill/>
            <a:prstDash val="solid"/>
            <a:headEnd type="none" w="med" len="med"/>
            <a:tailEnd type="none" w="med" len="med"/>
          </a:ln>
        </p:spPr>
        <p:txBody>
          <a:bodyPr vert="vert" wrap="square" lIns="45720" tIns="45720" rIns="45720" bIns="45720" anchor="ctr"/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2800">
                <a:solidFill>
                  <a:prstClr val="white"/>
                </a:solidFill>
                <a:latin typeface="+mj-lt"/>
                <a:ea typeface="+mj-lt"/>
                <a:cs typeface="+mj-lt"/>
              </a:rPr>
              <a:t>3</a:t>
            </a:r>
          </a:p>
        </p:txBody>
      </p:sp>
      <p:sp>
        <p:nvSpPr>
          <p:cNvPr id="20" name="Rounded Rectangle 10">
            <a:extLst>
              <a:ext uri="{FF2B5EF4-FFF2-40B4-BE49-F238E27FC236}">
                <a16:creationId xmlns:a16="http://schemas.microsoft.com/office/drawing/2014/main" id="{85FD6E42-8C81-413E-921F-4A04FE6A1EC2}"/>
              </a:ext>
            </a:extLst>
          </p:cNvPr>
          <p:cNvSpPr>
            <a:spLocks noGrp="1"/>
          </p:cNvSpPr>
          <p:nvPr/>
        </p:nvSpPr>
        <p:spPr>
          <a:xfrm>
            <a:off x="991915" y="3580547"/>
            <a:ext cx="10792098" cy="84942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noFill/>
            <a:prstDash val="sysDash"/>
            <a:headEnd type="none" w="med" len="med"/>
            <a:tailEnd type="none" w="med" len="med"/>
          </a:ln>
        </p:spPr>
        <p:txBody>
          <a:bodyPr vert="horz" wrap="square" lIns="182880" tIns="45720" rIns="45720" bIns="45720" anchor="ctr"/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400" b="1"/>
              <a:t>激活第一波渠道</a:t>
            </a:r>
          </a:p>
          <a:p>
            <a:pPr marL="169863" indent="-169863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§"/>
            </a:pPr>
            <a:r>
              <a:rPr sz="1400"/>
              <a:t>德国先行，并同步启动英国和法国的主VAD/备选SI</a:t>
            </a:r>
          </a:p>
        </p:txBody>
      </p:sp>
      <p:sp>
        <p:nvSpPr>
          <p:cNvPr id="15" name="Round Same Side Corner Rectangle 19">
            <a:extLst>
              <a:ext uri="{FF2B5EF4-FFF2-40B4-BE49-F238E27FC236}">
                <a16:creationId xmlns:a16="http://schemas.microsoft.com/office/drawing/2014/main" id="{A64EB7CB-9FD9-4C28-97AD-C6B24987E560}"/>
              </a:ext>
            </a:extLst>
          </p:cNvPr>
          <p:cNvSpPr>
            <a:spLocks noGrp="1"/>
          </p:cNvSpPr>
          <p:nvPr/>
        </p:nvSpPr>
        <p:spPr>
          <a:xfrm rot="16200000" flipH="1">
            <a:off x="276121" y="4688303"/>
            <a:ext cx="849425" cy="585690"/>
          </a:xfrm>
          <a:prstGeom prst="round2SameRect">
            <a:avLst/>
          </a:prstGeom>
          <a:solidFill>
            <a:schemeClr val="accent5">
              <a:lumMod val="75000"/>
            </a:schemeClr>
          </a:solidFill>
          <a:ln w="6350" cmpd="sng">
            <a:noFill/>
            <a:prstDash val="solid"/>
            <a:headEnd type="none" w="med" len="med"/>
            <a:tailEnd type="none" w="med" len="med"/>
          </a:ln>
        </p:spPr>
        <p:txBody>
          <a:bodyPr vert="vert" wrap="square" lIns="45720" tIns="45720" rIns="45720" bIns="45720" anchor="ctr"/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2800">
                <a:solidFill>
                  <a:prstClr val="white"/>
                </a:solidFill>
                <a:latin typeface="+mj-lt"/>
                <a:ea typeface="+mj-lt"/>
                <a:cs typeface="+mj-lt"/>
              </a:rPr>
              <a:t>4</a:t>
            </a:r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A78D183D-5E34-4A45-93F4-9CF953B87E52}"/>
              </a:ext>
            </a:extLst>
          </p:cNvPr>
          <p:cNvSpPr>
            <a:spLocks noGrp="1"/>
          </p:cNvSpPr>
          <p:nvPr/>
        </p:nvSpPr>
        <p:spPr>
          <a:xfrm>
            <a:off x="991915" y="4556434"/>
            <a:ext cx="10792098" cy="84942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noFill/>
            <a:prstDash val="sysDash"/>
            <a:headEnd type="none" w="med" len="med"/>
            <a:tailEnd type="none" w="med" len="med"/>
          </a:ln>
        </p:spPr>
        <p:txBody>
          <a:bodyPr vert="horz" wrap="square" lIns="182880" tIns="45720" rIns="45720" bIns="45720" anchor="ctr"/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400" b="1"/>
              <a:t>形成可复制的Demo机制</a:t>
            </a:r>
          </a:p>
          <a:p>
            <a:pPr marL="169863" indent="-169863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§"/>
            </a:pPr>
            <a:r>
              <a:rPr sz="1400"/>
              <a:t>渠道培训、远程支持、样机与备件流程标准化</a:t>
            </a:r>
          </a:p>
        </p:txBody>
      </p:sp>
      <p:sp>
        <p:nvSpPr>
          <p:cNvPr id="18" name="Round Same Side Corner Rectangle 20">
            <a:extLst>
              <a:ext uri="{FF2B5EF4-FFF2-40B4-BE49-F238E27FC236}">
                <a16:creationId xmlns:a16="http://schemas.microsoft.com/office/drawing/2014/main" id="{8FE96C09-5FC2-4C5A-875A-94F5B022800E}"/>
              </a:ext>
            </a:extLst>
          </p:cNvPr>
          <p:cNvSpPr>
            <a:spLocks noGrp="1"/>
          </p:cNvSpPr>
          <p:nvPr/>
        </p:nvSpPr>
        <p:spPr>
          <a:xfrm rot="16200000" flipH="1">
            <a:off x="276121" y="5664192"/>
            <a:ext cx="849425" cy="585690"/>
          </a:xfrm>
          <a:prstGeom prst="round2SameRect">
            <a:avLst/>
          </a:prstGeom>
          <a:solidFill>
            <a:srgbClr val="0F434A"/>
          </a:solidFill>
          <a:ln w="6350" cmpd="sng">
            <a:noFill/>
            <a:prstDash val="solid"/>
            <a:headEnd type="none" w="med" len="med"/>
            <a:tailEnd type="none" w="med" len="med"/>
          </a:ln>
        </p:spPr>
        <p:txBody>
          <a:bodyPr vert="vert" wrap="square" lIns="45720" tIns="45720" rIns="45720" bIns="45720" anchor="ctr"/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2800">
                <a:solidFill>
                  <a:prstClr val="white"/>
                </a:solidFill>
                <a:latin typeface="+mj-lt"/>
                <a:ea typeface="+mj-lt"/>
                <a:cs typeface="+mj-lt"/>
              </a:rPr>
              <a:t>5</a:t>
            </a:r>
          </a:p>
        </p:txBody>
      </p:sp>
      <p:sp>
        <p:nvSpPr>
          <p:cNvPr id="17" name="Rounded Rectangle 12">
            <a:extLst>
              <a:ext uri="{FF2B5EF4-FFF2-40B4-BE49-F238E27FC236}">
                <a16:creationId xmlns:a16="http://schemas.microsoft.com/office/drawing/2014/main" id="{016ADDA2-1924-456A-8039-683708F4467D}"/>
              </a:ext>
            </a:extLst>
          </p:cNvPr>
          <p:cNvSpPr>
            <a:spLocks noGrp="1"/>
          </p:cNvSpPr>
          <p:nvPr/>
        </p:nvSpPr>
        <p:spPr>
          <a:xfrm>
            <a:off x="991915" y="5532323"/>
            <a:ext cx="10792098" cy="84942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noFill/>
            <a:prstDash val="sysDash"/>
            <a:headEnd type="none" w="med" len="med"/>
            <a:tailEnd type="none" w="med" len="med"/>
          </a:ln>
        </p:spPr>
        <p:txBody>
          <a:bodyPr vert="horz" wrap="square" lIns="182880" tIns="45720" rIns="45720" bIns="45720" anchor="ctr"/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sz="1400" b="1"/>
              <a:t>用PoC做Go / No-Go</a:t>
            </a:r>
          </a:p>
          <a:p>
            <a:pPr marL="169863" indent="-169863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§"/>
            </a:pPr>
            <a:r>
              <a:rPr sz="1400"/>
              <a:t>完成3个终端PoC并沉淀国家渠道评分卡</a:t>
            </a:r>
          </a:p>
        </p:txBody>
      </p:sp>
    </p:spTree>
    <p:extLst>
      <p:ext uri="{BB962C8B-B14F-4D97-AF65-F5344CB8AC3E}">
        <p14:creationId xmlns:p14="http://schemas.microsoft.com/office/powerpoint/2010/main" val="3830147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1B666D1-D115-4963-956B-EA7DF8C3F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</p:spPr>
        <p:txBody>
          <a:bodyPr/>
          <a:lstStyle/>
          <a:p>
            <a:r>
              <a:t>90天执行路线图｜2026.08–10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D60D708-7500-410E-8160-B385BA0BD17D}"/>
              </a:ext>
            </a:extLst>
          </p:cNvPr>
          <p:cNvSpPr>
            <a:spLocks noGrp="1"/>
          </p:cNvSpPr>
          <p:nvPr/>
        </p:nvSpPr>
        <p:spPr>
          <a:xfrm>
            <a:off x="2331183" y="1498121"/>
            <a:ext cx="866914" cy="338162"/>
          </a:xfrm>
          <a:custGeom>
            <a:avLst/>
            <a:gdLst>
              <a:gd name="connsiteX0" fmla="*/ 0 w 845405"/>
              <a:gd name="connsiteY0" fmla="*/ 0 h 338162"/>
              <a:gd name="connsiteX1" fmla="*/ 676324 w 845405"/>
              <a:gd name="connsiteY1" fmla="*/ 0 h 338162"/>
              <a:gd name="connsiteX2" fmla="*/ 845405 w 845405"/>
              <a:gd name="connsiteY2" fmla="*/ 169081 h 338162"/>
              <a:gd name="connsiteX3" fmla="*/ 676324 w 845405"/>
              <a:gd name="connsiteY3" fmla="*/ 338162 h 338162"/>
              <a:gd name="connsiteX4" fmla="*/ 0 w 845405"/>
              <a:gd name="connsiteY4" fmla="*/ 338162 h 338162"/>
              <a:gd name="connsiteX5" fmla="*/ 169081 w 845405"/>
              <a:gd name="connsiteY5" fmla="*/ 169081 h 338162"/>
              <a:gd name="connsiteX6" fmla="*/ 0 w 845405"/>
              <a:gd name="connsiteY6" fmla="*/ 0 h 338162"/>
            </a:gdLst>
            <a:ahLst/>
            <a:cxnLst/>
            <a:rect l="l" t="t" r="r" b="b"/>
            <a:pathLst>
              <a:path w="845405" h="338162">
                <a:moveTo>
                  <a:pt x="0" y="0"/>
                </a:moveTo>
                <a:lnTo>
                  <a:pt x="676324" y="0"/>
                </a:lnTo>
                <a:lnTo>
                  <a:pt x="845405" y="169081"/>
                </a:lnTo>
                <a:lnTo>
                  <a:pt x="676324" y="338162"/>
                </a:lnTo>
                <a:lnTo>
                  <a:pt x="0" y="338162"/>
                </a:lnTo>
                <a:lnTo>
                  <a:pt x="169081" y="1690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lumOff val="0"/>
            </a:schemeClr>
          </a:effectRef>
          <a:fontRef idx="minor">
            <a:schemeClr val="lt1"/>
          </a:fontRef>
        </p:style>
        <p:txBody>
          <a:bodyPr spcFirstLastPara="0" vert="horz" wrap="square" lIns="217087" tIns="16002" rIns="185083" bIns="16002" anchor="ctr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sz="1200" b="1">
                <a:solidFill>
                  <a:schemeClr val="bg1"/>
                </a:solidFill>
              </a:rPr>
              <a:t>W1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972E2A2-01AE-4429-A941-72579AE4862B}"/>
              </a:ext>
            </a:extLst>
          </p:cNvPr>
          <p:cNvSpPr>
            <a:spLocks noGrp="1"/>
          </p:cNvSpPr>
          <p:nvPr/>
        </p:nvSpPr>
        <p:spPr>
          <a:xfrm>
            <a:off x="3111406" y="1498121"/>
            <a:ext cx="866914" cy="338162"/>
          </a:xfrm>
          <a:custGeom>
            <a:avLst/>
            <a:gdLst>
              <a:gd name="connsiteX0" fmla="*/ 0 w 845405"/>
              <a:gd name="connsiteY0" fmla="*/ 0 h 338162"/>
              <a:gd name="connsiteX1" fmla="*/ 676324 w 845405"/>
              <a:gd name="connsiteY1" fmla="*/ 0 h 338162"/>
              <a:gd name="connsiteX2" fmla="*/ 845405 w 845405"/>
              <a:gd name="connsiteY2" fmla="*/ 169081 h 338162"/>
              <a:gd name="connsiteX3" fmla="*/ 676324 w 845405"/>
              <a:gd name="connsiteY3" fmla="*/ 338162 h 338162"/>
              <a:gd name="connsiteX4" fmla="*/ 0 w 845405"/>
              <a:gd name="connsiteY4" fmla="*/ 338162 h 338162"/>
              <a:gd name="connsiteX5" fmla="*/ 169081 w 845405"/>
              <a:gd name="connsiteY5" fmla="*/ 169081 h 338162"/>
              <a:gd name="connsiteX6" fmla="*/ 0 w 845405"/>
              <a:gd name="connsiteY6" fmla="*/ 0 h 338162"/>
            </a:gdLst>
            <a:ahLst/>
            <a:cxnLst/>
            <a:rect l="l" t="t" r="r" b="b"/>
            <a:pathLst>
              <a:path w="845405" h="338162">
                <a:moveTo>
                  <a:pt x="0" y="0"/>
                </a:moveTo>
                <a:lnTo>
                  <a:pt x="676324" y="0"/>
                </a:lnTo>
                <a:lnTo>
                  <a:pt x="845405" y="169081"/>
                </a:lnTo>
                <a:lnTo>
                  <a:pt x="676324" y="338162"/>
                </a:lnTo>
                <a:lnTo>
                  <a:pt x="0" y="338162"/>
                </a:lnTo>
                <a:lnTo>
                  <a:pt x="169081" y="1690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lumOff val="0"/>
            </a:schemeClr>
          </a:effectRef>
          <a:fontRef idx="minor">
            <a:schemeClr val="lt1"/>
          </a:fontRef>
        </p:style>
        <p:txBody>
          <a:bodyPr spcFirstLastPara="0" vert="horz" wrap="square" lIns="217087" tIns="16002" rIns="185083" bIns="16002" anchor="ctr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sz="1200" b="1">
                <a:solidFill>
                  <a:schemeClr val="bg1"/>
                </a:solidFill>
              </a:rPr>
              <a:t>W2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2991248-479C-449C-A41A-AB8104E6A01C}"/>
              </a:ext>
            </a:extLst>
          </p:cNvPr>
          <p:cNvSpPr>
            <a:spLocks noGrp="1"/>
          </p:cNvSpPr>
          <p:nvPr/>
        </p:nvSpPr>
        <p:spPr>
          <a:xfrm>
            <a:off x="3891629" y="1498121"/>
            <a:ext cx="866914" cy="338162"/>
          </a:xfrm>
          <a:custGeom>
            <a:avLst/>
            <a:gdLst>
              <a:gd name="connsiteX0" fmla="*/ 0 w 845405"/>
              <a:gd name="connsiteY0" fmla="*/ 0 h 338162"/>
              <a:gd name="connsiteX1" fmla="*/ 676324 w 845405"/>
              <a:gd name="connsiteY1" fmla="*/ 0 h 338162"/>
              <a:gd name="connsiteX2" fmla="*/ 845405 w 845405"/>
              <a:gd name="connsiteY2" fmla="*/ 169081 h 338162"/>
              <a:gd name="connsiteX3" fmla="*/ 676324 w 845405"/>
              <a:gd name="connsiteY3" fmla="*/ 338162 h 338162"/>
              <a:gd name="connsiteX4" fmla="*/ 0 w 845405"/>
              <a:gd name="connsiteY4" fmla="*/ 338162 h 338162"/>
              <a:gd name="connsiteX5" fmla="*/ 169081 w 845405"/>
              <a:gd name="connsiteY5" fmla="*/ 169081 h 338162"/>
              <a:gd name="connsiteX6" fmla="*/ 0 w 845405"/>
              <a:gd name="connsiteY6" fmla="*/ 0 h 338162"/>
            </a:gdLst>
            <a:ahLst/>
            <a:cxnLst/>
            <a:rect l="l" t="t" r="r" b="b"/>
            <a:pathLst>
              <a:path w="845405" h="338162">
                <a:moveTo>
                  <a:pt x="0" y="0"/>
                </a:moveTo>
                <a:lnTo>
                  <a:pt x="676324" y="0"/>
                </a:lnTo>
                <a:lnTo>
                  <a:pt x="845405" y="169081"/>
                </a:lnTo>
                <a:lnTo>
                  <a:pt x="676324" y="338162"/>
                </a:lnTo>
                <a:lnTo>
                  <a:pt x="0" y="338162"/>
                </a:lnTo>
                <a:lnTo>
                  <a:pt x="169081" y="1690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lumOff val="0"/>
            </a:schemeClr>
          </a:effectRef>
          <a:fontRef idx="minor">
            <a:schemeClr val="lt1"/>
          </a:fontRef>
        </p:style>
        <p:txBody>
          <a:bodyPr spcFirstLastPara="0" vert="horz" wrap="square" lIns="217087" tIns="16002" rIns="185083" bIns="16002" anchor="ctr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sz="1200" b="1">
                <a:solidFill>
                  <a:schemeClr val="bg1"/>
                </a:solidFill>
              </a:rPr>
              <a:t>W3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623E3C-BD62-4F07-BB8A-978A6D3185B8}"/>
              </a:ext>
            </a:extLst>
          </p:cNvPr>
          <p:cNvSpPr>
            <a:spLocks noGrp="1"/>
          </p:cNvSpPr>
          <p:nvPr/>
        </p:nvSpPr>
        <p:spPr>
          <a:xfrm>
            <a:off x="4671851" y="1498121"/>
            <a:ext cx="866914" cy="338162"/>
          </a:xfrm>
          <a:custGeom>
            <a:avLst/>
            <a:gdLst>
              <a:gd name="connsiteX0" fmla="*/ 0 w 845405"/>
              <a:gd name="connsiteY0" fmla="*/ 0 h 338162"/>
              <a:gd name="connsiteX1" fmla="*/ 676324 w 845405"/>
              <a:gd name="connsiteY1" fmla="*/ 0 h 338162"/>
              <a:gd name="connsiteX2" fmla="*/ 845405 w 845405"/>
              <a:gd name="connsiteY2" fmla="*/ 169081 h 338162"/>
              <a:gd name="connsiteX3" fmla="*/ 676324 w 845405"/>
              <a:gd name="connsiteY3" fmla="*/ 338162 h 338162"/>
              <a:gd name="connsiteX4" fmla="*/ 0 w 845405"/>
              <a:gd name="connsiteY4" fmla="*/ 338162 h 338162"/>
              <a:gd name="connsiteX5" fmla="*/ 169081 w 845405"/>
              <a:gd name="connsiteY5" fmla="*/ 169081 h 338162"/>
              <a:gd name="connsiteX6" fmla="*/ 0 w 845405"/>
              <a:gd name="connsiteY6" fmla="*/ 0 h 338162"/>
            </a:gdLst>
            <a:ahLst/>
            <a:cxnLst/>
            <a:rect l="l" t="t" r="r" b="b"/>
            <a:pathLst>
              <a:path w="845405" h="338162">
                <a:moveTo>
                  <a:pt x="0" y="0"/>
                </a:moveTo>
                <a:lnTo>
                  <a:pt x="676324" y="0"/>
                </a:lnTo>
                <a:lnTo>
                  <a:pt x="845405" y="169081"/>
                </a:lnTo>
                <a:lnTo>
                  <a:pt x="676324" y="338162"/>
                </a:lnTo>
                <a:lnTo>
                  <a:pt x="0" y="338162"/>
                </a:lnTo>
                <a:lnTo>
                  <a:pt x="169081" y="1690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lumOff val="0"/>
            </a:schemeClr>
          </a:effectRef>
          <a:fontRef idx="minor">
            <a:schemeClr val="lt1"/>
          </a:fontRef>
        </p:style>
        <p:txBody>
          <a:bodyPr spcFirstLastPara="0" vert="horz" wrap="square" lIns="217087" tIns="16002" rIns="185083" bIns="16002" anchor="ctr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sz="1200" b="1">
                <a:solidFill>
                  <a:schemeClr val="bg1"/>
                </a:solidFill>
              </a:rPr>
              <a:t>W4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C3FC699-C1C9-48DF-8472-0762D8BBF803}"/>
              </a:ext>
            </a:extLst>
          </p:cNvPr>
          <p:cNvSpPr>
            <a:spLocks noGrp="1"/>
          </p:cNvSpPr>
          <p:nvPr/>
        </p:nvSpPr>
        <p:spPr>
          <a:xfrm>
            <a:off x="5452074" y="1498121"/>
            <a:ext cx="866914" cy="338162"/>
          </a:xfrm>
          <a:custGeom>
            <a:avLst/>
            <a:gdLst>
              <a:gd name="connsiteX0" fmla="*/ 0 w 845405"/>
              <a:gd name="connsiteY0" fmla="*/ 0 h 338162"/>
              <a:gd name="connsiteX1" fmla="*/ 676324 w 845405"/>
              <a:gd name="connsiteY1" fmla="*/ 0 h 338162"/>
              <a:gd name="connsiteX2" fmla="*/ 845405 w 845405"/>
              <a:gd name="connsiteY2" fmla="*/ 169081 h 338162"/>
              <a:gd name="connsiteX3" fmla="*/ 676324 w 845405"/>
              <a:gd name="connsiteY3" fmla="*/ 338162 h 338162"/>
              <a:gd name="connsiteX4" fmla="*/ 0 w 845405"/>
              <a:gd name="connsiteY4" fmla="*/ 338162 h 338162"/>
              <a:gd name="connsiteX5" fmla="*/ 169081 w 845405"/>
              <a:gd name="connsiteY5" fmla="*/ 169081 h 338162"/>
              <a:gd name="connsiteX6" fmla="*/ 0 w 845405"/>
              <a:gd name="connsiteY6" fmla="*/ 0 h 338162"/>
            </a:gdLst>
            <a:ahLst/>
            <a:cxnLst/>
            <a:rect l="l" t="t" r="r" b="b"/>
            <a:pathLst>
              <a:path w="845405" h="338162">
                <a:moveTo>
                  <a:pt x="0" y="0"/>
                </a:moveTo>
                <a:lnTo>
                  <a:pt x="676324" y="0"/>
                </a:lnTo>
                <a:lnTo>
                  <a:pt x="845405" y="169081"/>
                </a:lnTo>
                <a:lnTo>
                  <a:pt x="676324" y="338162"/>
                </a:lnTo>
                <a:lnTo>
                  <a:pt x="0" y="338162"/>
                </a:lnTo>
                <a:lnTo>
                  <a:pt x="169081" y="1690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lumOff val="0"/>
            </a:schemeClr>
          </a:effectRef>
          <a:fontRef idx="minor">
            <a:schemeClr val="lt1"/>
          </a:fontRef>
        </p:style>
        <p:txBody>
          <a:bodyPr spcFirstLastPara="0" vert="horz" wrap="square" lIns="217087" tIns="16002" rIns="185083" bIns="16002" anchor="ctr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sz="1200" b="1">
                <a:solidFill>
                  <a:schemeClr val="bg1"/>
                </a:solidFill>
              </a:rPr>
              <a:t>W5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370C6D-2372-4920-8742-161D5139C7AA}"/>
              </a:ext>
            </a:extLst>
          </p:cNvPr>
          <p:cNvSpPr>
            <a:spLocks noGrp="1"/>
          </p:cNvSpPr>
          <p:nvPr/>
        </p:nvSpPr>
        <p:spPr>
          <a:xfrm>
            <a:off x="6232297" y="1498121"/>
            <a:ext cx="866914" cy="338162"/>
          </a:xfrm>
          <a:custGeom>
            <a:avLst/>
            <a:gdLst>
              <a:gd name="connsiteX0" fmla="*/ 0 w 845405"/>
              <a:gd name="connsiteY0" fmla="*/ 0 h 338162"/>
              <a:gd name="connsiteX1" fmla="*/ 676324 w 845405"/>
              <a:gd name="connsiteY1" fmla="*/ 0 h 338162"/>
              <a:gd name="connsiteX2" fmla="*/ 845405 w 845405"/>
              <a:gd name="connsiteY2" fmla="*/ 169081 h 338162"/>
              <a:gd name="connsiteX3" fmla="*/ 676324 w 845405"/>
              <a:gd name="connsiteY3" fmla="*/ 338162 h 338162"/>
              <a:gd name="connsiteX4" fmla="*/ 0 w 845405"/>
              <a:gd name="connsiteY4" fmla="*/ 338162 h 338162"/>
              <a:gd name="connsiteX5" fmla="*/ 169081 w 845405"/>
              <a:gd name="connsiteY5" fmla="*/ 169081 h 338162"/>
              <a:gd name="connsiteX6" fmla="*/ 0 w 845405"/>
              <a:gd name="connsiteY6" fmla="*/ 0 h 338162"/>
            </a:gdLst>
            <a:ahLst/>
            <a:cxnLst/>
            <a:rect l="l" t="t" r="r" b="b"/>
            <a:pathLst>
              <a:path w="845405" h="338162">
                <a:moveTo>
                  <a:pt x="0" y="0"/>
                </a:moveTo>
                <a:lnTo>
                  <a:pt x="676324" y="0"/>
                </a:lnTo>
                <a:lnTo>
                  <a:pt x="845405" y="169081"/>
                </a:lnTo>
                <a:lnTo>
                  <a:pt x="676324" y="338162"/>
                </a:lnTo>
                <a:lnTo>
                  <a:pt x="0" y="338162"/>
                </a:lnTo>
                <a:lnTo>
                  <a:pt x="169081" y="1690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lumOff val="0"/>
            </a:schemeClr>
          </a:effectRef>
          <a:fontRef idx="minor">
            <a:schemeClr val="lt1"/>
          </a:fontRef>
        </p:style>
        <p:txBody>
          <a:bodyPr spcFirstLastPara="0" vert="horz" wrap="square" lIns="217087" tIns="16002" rIns="185083" bIns="16002" anchor="ctr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sz="1200" b="1">
                <a:solidFill>
                  <a:schemeClr val="bg1"/>
                </a:solidFill>
              </a:rPr>
              <a:t>W6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6418E8F-35E4-414F-93CD-BE6C119C1E89}"/>
              </a:ext>
            </a:extLst>
          </p:cNvPr>
          <p:cNvSpPr>
            <a:spLocks noGrp="1"/>
          </p:cNvSpPr>
          <p:nvPr/>
        </p:nvSpPr>
        <p:spPr>
          <a:xfrm>
            <a:off x="7012520" y="1498121"/>
            <a:ext cx="866914" cy="338162"/>
          </a:xfrm>
          <a:custGeom>
            <a:avLst/>
            <a:gdLst>
              <a:gd name="connsiteX0" fmla="*/ 0 w 845405"/>
              <a:gd name="connsiteY0" fmla="*/ 0 h 338162"/>
              <a:gd name="connsiteX1" fmla="*/ 676324 w 845405"/>
              <a:gd name="connsiteY1" fmla="*/ 0 h 338162"/>
              <a:gd name="connsiteX2" fmla="*/ 845405 w 845405"/>
              <a:gd name="connsiteY2" fmla="*/ 169081 h 338162"/>
              <a:gd name="connsiteX3" fmla="*/ 676324 w 845405"/>
              <a:gd name="connsiteY3" fmla="*/ 338162 h 338162"/>
              <a:gd name="connsiteX4" fmla="*/ 0 w 845405"/>
              <a:gd name="connsiteY4" fmla="*/ 338162 h 338162"/>
              <a:gd name="connsiteX5" fmla="*/ 169081 w 845405"/>
              <a:gd name="connsiteY5" fmla="*/ 169081 h 338162"/>
              <a:gd name="connsiteX6" fmla="*/ 0 w 845405"/>
              <a:gd name="connsiteY6" fmla="*/ 0 h 338162"/>
            </a:gdLst>
            <a:ahLst/>
            <a:cxnLst/>
            <a:rect l="l" t="t" r="r" b="b"/>
            <a:pathLst>
              <a:path w="845405" h="338162">
                <a:moveTo>
                  <a:pt x="0" y="0"/>
                </a:moveTo>
                <a:lnTo>
                  <a:pt x="676324" y="0"/>
                </a:lnTo>
                <a:lnTo>
                  <a:pt x="845405" y="169081"/>
                </a:lnTo>
                <a:lnTo>
                  <a:pt x="676324" y="338162"/>
                </a:lnTo>
                <a:lnTo>
                  <a:pt x="0" y="338162"/>
                </a:lnTo>
                <a:lnTo>
                  <a:pt x="169081" y="1690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lumOff val="0"/>
            </a:schemeClr>
          </a:effectRef>
          <a:fontRef idx="minor">
            <a:schemeClr val="lt1"/>
          </a:fontRef>
        </p:style>
        <p:txBody>
          <a:bodyPr spcFirstLastPara="0" vert="horz" wrap="square" lIns="217087" tIns="16002" rIns="185083" bIns="16002" anchor="ctr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sz="1200" b="1">
                <a:solidFill>
                  <a:schemeClr val="bg1"/>
                </a:solidFill>
              </a:rPr>
              <a:t>W7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9E24F3E-5BAC-4561-9204-85DE09B16CEB}"/>
              </a:ext>
            </a:extLst>
          </p:cNvPr>
          <p:cNvSpPr>
            <a:spLocks noGrp="1"/>
          </p:cNvSpPr>
          <p:nvPr/>
        </p:nvSpPr>
        <p:spPr>
          <a:xfrm>
            <a:off x="7792743" y="1498121"/>
            <a:ext cx="866914" cy="338162"/>
          </a:xfrm>
          <a:custGeom>
            <a:avLst/>
            <a:gdLst>
              <a:gd name="connsiteX0" fmla="*/ 0 w 845405"/>
              <a:gd name="connsiteY0" fmla="*/ 0 h 338162"/>
              <a:gd name="connsiteX1" fmla="*/ 676324 w 845405"/>
              <a:gd name="connsiteY1" fmla="*/ 0 h 338162"/>
              <a:gd name="connsiteX2" fmla="*/ 845405 w 845405"/>
              <a:gd name="connsiteY2" fmla="*/ 169081 h 338162"/>
              <a:gd name="connsiteX3" fmla="*/ 676324 w 845405"/>
              <a:gd name="connsiteY3" fmla="*/ 338162 h 338162"/>
              <a:gd name="connsiteX4" fmla="*/ 0 w 845405"/>
              <a:gd name="connsiteY4" fmla="*/ 338162 h 338162"/>
              <a:gd name="connsiteX5" fmla="*/ 169081 w 845405"/>
              <a:gd name="connsiteY5" fmla="*/ 169081 h 338162"/>
              <a:gd name="connsiteX6" fmla="*/ 0 w 845405"/>
              <a:gd name="connsiteY6" fmla="*/ 0 h 338162"/>
            </a:gdLst>
            <a:ahLst/>
            <a:cxnLst/>
            <a:rect l="l" t="t" r="r" b="b"/>
            <a:pathLst>
              <a:path w="845405" h="338162">
                <a:moveTo>
                  <a:pt x="0" y="0"/>
                </a:moveTo>
                <a:lnTo>
                  <a:pt x="676324" y="0"/>
                </a:lnTo>
                <a:lnTo>
                  <a:pt x="845405" y="169081"/>
                </a:lnTo>
                <a:lnTo>
                  <a:pt x="676324" y="338162"/>
                </a:lnTo>
                <a:lnTo>
                  <a:pt x="0" y="338162"/>
                </a:lnTo>
                <a:lnTo>
                  <a:pt x="169081" y="1690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lumOff val="0"/>
            </a:schemeClr>
          </a:effectRef>
          <a:fontRef idx="minor">
            <a:schemeClr val="lt1"/>
          </a:fontRef>
        </p:style>
        <p:txBody>
          <a:bodyPr spcFirstLastPara="0" vert="horz" wrap="square" lIns="217087" tIns="16002" rIns="185083" bIns="16002" anchor="ctr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sz="1200" b="1">
                <a:solidFill>
                  <a:schemeClr val="bg1"/>
                </a:solidFill>
              </a:rPr>
              <a:t>W8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5D37EE9-2E1E-406A-99CB-D862E5E4AA7E}"/>
              </a:ext>
            </a:extLst>
          </p:cNvPr>
          <p:cNvSpPr>
            <a:spLocks noGrp="1"/>
          </p:cNvSpPr>
          <p:nvPr/>
        </p:nvSpPr>
        <p:spPr>
          <a:xfrm>
            <a:off x="8572966" y="1498121"/>
            <a:ext cx="866914" cy="338162"/>
          </a:xfrm>
          <a:custGeom>
            <a:avLst/>
            <a:gdLst>
              <a:gd name="connsiteX0" fmla="*/ 0 w 845405"/>
              <a:gd name="connsiteY0" fmla="*/ 0 h 338162"/>
              <a:gd name="connsiteX1" fmla="*/ 676324 w 845405"/>
              <a:gd name="connsiteY1" fmla="*/ 0 h 338162"/>
              <a:gd name="connsiteX2" fmla="*/ 845405 w 845405"/>
              <a:gd name="connsiteY2" fmla="*/ 169081 h 338162"/>
              <a:gd name="connsiteX3" fmla="*/ 676324 w 845405"/>
              <a:gd name="connsiteY3" fmla="*/ 338162 h 338162"/>
              <a:gd name="connsiteX4" fmla="*/ 0 w 845405"/>
              <a:gd name="connsiteY4" fmla="*/ 338162 h 338162"/>
              <a:gd name="connsiteX5" fmla="*/ 169081 w 845405"/>
              <a:gd name="connsiteY5" fmla="*/ 169081 h 338162"/>
              <a:gd name="connsiteX6" fmla="*/ 0 w 845405"/>
              <a:gd name="connsiteY6" fmla="*/ 0 h 338162"/>
            </a:gdLst>
            <a:ahLst/>
            <a:cxnLst/>
            <a:rect l="l" t="t" r="r" b="b"/>
            <a:pathLst>
              <a:path w="845405" h="338162">
                <a:moveTo>
                  <a:pt x="0" y="0"/>
                </a:moveTo>
                <a:lnTo>
                  <a:pt x="676324" y="0"/>
                </a:lnTo>
                <a:lnTo>
                  <a:pt x="845405" y="169081"/>
                </a:lnTo>
                <a:lnTo>
                  <a:pt x="676324" y="338162"/>
                </a:lnTo>
                <a:lnTo>
                  <a:pt x="0" y="338162"/>
                </a:lnTo>
                <a:lnTo>
                  <a:pt x="169081" y="1690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lumOff val="0"/>
            </a:schemeClr>
          </a:effectRef>
          <a:fontRef idx="minor">
            <a:schemeClr val="lt1"/>
          </a:fontRef>
        </p:style>
        <p:txBody>
          <a:bodyPr spcFirstLastPara="0" vert="horz" wrap="square" lIns="217087" tIns="16002" rIns="185083" bIns="16002" anchor="ctr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sz="1200" b="1">
                <a:solidFill>
                  <a:schemeClr val="bg1"/>
                </a:solidFill>
              </a:rPr>
              <a:t>W9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A5DF012-9A29-40E2-A751-E8474335A4DA}"/>
              </a:ext>
            </a:extLst>
          </p:cNvPr>
          <p:cNvSpPr>
            <a:spLocks noGrp="1"/>
          </p:cNvSpPr>
          <p:nvPr/>
        </p:nvSpPr>
        <p:spPr>
          <a:xfrm>
            <a:off x="9353189" y="1498121"/>
            <a:ext cx="866914" cy="338162"/>
          </a:xfrm>
          <a:custGeom>
            <a:avLst/>
            <a:gdLst>
              <a:gd name="connsiteX0" fmla="*/ 0 w 845405"/>
              <a:gd name="connsiteY0" fmla="*/ 0 h 338162"/>
              <a:gd name="connsiteX1" fmla="*/ 676324 w 845405"/>
              <a:gd name="connsiteY1" fmla="*/ 0 h 338162"/>
              <a:gd name="connsiteX2" fmla="*/ 845405 w 845405"/>
              <a:gd name="connsiteY2" fmla="*/ 169081 h 338162"/>
              <a:gd name="connsiteX3" fmla="*/ 676324 w 845405"/>
              <a:gd name="connsiteY3" fmla="*/ 338162 h 338162"/>
              <a:gd name="connsiteX4" fmla="*/ 0 w 845405"/>
              <a:gd name="connsiteY4" fmla="*/ 338162 h 338162"/>
              <a:gd name="connsiteX5" fmla="*/ 169081 w 845405"/>
              <a:gd name="connsiteY5" fmla="*/ 169081 h 338162"/>
              <a:gd name="connsiteX6" fmla="*/ 0 w 845405"/>
              <a:gd name="connsiteY6" fmla="*/ 0 h 338162"/>
            </a:gdLst>
            <a:ahLst/>
            <a:cxnLst/>
            <a:rect l="l" t="t" r="r" b="b"/>
            <a:pathLst>
              <a:path w="845405" h="338162">
                <a:moveTo>
                  <a:pt x="0" y="0"/>
                </a:moveTo>
                <a:lnTo>
                  <a:pt x="676324" y="0"/>
                </a:lnTo>
                <a:lnTo>
                  <a:pt x="845405" y="169081"/>
                </a:lnTo>
                <a:lnTo>
                  <a:pt x="676324" y="338162"/>
                </a:lnTo>
                <a:lnTo>
                  <a:pt x="0" y="338162"/>
                </a:lnTo>
                <a:lnTo>
                  <a:pt x="169081" y="1690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lumOff val="0"/>
            </a:schemeClr>
          </a:effectRef>
          <a:fontRef idx="minor">
            <a:schemeClr val="lt1"/>
          </a:fontRef>
        </p:style>
        <p:txBody>
          <a:bodyPr spcFirstLastPara="0" vert="horz" wrap="square" lIns="217087" tIns="16002" rIns="185083" bIns="16002" anchor="ctr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sz="1200" b="1">
                <a:solidFill>
                  <a:schemeClr val="bg1"/>
                </a:solidFill>
              </a:rPr>
              <a:t>W10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866C74D-6AD7-48CC-9B88-F0BBB9C91966}"/>
              </a:ext>
            </a:extLst>
          </p:cNvPr>
          <p:cNvSpPr>
            <a:spLocks noGrp="1"/>
          </p:cNvSpPr>
          <p:nvPr/>
        </p:nvSpPr>
        <p:spPr>
          <a:xfrm>
            <a:off x="10133411" y="1498121"/>
            <a:ext cx="866914" cy="338162"/>
          </a:xfrm>
          <a:custGeom>
            <a:avLst/>
            <a:gdLst>
              <a:gd name="connsiteX0" fmla="*/ 0 w 845405"/>
              <a:gd name="connsiteY0" fmla="*/ 0 h 338162"/>
              <a:gd name="connsiteX1" fmla="*/ 676324 w 845405"/>
              <a:gd name="connsiteY1" fmla="*/ 0 h 338162"/>
              <a:gd name="connsiteX2" fmla="*/ 845405 w 845405"/>
              <a:gd name="connsiteY2" fmla="*/ 169081 h 338162"/>
              <a:gd name="connsiteX3" fmla="*/ 676324 w 845405"/>
              <a:gd name="connsiteY3" fmla="*/ 338162 h 338162"/>
              <a:gd name="connsiteX4" fmla="*/ 0 w 845405"/>
              <a:gd name="connsiteY4" fmla="*/ 338162 h 338162"/>
              <a:gd name="connsiteX5" fmla="*/ 169081 w 845405"/>
              <a:gd name="connsiteY5" fmla="*/ 169081 h 338162"/>
              <a:gd name="connsiteX6" fmla="*/ 0 w 845405"/>
              <a:gd name="connsiteY6" fmla="*/ 0 h 338162"/>
            </a:gdLst>
            <a:ahLst/>
            <a:cxnLst/>
            <a:rect l="l" t="t" r="r" b="b"/>
            <a:pathLst>
              <a:path w="845405" h="338162">
                <a:moveTo>
                  <a:pt x="0" y="0"/>
                </a:moveTo>
                <a:lnTo>
                  <a:pt x="676324" y="0"/>
                </a:lnTo>
                <a:lnTo>
                  <a:pt x="845405" y="169081"/>
                </a:lnTo>
                <a:lnTo>
                  <a:pt x="676324" y="338162"/>
                </a:lnTo>
                <a:lnTo>
                  <a:pt x="0" y="338162"/>
                </a:lnTo>
                <a:lnTo>
                  <a:pt x="169081" y="1690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lumOff val="0"/>
            </a:schemeClr>
          </a:effectRef>
          <a:fontRef idx="minor">
            <a:schemeClr val="lt1"/>
          </a:fontRef>
        </p:style>
        <p:txBody>
          <a:bodyPr spcFirstLastPara="0" vert="horz" wrap="square" lIns="217087" tIns="16002" rIns="185083" bIns="16002" anchor="ctr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sz="1200" b="1">
                <a:solidFill>
                  <a:schemeClr val="bg1"/>
                </a:solidFill>
              </a:rPr>
              <a:t>W11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22F06E9-CDF9-4FFD-B01C-18064E887E85}"/>
              </a:ext>
            </a:extLst>
          </p:cNvPr>
          <p:cNvSpPr>
            <a:spLocks noGrp="1"/>
          </p:cNvSpPr>
          <p:nvPr/>
        </p:nvSpPr>
        <p:spPr>
          <a:xfrm>
            <a:off x="10913634" y="1498121"/>
            <a:ext cx="866914" cy="338162"/>
          </a:xfrm>
          <a:custGeom>
            <a:avLst/>
            <a:gdLst>
              <a:gd name="connsiteX0" fmla="*/ 0 w 845405"/>
              <a:gd name="connsiteY0" fmla="*/ 0 h 338162"/>
              <a:gd name="connsiteX1" fmla="*/ 676324 w 845405"/>
              <a:gd name="connsiteY1" fmla="*/ 0 h 338162"/>
              <a:gd name="connsiteX2" fmla="*/ 845405 w 845405"/>
              <a:gd name="connsiteY2" fmla="*/ 169081 h 338162"/>
              <a:gd name="connsiteX3" fmla="*/ 676324 w 845405"/>
              <a:gd name="connsiteY3" fmla="*/ 338162 h 338162"/>
              <a:gd name="connsiteX4" fmla="*/ 0 w 845405"/>
              <a:gd name="connsiteY4" fmla="*/ 338162 h 338162"/>
              <a:gd name="connsiteX5" fmla="*/ 169081 w 845405"/>
              <a:gd name="connsiteY5" fmla="*/ 169081 h 338162"/>
              <a:gd name="connsiteX6" fmla="*/ 0 w 845405"/>
              <a:gd name="connsiteY6" fmla="*/ 0 h 338162"/>
            </a:gdLst>
            <a:ahLst/>
            <a:cxnLst/>
            <a:rect l="l" t="t" r="r" b="b"/>
            <a:pathLst>
              <a:path w="845405" h="338162">
                <a:moveTo>
                  <a:pt x="0" y="0"/>
                </a:moveTo>
                <a:lnTo>
                  <a:pt x="676324" y="0"/>
                </a:lnTo>
                <a:lnTo>
                  <a:pt x="845405" y="169081"/>
                </a:lnTo>
                <a:lnTo>
                  <a:pt x="676324" y="338162"/>
                </a:lnTo>
                <a:lnTo>
                  <a:pt x="0" y="338162"/>
                </a:lnTo>
                <a:lnTo>
                  <a:pt x="169081" y="1690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lumOff val="0"/>
            </a:schemeClr>
          </a:effectRef>
          <a:fontRef idx="minor">
            <a:schemeClr val="lt1"/>
          </a:fontRef>
        </p:style>
        <p:txBody>
          <a:bodyPr spcFirstLastPara="0" vert="horz" wrap="square" lIns="217087" tIns="16002" rIns="185083" bIns="16002" anchor="ctr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sz="1200" b="1">
                <a:solidFill>
                  <a:schemeClr val="bg1"/>
                </a:solidFill>
              </a:rPr>
              <a:t>W12</a:t>
            </a:r>
          </a:p>
        </p:txBody>
      </p:sp>
      <p:graphicFrame>
        <p:nvGraphicFramePr>
          <p:cNvPr id="47" name="Table Placeholder 16"/>
          <p:cNvGraphicFramePr/>
          <p:nvPr/>
        </p:nvGraphicFramePr>
        <p:xfrm>
          <a:off x="407988" y="2020887"/>
          <a:ext cx="11093821" cy="4134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4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4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4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4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4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44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44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744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744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744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744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516756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1">
                          <a:solidFill>
                            <a:schemeClr val="bg1"/>
                          </a:solidFill>
                          <a:latin typeface="+mn-lt"/>
                          <a:ea typeface="+mn-lt"/>
                          <a:cs typeface="+mn-lt"/>
                        </a:rPr>
                        <a:t>工作流</a:t>
                      </a:r>
                    </a:p>
                  </a:txBody>
                  <a:tcPr marL="89354" marR="8935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solidFill>
                        <a:schemeClr val="bg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noFill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56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1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产品主张/合规</a:t>
                      </a:r>
                    </a:p>
                  </a:txBody>
                  <a:tcPr marL="89354" marR="89354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solidFill>
                        <a:schemeClr val="bg1"/>
                      </a:solidFill>
                      <a:prstDash val="solid"/>
                    </a:lnT>
                    <a:lnB w="38100" cmpd="sng">
                      <a:solidFill>
                        <a:schemeClr val="bg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noFill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756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1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英文资料/SDK</a:t>
                      </a:r>
                    </a:p>
                  </a:txBody>
                  <a:tcPr marL="89354" marR="89354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solidFill>
                        <a:schemeClr val="bg1"/>
                      </a:solidFill>
                      <a:prstDash val="solid"/>
                    </a:lnT>
                    <a:lnB w="38100" cmpd="sng">
                      <a:solidFill>
                        <a:schemeClr val="bg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noFill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756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1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渠道触达</a:t>
                      </a:r>
                    </a:p>
                  </a:txBody>
                  <a:tcPr marL="89354" marR="89354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solidFill>
                        <a:schemeClr val="bg1"/>
                      </a:solidFill>
                      <a:prstDash val="solid"/>
                    </a:lnT>
                    <a:lnB w="38100" cmpd="sng">
                      <a:solidFill>
                        <a:schemeClr val="bg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noFill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756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1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Demo/样机/培训</a:t>
                      </a:r>
                    </a:p>
                  </a:txBody>
                  <a:tcPr marL="89354" marR="89354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solidFill>
                        <a:schemeClr val="bg1"/>
                      </a:solidFill>
                      <a:prstDash val="solid"/>
                    </a:lnT>
                    <a:lnB w="38100" cmpd="sng">
                      <a:solidFill>
                        <a:schemeClr val="bg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noFill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756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1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终端PoC</a:t>
                      </a:r>
                    </a:p>
                  </a:txBody>
                  <a:tcPr marL="89354" marR="89354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solidFill>
                        <a:schemeClr val="bg1"/>
                      </a:solidFill>
                      <a:prstDash val="solid"/>
                    </a:lnT>
                    <a:lnB w="38100" cmpd="sng">
                      <a:solidFill>
                        <a:schemeClr val="bg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noFill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756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1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定价与折扣</a:t>
                      </a:r>
                    </a:p>
                  </a:txBody>
                  <a:tcPr marL="89354" marR="89354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solidFill>
                        <a:schemeClr val="bg1"/>
                      </a:solidFill>
                      <a:prstDash val="solid"/>
                    </a:lnT>
                    <a:lnB w="38100" cmpd="sng">
                      <a:solidFill>
                        <a:schemeClr val="bg1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noFill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6756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1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复盘/Go-NoGo</a:t>
                      </a:r>
                    </a:p>
                  </a:txBody>
                  <a:tcPr marL="89354" marR="89354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solidFill>
                        <a:schemeClr val="bg1"/>
                      </a:solidFill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noFill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89354" marR="89354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" name="Retângulo 40">
            <a:extLst>
              <a:ext uri="{FF2B5EF4-FFF2-40B4-BE49-F238E27FC236}">
                <a16:creationId xmlns:a16="http://schemas.microsoft.com/office/drawing/2014/main" id="{52E8F81C-A862-453E-80AD-F003C97E085E}"/>
              </a:ext>
            </a:extLst>
          </p:cNvPr>
          <p:cNvSpPr>
            <a:spLocks noGrp="1"/>
          </p:cNvSpPr>
          <p:nvPr/>
        </p:nvSpPr>
        <p:spPr>
          <a:xfrm>
            <a:off x="2600735" y="2204864"/>
            <a:ext cx="1888255" cy="1309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Retângulo 40">
            <a:extLst>
              <a:ext uri="{FF2B5EF4-FFF2-40B4-BE49-F238E27FC236}">
                <a16:creationId xmlns:a16="http://schemas.microsoft.com/office/drawing/2014/main" id="{865DF4C7-8E4B-4FF7-BEED-F49AA03A7A65}"/>
              </a:ext>
            </a:extLst>
          </p:cNvPr>
          <p:cNvSpPr>
            <a:spLocks noGrp="1"/>
          </p:cNvSpPr>
          <p:nvPr/>
        </p:nvSpPr>
        <p:spPr>
          <a:xfrm>
            <a:off x="3182999" y="2703230"/>
            <a:ext cx="1888255" cy="1309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Rectangle 1">
            <a:extLst>
              <a:ext uri="{FF2B5EF4-FFF2-40B4-BE49-F238E27FC236}">
                <a16:creationId xmlns:a16="http://schemas.microsoft.com/office/drawing/2014/main" id="{9F459050-58D1-4C65-94BE-D7FAF5DCB4A9}"/>
              </a:ext>
            </a:extLst>
          </p:cNvPr>
          <p:cNvSpPr>
            <a:spLocks noGrp="1"/>
          </p:cNvSpPr>
          <p:nvPr/>
        </p:nvSpPr>
        <p:spPr>
          <a:xfrm rot="2700000">
            <a:off x="4577387" y="3209137"/>
            <a:ext cx="127682" cy="131675"/>
          </a:xfrm>
          <a:prstGeom prst="rect">
            <a:avLst/>
          </a:prstGeom>
          <a:solidFill>
            <a:srgbClr val="A600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chemeClr val="tx1"/>
              </a:solidFill>
            </a:endParaRPr>
          </a:p>
        </p:txBody>
      </p:sp>
      <p:sp>
        <p:nvSpPr>
          <p:cNvPr id="25" name="Retângulo 40">
            <a:extLst>
              <a:ext uri="{FF2B5EF4-FFF2-40B4-BE49-F238E27FC236}">
                <a16:creationId xmlns:a16="http://schemas.microsoft.com/office/drawing/2014/main" id="{AB0B633D-E199-4B1A-8A2E-0BEA5E3A0E46}"/>
              </a:ext>
            </a:extLst>
          </p:cNvPr>
          <p:cNvSpPr>
            <a:spLocks noGrp="1"/>
          </p:cNvSpPr>
          <p:nvPr/>
        </p:nvSpPr>
        <p:spPr>
          <a:xfrm>
            <a:off x="4823341" y="3209493"/>
            <a:ext cx="1888255" cy="1309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Retângulo 40">
            <a:extLst>
              <a:ext uri="{FF2B5EF4-FFF2-40B4-BE49-F238E27FC236}">
                <a16:creationId xmlns:a16="http://schemas.microsoft.com/office/drawing/2014/main" id="{EC99D919-8777-4C69-828B-0236FEBFA5FE}"/>
              </a:ext>
            </a:extLst>
          </p:cNvPr>
          <p:cNvSpPr>
            <a:spLocks noGrp="1"/>
          </p:cNvSpPr>
          <p:nvPr/>
        </p:nvSpPr>
        <p:spPr>
          <a:xfrm>
            <a:off x="5772215" y="3732156"/>
            <a:ext cx="1888255" cy="13096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Retângulo 40">
            <a:extLst>
              <a:ext uri="{FF2B5EF4-FFF2-40B4-BE49-F238E27FC236}">
                <a16:creationId xmlns:a16="http://schemas.microsoft.com/office/drawing/2014/main" id="{6A2134EF-B3A8-4CB6-BDD3-FD7B2C7664BB}"/>
              </a:ext>
            </a:extLst>
          </p:cNvPr>
          <p:cNvSpPr>
            <a:spLocks noGrp="1"/>
          </p:cNvSpPr>
          <p:nvPr/>
        </p:nvSpPr>
        <p:spPr>
          <a:xfrm>
            <a:off x="6979040" y="4272819"/>
            <a:ext cx="1577322" cy="1309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Retângulo 40">
            <a:extLst>
              <a:ext uri="{FF2B5EF4-FFF2-40B4-BE49-F238E27FC236}">
                <a16:creationId xmlns:a16="http://schemas.microsoft.com/office/drawing/2014/main" id="{6E26E4BE-60C1-4E62-B35D-CB1A11DBC80E}"/>
              </a:ext>
            </a:extLst>
          </p:cNvPr>
          <p:cNvSpPr>
            <a:spLocks noGrp="1"/>
          </p:cNvSpPr>
          <p:nvPr/>
        </p:nvSpPr>
        <p:spPr>
          <a:xfrm>
            <a:off x="6979040" y="4766382"/>
            <a:ext cx="1577322" cy="1309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Rectangle 18">
            <a:extLst>
              <a:ext uri="{FF2B5EF4-FFF2-40B4-BE49-F238E27FC236}">
                <a16:creationId xmlns:a16="http://schemas.microsoft.com/office/drawing/2014/main" id="{5E2EC2D1-8D94-415F-87AE-0B27C2EFBE8C}"/>
              </a:ext>
            </a:extLst>
          </p:cNvPr>
          <p:cNvSpPr>
            <a:spLocks noGrp="1"/>
          </p:cNvSpPr>
          <p:nvPr/>
        </p:nvSpPr>
        <p:spPr>
          <a:xfrm rot="2700000">
            <a:off x="8694179" y="4741845"/>
            <a:ext cx="127682" cy="131675"/>
          </a:xfrm>
          <a:prstGeom prst="rect">
            <a:avLst/>
          </a:prstGeom>
          <a:solidFill>
            <a:srgbClr val="A600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chemeClr val="tx1"/>
              </a:solidFill>
            </a:endParaRPr>
          </a:p>
        </p:txBody>
      </p:sp>
      <p:sp>
        <p:nvSpPr>
          <p:cNvPr id="29" name="Retângulo 40">
            <a:extLst>
              <a:ext uri="{FF2B5EF4-FFF2-40B4-BE49-F238E27FC236}">
                <a16:creationId xmlns:a16="http://schemas.microsoft.com/office/drawing/2014/main" id="{8196FD01-7830-48D3-9060-15D709CDA728}"/>
              </a:ext>
            </a:extLst>
          </p:cNvPr>
          <p:cNvSpPr>
            <a:spLocks noGrp="1"/>
          </p:cNvSpPr>
          <p:nvPr/>
        </p:nvSpPr>
        <p:spPr>
          <a:xfrm>
            <a:off x="8530939" y="5293354"/>
            <a:ext cx="1595879" cy="1309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Retângulo 40">
            <a:extLst>
              <a:ext uri="{FF2B5EF4-FFF2-40B4-BE49-F238E27FC236}">
                <a16:creationId xmlns:a16="http://schemas.microsoft.com/office/drawing/2014/main" id="{D185B355-FE41-4B5F-B252-B296FA9C1FFB}"/>
              </a:ext>
            </a:extLst>
          </p:cNvPr>
          <p:cNvSpPr>
            <a:spLocks noGrp="1"/>
          </p:cNvSpPr>
          <p:nvPr/>
        </p:nvSpPr>
        <p:spPr>
          <a:xfrm>
            <a:off x="10126817" y="5829708"/>
            <a:ext cx="1595879" cy="1309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9197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D1B0548F-66E7-F718-A3BE-EDD1E9045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四个阶段门槛把研究转化为可管理的商业验证</a:t>
            </a:r>
          </a:p>
        </p:txBody>
      </p:sp>
      <p:sp>
        <p:nvSpPr>
          <p:cNvPr id="27" name="Abgerundetes Rechteck 5">
            <a:extLst>
              <a:ext uri="{FF2B5EF4-FFF2-40B4-BE49-F238E27FC236}">
                <a16:creationId xmlns:a16="http://schemas.microsoft.com/office/drawing/2014/main" id="{5067496D-2B05-40D7-963D-0BAFC1912299}"/>
              </a:ext>
            </a:extLst>
          </p:cNvPr>
          <p:cNvSpPr>
            <a:spLocks noGrp="1"/>
          </p:cNvSpPr>
          <p:nvPr/>
        </p:nvSpPr>
        <p:spPr>
          <a:xfrm>
            <a:off x="850050" y="2096840"/>
            <a:ext cx="125073" cy="362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38100" cmpd="sng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28" name="Abgerundetes Rechteck 88">
            <a:extLst>
              <a:ext uri="{FF2B5EF4-FFF2-40B4-BE49-F238E27FC236}">
                <a16:creationId xmlns:a16="http://schemas.microsoft.com/office/drawing/2014/main" id="{062D11DF-BD4D-45EC-84B0-997D42E074E3}"/>
              </a:ext>
            </a:extLst>
          </p:cNvPr>
          <p:cNvSpPr>
            <a:spLocks noGrp="1"/>
          </p:cNvSpPr>
          <p:nvPr/>
        </p:nvSpPr>
        <p:spPr>
          <a:xfrm>
            <a:off x="2240743" y="2096840"/>
            <a:ext cx="125073" cy="362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38100" cmpd="sng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7" name="Shape 1021">
            <a:extLst>
              <a:ext uri="{FF2B5EF4-FFF2-40B4-BE49-F238E27FC236}">
                <a16:creationId xmlns:a16="http://schemas.microsoft.com/office/drawing/2014/main" id="{3FAEDCDE-CB05-4424-9C12-32EF9D7124A6}"/>
              </a:ext>
            </a:extLst>
          </p:cNvPr>
          <p:cNvSpPr>
            <a:spLocks noGrp="1"/>
          </p:cNvSpPr>
          <p:nvPr/>
        </p:nvSpPr>
        <p:spPr>
          <a:xfrm>
            <a:off x="779829" y="2277000"/>
            <a:ext cx="1656209" cy="399544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accent4"/>
            </a:solidFill>
          </a:ln>
        </p:spPr>
        <p:txBody>
          <a:bodyPr wrap="square" lIns="0" tIns="0" rIns="0" bIns="0" anchor="ctr">
            <a:noAutofit/>
          </a:bodyPr>
          <a:lstStyle/>
          <a:p>
            <a:pPr lvl="0" algn="ctr">
              <a:lnSpc>
                <a:spcPct val="90000"/>
              </a:lnSpc>
              <a:buNone/>
              <a:defRPr sz="1800"/>
            </a:pPr>
            <a:r>
              <a:rPr sz="1400" b="1" spc="-55">
                <a:solidFill>
                  <a:schemeClr val="bg1"/>
                </a:solidFill>
              </a:rPr>
              <a:t>AUG</a:t>
            </a:r>
          </a:p>
        </p:txBody>
      </p:sp>
      <p:sp>
        <p:nvSpPr>
          <p:cNvPr id="6" name="Shape 1021">
            <a:extLst>
              <a:ext uri="{FF2B5EF4-FFF2-40B4-BE49-F238E27FC236}">
                <a16:creationId xmlns:a16="http://schemas.microsoft.com/office/drawing/2014/main" id="{1257EB19-71A9-4FFE-8A5B-8EE68AC971E1}"/>
              </a:ext>
            </a:extLst>
          </p:cNvPr>
          <p:cNvSpPr>
            <a:spLocks noGrp="1"/>
          </p:cNvSpPr>
          <p:nvPr/>
        </p:nvSpPr>
        <p:spPr>
          <a:xfrm>
            <a:off x="779830" y="2657545"/>
            <a:ext cx="1656208" cy="1284935"/>
          </a:xfrm>
          <a:prstGeom prst="rect">
            <a:avLst/>
          </a:prstGeom>
          <a:solidFill>
            <a:schemeClr val="bg1"/>
          </a:solidFill>
          <a:ln w="38100" cmpd="sng">
            <a:solidFill>
              <a:schemeClr val="accent4"/>
            </a:solidFill>
            <a:prstDash val="solid"/>
            <a:headEnd type="none" w="med" len="med"/>
            <a:tailEnd type="none" w="med" len="med"/>
          </a:ln>
        </p:spPr>
        <p:txBody>
          <a:bodyPr wrap="square" lIns="0" tIns="0" rIns="0" bIns="0" anchor="ctr">
            <a:noAutofit/>
          </a:bodyPr>
          <a:lstStyle/>
          <a:p>
            <a:pPr lvl="0" algn="ctr">
              <a:buNone/>
            </a:pPr>
            <a:r>
              <a:rPr sz="8000" b="1">
                <a:solidFill>
                  <a:schemeClr val="accent1"/>
                </a:solidFill>
              </a:rPr>
              <a:t>18</a:t>
            </a:r>
            <a:endParaRPr sz="7200" b="1">
              <a:solidFill>
                <a:schemeClr val="accent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35D6298-C5D3-421A-B21A-8063632A0896}"/>
              </a:ext>
            </a:extLst>
          </p:cNvPr>
          <p:cNvSpPr>
            <a:spLocks noGrp="1"/>
          </p:cNvSpPr>
          <p:nvPr/>
        </p:nvSpPr>
        <p:spPr>
          <a:xfrm>
            <a:off x="551384" y="4364974"/>
            <a:ext cx="211309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buNone/>
            </a:pPr>
            <a:r>
              <a:rPr sz="1400" b="1">
                <a:solidFill>
                  <a:sysClr val="windowText" lastClr="000000"/>
                </a:solidFill>
              </a:rPr>
              <a:t>基线重置</a:t>
            </a:r>
          </a:p>
          <a:p>
            <a:pPr algn="ctr">
              <a:spcBef>
                <a:spcPts val="600"/>
              </a:spcBef>
              <a:buNone/>
            </a:pPr>
            <a:r>
              <a:rPr sz="1400">
                <a:solidFill>
                  <a:sysClr val="windowText" lastClr="000000"/>
                </a:solidFill>
              </a:rPr>
              <a:t>确认负责人、产品范围、德国样板市场与统一口径。</a:t>
            </a:r>
          </a:p>
        </p:txBody>
      </p:sp>
      <p:sp>
        <p:nvSpPr>
          <p:cNvPr id="30" name="Abgerundetes Rechteck 91">
            <a:extLst>
              <a:ext uri="{FF2B5EF4-FFF2-40B4-BE49-F238E27FC236}">
                <a16:creationId xmlns:a16="http://schemas.microsoft.com/office/drawing/2014/main" id="{0C6C443D-49F0-4ECD-8B47-199F77E158AF}"/>
              </a:ext>
            </a:extLst>
          </p:cNvPr>
          <p:cNvSpPr>
            <a:spLocks noGrp="1"/>
          </p:cNvSpPr>
          <p:nvPr/>
        </p:nvSpPr>
        <p:spPr>
          <a:xfrm>
            <a:off x="3875116" y="2096840"/>
            <a:ext cx="121927" cy="362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38100" cmpd="sng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31" name="Abgerundetes Rechteck 92">
            <a:extLst>
              <a:ext uri="{FF2B5EF4-FFF2-40B4-BE49-F238E27FC236}">
                <a16:creationId xmlns:a16="http://schemas.microsoft.com/office/drawing/2014/main" id="{863971D2-9E96-4F3B-9313-1D3AC9446818}"/>
              </a:ext>
            </a:extLst>
          </p:cNvPr>
          <p:cNvSpPr>
            <a:spLocks noGrp="1"/>
          </p:cNvSpPr>
          <p:nvPr/>
        </p:nvSpPr>
        <p:spPr>
          <a:xfrm>
            <a:off x="5230829" y="2096840"/>
            <a:ext cx="121927" cy="362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38100" cmpd="sng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0" name="Shape 1021">
            <a:extLst>
              <a:ext uri="{FF2B5EF4-FFF2-40B4-BE49-F238E27FC236}">
                <a16:creationId xmlns:a16="http://schemas.microsoft.com/office/drawing/2014/main" id="{62C4D1C8-0427-4D69-96FD-0EB51891EE51}"/>
              </a:ext>
            </a:extLst>
          </p:cNvPr>
          <p:cNvSpPr>
            <a:spLocks noGrp="1"/>
          </p:cNvSpPr>
          <p:nvPr/>
        </p:nvSpPr>
        <p:spPr>
          <a:xfrm>
            <a:off x="3771874" y="2277000"/>
            <a:ext cx="1656209" cy="399544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accent4"/>
            </a:solidFill>
          </a:ln>
        </p:spPr>
        <p:txBody>
          <a:bodyPr wrap="square" lIns="0" tIns="0" rIns="0" bIns="0" anchor="ctr">
            <a:noAutofit/>
          </a:bodyPr>
          <a:lstStyle/>
          <a:p>
            <a:pPr lvl="0" algn="ctr">
              <a:lnSpc>
                <a:spcPct val="90000"/>
              </a:lnSpc>
              <a:buNone/>
              <a:defRPr sz="1800"/>
            </a:pPr>
            <a:r>
              <a:rPr sz="1400" b="1" spc="-55">
                <a:solidFill>
                  <a:schemeClr val="bg1"/>
                </a:solidFill>
              </a:rPr>
              <a:t>SEP</a:t>
            </a:r>
          </a:p>
        </p:txBody>
      </p:sp>
      <p:sp>
        <p:nvSpPr>
          <p:cNvPr id="9" name="Shape 1021">
            <a:extLst>
              <a:ext uri="{FF2B5EF4-FFF2-40B4-BE49-F238E27FC236}">
                <a16:creationId xmlns:a16="http://schemas.microsoft.com/office/drawing/2014/main" id="{76246CDE-BDB4-40EC-8DDF-D1BF33453D27}"/>
              </a:ext>
            </a:extLst>
          </p:cNvPr>
          <p:cNvSpPr>
            <a:spLocks noGrp="1"/>
          </p:cNvSpPr>
          <p:nvPr/>
        </p:nvSpPr>
        <p:spPr>
          <a:xfrm>
            <a:off x="3771875" y="2657547"/>
            <a:ext cx="1656208" cy="1284935"/>
          </a:xfrm>
          <a:prstGeom prst="rect">
            <a:avLst/>
          </a:prstGeom>
          <a:solidFill>
            <a:schemeClr val="bg1"/>
          </a:solidFill>
          <a:ln w="38100" cmpd="sng">
            <a:solidFill>
              <a:schemeClr val="accent4"/>
            </a:solidFill>
            <a:prstDash val="solid"/>
            <a:headEnd type="none" w="med" len="med"/>
            <a:tailEnd type="none" w="med" len="med"/>
          </a:ln>
        </p:spPr>
        <p:txBody>
          <a:bodyPr wrap="square" lIns="0" tIns="0" rIns="0" bIns="0" anchor="ctr">
            <a:noAutofit/>
          </a:bodyPr>
          <a:lstStyle/>
          <a:p>
            <a:pPr lvl="0" algn="ctr">
              <a:lnSpc>
                <a:spcPct val="90000"/>
              </a:lnSpc>
              <a:buNone/>
              <a:defRPr sz="1800"/>
            </a:pPr>
            <a:r>
              <a:rPr sz="8000" b="1" spc="-55">
                <a:solidFill>
                  <a:schemeClr val="accent1"/>
                </a:solidFill>
              </a:rPr>
              <a:t>04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6CDC53D-CA0E-47DA-B9EC-99A4A232C033}"/>
              </a:ext>
            </a:extLst>
          </p:cNvPr>
          <p:cNvSpPr>
            <a:spLocks noGrp="1"/>
          </p:cNvSpPr>
          <p:nvPr/>
        </p:nvSpPr>
        <p:spPr>
          <a:xfrm>
            <a:off x="3543429" y="4364974"/>
            <a:ext cx="211309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buNone/>
            </a:pPr>
            <a:r>
              <a:rPr sz="1400" b="1">
                <a:solidFill>
                  <a:sysClr val="windowText" lastClr="000000"/>
                </a:solidFill>
              </a:rPr>
              <a:t>材料就绪</a:t>
            </a:r>
          </a:p>
          <a:p>
            <a:pPr algn="ctr">
              <a:spcBef>
                <a:spcPts val="600"/>
              </a:spcBef>
              <a:buNone/>
            </a:pPr>
            <a:r>
              <a:rPr sz="1400">
                <a:solidFill>
                  <a:sysClr val="windowText" lastClr="000000"/>
                </a:solidFill>
              </a:rPr>
              <a:t>合规、英文资料、SDK/ROS与样机SLA可用。</a:t>
            </a:r>
          </a:p>
        </p:txBody>
      </p:sp>
      <p:sp>
        <p:nvSpPr>
          <p:cNvPr id="33" name="Abgerundetes Rechteck 94">
            <a:extLst>
              <a:ext uri="{FF2B5EF4-FFF2-40B4-BE49-F238E27FC236}">
                <a16:creationId xmlns:a16="http://schemas.microsoft.com/office/drawing/2014/main" id="{7D2ACA3E-4D5E-4B8D-A512-8D298C0A1E50}"/>
              </a:ext>
            </a:extLst>
          </p:cNvPr>
          <p:cNvSpPr>
            <a:spLocks noGrp="1"/>
          </p:cNvSpPr>
          <p:nvPr/>
        </p:nvSpPr>
        <p:spPr>
          <a:xfrm>
            <a:off x="6843846" y="2096840"/>
            <a:ext cx="123409" cy="362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38100" cmpd="sng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34" name="Abgerundetes Rechteck 95">
            <a:extLst>
              <a:ext uri="{FF2B5EF4-FFF2-40B4-BE49-F238E27FC236}">
                <a16:creationId xmlns:a16="http://schemas.microsoft.com/office/drawing/2014/main" id="{B23F9E62-4B67-478D-8FA9-C5E6B65EC201}"/>
              </a:ext>
            </a:extLst>
          </p:cNvPr>
          <p:cNvSpPr>
            <a:spLocks noGrp="1"/>
          </p:cNvSpPr>
          <p:nvPr/>
        </p:nvSpPr>
        <p:spPr>
          <a:xfrm>
            <a:off x="8216031" y="2096840"/>
            <a:ext cx="123409" cy="362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38100" cmpd="sng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3" name="Shape 1021">
            <a:extLst>
              <a:ext uri="{FF2B5EF4-FFF2-40B4-BE49-F238E27FC236}">
                <a16:creationId xmlns:a16="http://schemas.microsoft.com/office/drawing/2014/main" id="{B7381471-0375-4DDF-A1AF-DF8AD3C2D3B6}"/>
              </a:ext>
            </a:extLst>
          </p:cNvPr>
          <p:cNvSpPr>
            <a:spLocks noGrp="1"/>
          </p:cNvSpPr>
          <p:nvPr/>
        </p:nvSpPr>
        <p:spPr>
          <a:xfrm>
            <a:off x="6763919" y="2277000"/>
            <a:ext cx="1656209" cy="399544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accent4"/>
            </a:solidFill>
          </a:ln>
        </p:spPr>
        <p:txBody>
          <a:bodyPr wrap="square" lIns="0" tIns="0" rIns="0" bIns="0" anchor="ctr">
            <a:noAutofit/>
          </a:bodyPr>
          <a:lstStyle/>
          <a:p>
            <a:pPr lvl="0" algn="ctr">
              <a:lnSpc>
                <a:spcPct val="90000"/>
              </a:lnSpc>
              <a:buNone/>
              <a:defRPr sz="1800"/>
            </a:pPr>
            <a:r>
              <a:rPr sz="1400" b="1" spc="-55">
                <a:solidFill>
                  <a:schemeClr val="bg1"/>
                </a:solidFill>
              </a:rPr>
              <a:t>SEP</a:t>
            </a:r>
          </a:p>
        </p:txBody>
      </p:sp>
      <p:sp>
        <p:nvSpPr>
          <p:cNvPr id="12" name="Shape 1021">
            <a:extLst>
              <a:ext uri="{FF2B5EF4-FFF2-40B4-BE49-F238E27FC236}">
                <a16:creationId xmlns:a16="http://schemas.microsoft.com/office/drawing/2014/main" id="{593F389B-0D1E-4F9F-A45C-42F89D7B8071}"/>
              </a:ext>
            </a:extLst>
          </p:cNvPr>
          <p:cNvSpPr>
            <a:spLocks noGrp="1"/>
          </p:cNvSpPr>
          <p:nvPr/>
        </p:nvSpPr>
        <p:spPr>
          <a:xfrm>
            <a:off x="6763920" y="2657548"/>
            <a:ext cx="1656208" cy="1284935"/>
          </a:xfrm>
          <a:prstGeom prst="rect">
            <a:avLst/>
          </a:prstGeom>
          <a:solidFill>
            <a:schemeClr val="bg1"/>
          </a:solidFill>
          <a:ln w="38100" cmpd="sng">
            <a:solidFill>
              <a:schemeClr val="accent4"/>
            </a:solidFill>
            <a:prstDash val="solid"/>
            <a:headEnd type="none" w="med" len="med"/>
            <a:tailEnd type="none" w="med" len="med"/>
          </a:ln>
        </p:spPr>
        <p:txBody>
          <a:bodyPr wrap="square" lIns="0" tIns="0" rIns="0" bIns="0" anchor="ctr">
            <a:noAutofit/>
          </a:bodyPr>
          <a:lstStyle/>
          <a:p>
            <a:pPr lvl="0" algn="ctr">
              <a:lnSpc>
                <a:spcPct val="90000"/>
              </a:lnSpc>
              <a:buNone/>
              <a:defRPr sz="1800"/>
            </a:pPr>
            <a:r>
              <a:rPr sz="8000" b="1" spc="-55">
                <a:solidFill>
                  <a:schemeClr val="accent1"/>
                </a:solidFill>
              </a:rPr>
              <a:t>25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51C956B-8CCD-4A94-89A3-19017CC1713A}"/>
              </a:ext>
            </a:extLst>
          </p:cNvPr>
          <p:cNvSpPr>
            <a:spLocks noGrp="1"/>
          </p:cNvSpPr>
          <p:nvPr/>
        </p:nvSpPr>
        <p:spPr>
          <a:xfrm>
            <a:off x="6535474" y="4364974"/>
            <a:ext cx="211309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buNone/>
            </a:pPr>
            <a:r>
              <a:rPr sz="1400" b="1">
                <a:solidFill>
                  <a:sysClr val="windowText" lastClr="000000"/>
                </a:solidFill>
              </a:rPr>
              <a:t>渠道证据</a:t>
            </a:r>
          </a:p>
          <a:p>
            <a:pPr algn="ctr">
              <a:spcBef>
                <a:spcPts val="600"/>
              </a:spcBef>
              <a:buNone/>
            </a:pPr>
            <a:r>
              <a:rPr sz="1400">
                <a:solidFill>
                  <a:sysClr val="windowText" lastClr="000000"/>
                </a:solidFill>
              </a:rPr>
              <a:t>20次触达，回复率≥30%，5场技术会议。</a:t>
            </a:r>
          </a:p>
        </p:txBody>
      </p:sp>
      <p:sp>
        <p:nvSpPr>
          <p:cNvPr id="36" name="Abgerundetes Rechteck 97">
            <a:extLst>
              <a:ext uri="{FF2B5EF4-FFF2-40B4-BE49-F238E27FC236}">
                <a16:creationId xmlns:a16="http://schemas.microsoft.com/office/drawing/2014/main" id="{0D0BB870-F971-4607-A441-FBBB8FB58F11}"/>
              </a:ext>
            </a:extLst>
          </p:cNvPr>
          <p:cNvSpPr>
            <a:spLocks noGrp="1"/>
          </p:cNvSpPr>
          <p:nvPr/>
        </p:nvSpPr>
        <p:spPr>
          <a:xfrm>
            <a:off x="9832709" y="2096840"/>
            <a:ext cx="123409" cy="362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38100" cmpd="sng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37" name="Abgerundetes Rechteck 98">
            <a:extLst>
              <a:ext uri="{FF2B5EF4-FFF2-40B4-BE49-F238E27FC236}">
                <a16:creationId xmlns:a16="http://schemas.microsoft.com/office/drawing/2014/main" id="{FE858E5E-BF1B-45B8-A408-3B2C69014B7C}"/>
              </a:ext>
            </a:extLst>
          </p:cNvPr>
          <p:cNvSpPr>
            <a:spLocks noGrp="1"/>
          </p:cNvSpPr>
          <p:nvPr/>
        </p:nvSpPr>
        <p:spPr>
          <a:xfrm>
            <a:off x="11204894" y="2096840"/>
            <a:ext cx="123409" cy="362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38100" cmpd="sng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6" name="Shape 1021">
            <a:extLst>
              <a:ext uri="{FF2B5EF4-FFF2-40B4-BE49-F238E27FC236}">
                <a16:creationId xmlns:a16="http://schemas.microsoft.com/office/drawing/2014/main" id="{C1906A7F-8254-4758-9488-70B4B65F9F5F}"/>
              </a:ext>
            </a:extLst>
          </p:cNvPr>
          <p:cNvSpPr>
            <a:spLocks noGrp="1"/>
          </p:cNvSpPr>
          <p:nvPr/>
        </p:nvSpPr>
        <p:spPr>
          <a:xfrm>
            <a:off x="9755963" y="2277000"/>
            <a:ext cx="1656209" cy="399544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accent4"/>
            </a:solidFill>
          </a:ln>
        </p:spPr>
        <p:txBody>
          <a:bodyPr wrap="square" lIns="0" tIns="0" rIns="0" bIns="0" anchor="ctr">
            <a:noAutofit/>
          </a:bodyPr>
          <a:lstStyle/>
          <a:p>
            <a:pPr lvl="0" algn="ctr">
              <a:lnSpc>
                <a:spcPct val="90000"/>
              </a:lnSpc>
              <a:buNone/>
              <a:defRPr sz="1800"/>
            </a:pPr>
            <a:r>
              <a:rPr sz="1400" b="1" spc="-55">
                <a:solidFill>
                  <a:schemeClr val="bg1"/>
                </a:solidFill>
              </a:rPr>
              <a:t>OCT</a:t>
            </a:r>
          </a:p>
        </p:txBody>
      </p:sp>
      <p:sp>
        <p:nvSpPr>
          <p:cNvPr id="15" name="Shape 1021">
            <a:extLst>
              <a:ext uri="{FF2B5EF4-FFF2-40B4-BE49-F238E27FC236}">
                <a16:creationId xmlns:a16="http://schemas.microsoft.com/office/drawing/2014/main" id="{B3E07A6A-98AA-4970-B2A4-DB179E69BFE0}"/>
              </a:ext>
            </a:extLst>
          </p:cNvPr>
          <p:cNvSpPr>
            <a:spLocks noGrp="1"/>
          </p:cNvSpPr>
          <p:nvPr/>
        </p:nvSpPr>
        <p:spPr>
          <a:xfrm>
            <a:off x="9755964" y="2657550"/>
            <a:ext cx="1656208" cy="1284935"/>
          </a:xfrm>
          <a:prstGeom prst="rect">
            <a:avLst/>
          </a:prstGeom>
          <a:solidFill>
            <a:schemeClr val="bg1"/>
          </a:solidFill>
          <a:ln w="38100" cmpd="sng">
            <a:solidFill>
              <a:schemeClr val="accent4"/>
            </a:solidFill>
            <a:prstDash val="solid"/>
            <a:headEnd type="none" w="med" len="med"/>
            <a:tailEnd type="none" w="med" len="med"/>
          </a:ln>
        </p:spPr>
        <p:txBody>
          <a:bodyPr wrap="square" lIns="0" tIns="0" rIns="0" bIns="0" anchor="ctr">
            <a:noAutofit/>
          </a:bodyPr>
          <a:lstStyle/>
          <a:p>
            <a:pPr lvl="0" algn="ctr">
              <a:lnSpc>
                <a:spcPct val="90000"/>
              </a:lnSpc>
              <a:buNone/>
              <a:defRPr sz="1800"/>
            </a:pPr>
            <a:r>
              <a:rPr sz="8000" b="1" spc="-55">
                <a:solidFill>
                  <a:schemeClr val="accent1"/>
                </a:solidFill>
              </a:rPr>
              <a:t>30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1B1876E-BF86-489F-A90B-FDB3B88B3FBB}"/>
              </a:ext>
            </a:extLst>
          </p:cNvPr>
          <p:cNvSpPr>
            <a:spLocks noGrp="1"/>
          </p:cNvSpPr>
          <p:nvPr/>
        </p:nvSpPr>
        <p:spPr>
          <a:xfrm>
            <a:off x="9527518" y="4364974"/>
            <a:ext cx="211309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buNone/>
            </a:pPr>
            <a:r>
              <a:rPr sz="1400" b="1">
                <a:solidFill>
                  <a:sysClr val="windowText" lastClr="000000"/>
                </a:solidFill>
              </a:rPr>
              <a:t>决策门</a:t>
            </a:r>
          </a:p>
          <a:p>
            <a:pPr algn="ctr">
              <a:spcBef>
                <a:spcPts val="600"/>
              </a:spcBef>
              <a:buNone/>
            </a:pPr>
            <a:r>
              <a:rPr sz="1400">
                <a:solidFill>
                  <a:sysClr val="windowText" lastClr="000000"/>
                </a:solidFill>
              </a:rPr>
              <a:t>3个PoC + 渠道评分卡 + Go / No-Go建议。</a:t>
            </a:r>
          </a:p>
        </p:txBody>
      </p:sp>
    </p:spTree>
    <p:extLst>
      <p:ext uri="{BB962C8B-B14F-4D97-AF65-F5344CB8AC3E}">
        <p14:creationId xmlns:p14="http://schemas.microsoft.com/office/powerpoint/2010/main" val="1390197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E1698B59-1733-7983-6982-F93A39B0117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07369" y="1441558"/>
            <a:ext cx="4345176" cy="1771418"/>
          </a:xfrm>
          <a:prstGeom prst="rect">
            <a:avLst/>
          </a:prstGeom>
          <a:noFill/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anchor="t">
            <a:noAutofit/>
          </a:bodyPr>
          <a:lstStyle/>
          <a:p>
            <a:pPr marL="0" marR="0" lvl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FFFFFF"/>
                </a:solidFill>
                <a:latin typeface="+mj-lt"/>
                <a:ea typeface="+mj-lt"/>
                <a:cs typeface="+mj-lt"/>
              </a:rPr>
              <a:t>下一阶段管理层决策</a:t>
            </a:r>
          </a:p>
          <a:p>
            <a:pPr marL="0" marR="0" lvl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>
                <a:solidFill>
                  <a:srgbClr val="FFFFFF"/>
                </a:solidFill>
              </a:rPr>
              <a:t>批准德国90天商业验证</a:t>
            </a:r>
            <a:endParaRPr sz="900" b="0" i="0" u="none" kern="1200" cap="none" spc="0" baseline="0">
              <a:ln>
                <a:noFill/>
              </a:ln>
              <a:solidFill>
                <a:schemeClr val="bg1"/>
              </a:solidFill>
              <a:latin typeface="Ubuntu"/>
              <a:ea typeface="Ubuntu"/>
              <a:cs typeface="Ubuntu"/>
            </a:endParaRPr>
          </a:p>
          <a:p>
            <a:pPr marL="0" marR="0" lvl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FFFFFF"/>
                </a:solidFill>
                <a:latin typeface="Ubuntu"/>
                <a:ea typeface="Ubuntu"/>
                <a:cs typeface="Ubuntu"/>
              </a:rPr>
              <a:t>1  指定欧洲渠道负责人</a:t>
            </a:r>
            <a:endParaRPr sz="900" b="0" i="0" u="none" kern="1200" cap="none" spc="0" baseline="0">
              <a:ln>
                <a:noFill/>
              </a:ln>
              <a:solidFill>
                <a:schemeClr val="bg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FFFFFF"/>
                </a:solidFill>
                <a:latin typeface="Ubuntu"/>
                <a:ea typeface="Ubuntu"/>
                <a:cs typeface="Ubuntu"/>
              </a:rPr>
              <a:t>2  批准样机、认证和英文内容预算</a:t>
            </a:r>
            <a:endParaRPr sz="900" b="0" i="0" u="none" kern="1200" cap="none" spc="0" baseline="0">
              <a:ln>
                <a:noFill/>
              </a:ln>
              <a:solidFill>
                <a:schemeClr val="bg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FFFFFF"/>
                </a:solidFill>
                <a:latin typeface="Ubuntu"/>
                <a:ea typeface="Ubuntu"/>
                <a:cs typeface="Ubuntu"/>
              </a:rPr>
              <a:t>3  以20次触达 / 5场会议 / 3个PoC为门槛</a:t>
            </a:r>
            <a:endParaRPr sz="900" b="0" i="0" u="none" kern="1200" cap="none" spc="0" baseline="0">
              <a:ln>
                <a:noFill/>
              </a:ln>
              <a:solidFill>
                <a:schemeClr val="bg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just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FFFFFF"/>
                </a:solidFill>
                <a:latin typeface="Ubuntu"/>
                <a:ea typeface="Ubuntu"/>
                <a:cs typeface="Ubuntu"/>
              </a:rPr>
              <a:t>成功标准：形成可复制的国家渠道组合</a:t>
            </a:r>
            <a:endParaRPr sz="900" b="0" i="0" u="none" kern="1200" cap="none" spc="0" baseline="0">
              <a:ln>
                <a:noFill/>
              </a:ln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4DA9C-B142-DE0F-DED2-C2EA4724528E}"/>
              </a:ext>
            </a:extLst>
          </p:cNvPr>
          <p:cNvSpPr>
            <a:spLocks noGrp="1"/>
          </p:cNvSpPr>
          <p:nvPr/>
        </p:nvSpPr>
        <p:spPr>
          <a:xfrm>
            <a:off x="407368" y="3325369"/>
            <a:ext cx="4345176" cy="4072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t"/>
          <a:lstStyle/>
          <a:p>
            <a:pPr marL="0" marR="0" lvl="0" indent="0" algn="l" defTabSz="91440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900">
                <a:solidFill>
                  <a:schemeClr val="bg1"/>
                </a:solidFill>
                <a:latin typeface="Ubuntu"/>
                <a:ea typeface="Ubuntu"/>
                <a:cs typeface="Ubuntu"/>
              </a:rPr>
              <a:t>MRDVS｜欧洲市场与渠道进入项目｜2026年8月</a:t>
            </a:r>
          </a:p>
        </p:txBody>
      </p:sp>
    </p:spTree>
    <p:extLst>
      <p:ext uri="{BB962C8B-B14F-4D97-AF65-F5344CB8AC3E}">
        <p14:creationId xmlns:p14="http://schemas.microsoft.com/office/powerpoint/2010/main" val="2182820424"/>
      </p:ext>
    </p:extLst>
  </p:cSld>
  <p:clrMapOvr>
    <a:masterClrMapping/>
  </p:clrMapOvr>
</p:sld>
</file>

<file path=ppt/theme/theme1.xml><?xml version="1.0" encoding="utf-8"?>
<a:theme xmlns:a="http://schemas.openxmlformats.org/drawingml/2006/main" name="Capgemini_2024">
  <a:themeElements>
    <a:clrScheme name="Capgemini 2024">
      <a:dk1>
        <a:sysClr val="windowText" lastClr="000000"/>
      </a:dk1>
      <a:lt1>
        <a:srgbClr val="FFFFFF"/>
      </a:lt1>
      <a:dk2>
        <a:srgbClr val="000000"/>
      </a:dk2>
      <a:lt2>
        <a:srgbClr val="F6F6F6"/>
      </a:lt2>
      <a:accent1>
        <a:srgbClr val="0070AD"/>
      </a:accent1>
      <a:accent2>
        <a:srgbClr val="12ABDB"/>
      </a:accent2>
      <a:accent3>
        <a:srgbClr val="14596B"/>
      </a:accent3>
      <a:accent4>
        <a:srgbClr val="272936"/>
      </a:accent4>
      <a:accent5>
        <a:srgbClr val="0F878A"/>
      </a:accent5>
      <a:accent6>
        <a:srgbClr val="00BFBF"/>
      </a:accent6>
      <a:hlink>
        <a:srgbClr val="00929B"/>
      </a:hlink>
      <a:folHlink>
        <a:srgbClr val="00BFBF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Capgemini 202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apgemini_2024">
  <a:themeElements>
    <a:clrScheme name="Capgemini 2024">
      <a:dk1>
        <a:sysClr val="windowText" lastClr="000000"/>
      </a:dk1>
      <a:lt1>
        <a:srgbClr val="FFFFFF"/>
      </a:lt1>
      <a:dk2>
        <a:srgbClr val="000000"/>
      </a:dk2>
      <a:lt2>
        <a:srgbClr val="F6F6F6"/>
      </a:lt2>
      <a:accent1>
        <a:srgbClr val="0070AD"/>
      </a:accent1>
      <a:accent2>
        <a:srgbClr val="12ABDB"/>
      </a:accent2>
      <a:accent3>
        <a:srgbClr val="14596B"/>
      </a:accent3>
      <a:accent4>
        <a:srgbClr val="272936"/>
      </a:accent4>
      <a:accent5>
        <a:srgbClr val="0F878A"/>
      </a:accent5>
      <a:accent6>
        <a:srgbClr val="00BFBF"/>
      </a:accent6>
      <a:hlink>
        <a:srgbClr val="00929B"/>
      </a:hlink>
      <a:folHlink>
        <a:srgbClr val="00BFBF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Capgemini 202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1453</Words>
  <Application>Microsoft Office PowerPoint</Application>
  <DocSecurity>0</DocSecurity>
  <PresentationFormat>宽屏</PresentationFormat>
  <Paragraphs>268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Ubuntu Medium</vt:lpstr>
      <vt:lpstr>Arial</vt:lpstr>
      <vt:lpstr>Wingdings</vt:lpstr>
      <vt:lpstr>Verdana</vt:lpstr>
      <vt:lpstr>Ubuntu Light</vt:lpstr>
      <vt:lpstr>Ubuntu</vt:lpstr>
      <vt:lpstr>Capgemini_2024</vt:lpstr>
      <vt:lpstr>MRDVS欧洲市场与渠道进入项目汇报</vt:lpstr>
      <vt:lpstr>议程</vt:lpstr>
      <vt:lpstr>欧洲机会已经识别，下一阶段应从“继续找名单”切换到“激活渠道”</vt:lpstr>
      <vt:lpstr>原始任务拆解与统一数据关系</vt:lpstr>
      <vt:lpstr>项目资产已成型，但16国标准化仍未全部完成</vt:lpstr>
      <vt:lpstr>市场优先级不是只看GDP，而是“规模 × 自动化 × 可达性”</vt:lpstr>
      <vt:lpstr>MRDVS的欧洲切入点：远距离3D感知 + 导航模块化</vt:lpstr>
      <vt:lpstr>16国｜22竞品｜102节点</vt:lpstr>
      <vt:lpstr>第一波建立样板，第二波复制打法</vt:lpstr>
      <vt:lpstr>建议用三条通路同时降低市场进入风险</vt:lpstr>
      <vt:lpstr>重点国家：德国在综合优先级、经济规模和自动化基础上形成领先</vt:lpstr>
      <vt:lpstr>竞品全景：22家厂商中，直接3D视觉对手与生态型巨头并存</vt:lpstr>
      <vt:lpstr>高威胁阵营：Orbbec、SICK、Mech-Mind、ifm领跑</vt:lpstr>
      <vt:lpstr>研究资产丰富，但商业转化尚未启动</vt:lpstr>
      <vt:lpstr>渠道选择应按“角色”管理，不按公司名单堆叠</vt:lpstr>
      <vt:lpstr>从渠道线索到PoC，用统一阶段管理避免重复与失联</vt:lpstr>
      <vt:lpstr>未来90天只做五件能改变结果的事</vt:lpstr>
      <vt:lpstr>90天执行路线图｜2026.08–10</vt:lpstr>
      <vt:lpstr>四个阶段门槛把研究转化为可管理的商业验证</vt:lpstr>
      <vt:lpstr>下一阶段管理层决策 批准德国90天商业验证 1  指定欧洲渠道负责人 2  批准样机、认证和英文内容预算 3  以20次触达 / 5场会议 / 3个PoC为门槛 成功标准：形成可复制的国家渠道组合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子龙 陈</cp:lastModifiedBy>
  <cp:revision>1</cp:revision>
  <dcterms:created xsi:type="dcterms:W3CDTF">2026-08-18T05:30:36Z</dcterms:created>
  <dcterms:modified xsi:type="dcterms:W3CDTF">2026-08-18T06:43:37Z</dcterms:modified>
</cp:coreProperties>
</file>